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7" r:id="rId1"/>
    <p:sldMasterId id="2147483850" r:id="rId2"/>
  </p:sldMasterIdLst>
  <p:notesMasterIdLst>
    <p:notesMasterId r:id="rId22"/>
  </p:notesMasterIdLst>
  <p:handoutMasterIdLst>
    <p:handoutMasterId r:id="rId23"/>
  </p:handoutMasterIdLst>
  <p:sldIdLst>
    <p:sldId id="303" r:id="rId3"/>
    <p:sldId id="302" r:id="rId4"/>
    <p:sldId id="304" r:id="rId5"/>
    <p:sldId id="305" r:id="rId6"/>
    <p:sldId id="306" r:id="rId7"/>
    <p:sldId id="307" r:id="rId8"/>
    <p:sldId id="308" r:id="rId9"/>
    <p:sldId id="310" r:id="rId10"/>
    <p:sldId id="312" r:id="rId11"/>
    <p:sldId id="313" r:id="rId12"/>
    <p:sldId id="314" r:id="rId13"/>
    <p:sldId id="315" r:id="rId14"/>
    <p:sldId id="316" r:id="rId15"/>
    <p:sldId id="317" r:id="rId16"/>
    <p:sldId id="318" r:id="rId17"/>
    <p:sldId id="319" r:id="rId18"/>
    <p:sldId id="320" r:id="rId19"/>
    <p:sldId id="324" r:id="rId20"/>
    <p:sldId id="326" r:id="rId2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D91368-FF9E-45A2-85E2-90ADE15DE050}">
          <p14:sldIdLst>
            <p14:sldId id="303"/>
            <p14:sldId id="302"/>
            <p14:sldId id="304"/>
            <p14:sldId id="305"/>
            <p14:sldId id="306"/>
            <p14:sldId id="307"/>
            <p14:sldId id="308"/>
            <p14:sldId id="310"/>
            <p14:sldId id="312"/>
            <p14:sldId id="313"/>
            <p14:sldId id="314"/>
            <p14:sldId id="315"/>
            <p14:sldId id="316"/>
            <p14:sldId id="317"/>
            <p14:sldId id="318"/>
            <p14:sldId id="319"/>
            <p14:sldId id="320"/>
            <p14:sldId id="324"/>
            <p14:sldId id="326"/>
          </p14:sldIdLst>
        </p14:section>
        <p14:section name="Untitled Section" id="{D4E9386E-3E03-47BF-9F20-44537A15932F}">
          <p14:sldIdLst/>
        </p14:section>
      </p14:sectionLst>
    </p:ext>
    <p:ext uri="{EFAFB233-063F-42B5-8137-9DF3F51BA10A}">
      <p15:sldGuideLst xmlns:p15="http://schemas.microsoft.com/office/powerpoint/2012/main">
        <p15:guide id="1" orient="horz" pos="2160">
          <p15:clr>
            <a:srgbClr val="A4A3A4"/>
          </p15:clr>
        </p15:guide>
        <p15:guide id="2" orient="horz" pos="682">
          <p15:clr>
            <a:srgbClr val="A4A3A4"/>
          </p15:clr>
        </p15:guide>
        <p15:guide id="3" orient="horz" pos="888" userDrawn="1">
          <p15:clr>
            <a:srgbClr val="A4A3A4"/>
          </p15:clr>
        </p15:guide>
        <p15:guide id="4" orient="horz" pos="3861" userDrawn="1">
          <p15:clr>
            <a:srgbClr val="A4A3A4"/>
          </p15:clr>
        </p15:guide>
        <p15:guide id="5" orient="horz" pos="127">
          <p15:clr>
            <a:srgbClr val="A4A3A4"/>
          </p15:clr>
        </p15:guide>
        <p15:guide id="6" orient="horz" pos="4319">
          <p15:clr>
            <a:srgbClr val="A4A3A4"/>
          </p15:clr>
        </p15:guide>
        <p15:guide id="7" orient="horz" pos="4200" userDrawn="1">
          <p15:clr>
            <a:srgbClr val="A4A3A4"/>
          </p15:clr>
        </p15:guide>
        <p15:guide id="8" pos="2886">
          <p15:clr>
            <a:srgbClr val="A4A3A4"/>
          </p15:clr>
        </p15:guide>
        <p15:guide id="9" pos="286">
          <p15:clr>
            <a:srgbClr val="A4A3A4"/>
          </p15:clr>
        </p15:guide>
        <p15:guide id="10" pos="5496" userDrawn="1">
          <p15:clr>
            <a:srgbClr val="A4A3A4"/>
          </p15:clr>
        </p15:guide>
        <p15:guide id="11" pos="2928" userDrawn="1">
          <p15:clr>
            <a:srgbClr val="A4A3A4"/>
          </p15:clr>
        </p15:guide>
        <p15:guide id="12" pos="283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E600"/>
    <a:srgbClr val="FFFFFF"/>
    <a:srgbClr val="660066"/>
    <a:srgbClr val="2E2E38"/>
    <a:srgbClr val="262626"/>
    <a:srgbClr val="C4C4CD"/>
    <a:srgbClr val="747480"/>
    <a:srgbClr val="333333"/>
    <a:srgbClr val="DEB9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11" autoAdjust="0"/>
    <p:restoredTop sz="96327" autoAdjust="0"/>
  </p:normalViewPr>
  <p:slideViewPr>
    <p:cSldViewPr snapToGrid="0" snapToObjects="1" showGuides="1">
      <p:cViewPr varScale="1">
        <p:scale>
          <a:sx n="128" d="100"/>
          <a:sy n="128" d="100"/>
        </p:scale>
        <p:origin x="1968" y="176"/>
      </p:cViewPr>
      <p:guideLst>
        <p:guide orient="horz" pos="2160"/>
        <p:guide orient="horz" pos="682"/>
        <p:guide orient="horz" pos="888"/>
        <p:guide orient="horz" pos="3861"/>
        <p:guide orient="horz" pos="127"/>
        <p:guide orient="horz" pos="4319"/>
        <p:guide orient="horz" pos="4200"/>
        <p:guide pos="2886"/>
        <p:guide pos="286"/>
        <p:guide pos="5496"/>
        <p:guide pos="2928"/>
        <p:guide pos="2832"/>
      </p:guideLst>
    </p:cSldViewPr>
  </p:slideViewPr>
  <p:notesTextViewPr>
    <p:cViewPr>
      <p:scale>
        <a:sx n="3" d="2"/>
        <a:sy n="3" d="2"/>
      </p:scale>
      <p:origin x="0" y="0"/>
    </p:cViewPr>
  </p:notesTextViewPr>
  <p:sorterViewPr>
    <p:cViewPr>
      <p:scale>
        <a:sx n="66" d="100"/>
        <a:sy n="66" d="100"/>
      </p:scale>
      <p:origin x="0" y="-2606"/>
    </p:cViewPr>
  </p:sorterViewPr>
  <p:notesViewPr>
    <p:cSldViewPr snapToGrid="0" snapToObjects="1" showGuides="1">
      <p:cViewPr>
        <p:scale>
          <a:sx n="200" d="100"/>
          <a:sy n="200" d="100"/>
        </p:scale>
        <p:origin x="-413" y="-4171"/>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GB" dirty="0">
              <a:latin typeface="Arial" pitchFamily="34" charset="0"/>
            </a:endParaRPr>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75A85089-C692-4DEA-AC49-04CF34D4FE14}" type="datetimeFigureOut">
              <a:rPr lang="en-GB" smtClean="0">
                <a:latin typeface="Arial" pitchFamily="34" charset="0"/>
              </a:rPr>
              <a:pPr/>
              <a:t>02/11/2022</a:t>
            </a:fld>
            <a:endParaRPr lang="en-GB" dirty="0">
              <a:latin typeface="Arial"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GB" dirty="0">
              <a:latin typeface="Arial"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D3A5C721-4BB5-4DB6-AD65-4BA2A62B05B6}" type="slidenum">
              <a:rPr lang="en-GB" smtClean="0">
                <a:latin typeface="Arial" pitchFamily="34" charset="0"/>
              </a:rPr>
              <a:pPr/>
              <a:t>‹#›</a:t>
            </a:fld>
            <a:endParaRPr lang="en-GB" dirty="0">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Arial" pitchFamily="34" charset="0"/>
              </a:defRPr>
            </a:lvl1pPr>
          </a:lstStyle>
          <a:p>
            <a:endParaRPr lang="en-GB"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Arial" pitchFamily="34" charset="0"/>
              </a:defRPr>
            </a:lvl1pPr>
          </a:lstStyle>
          <a:p>
            <a:fld id="{8045EBA9-A28D-4849-BFEA-AA04F6A21B63}" type="datetimeFigureOut">
              <a:rPr lang="en-GB" smtClean="0"/>
              <a:pPr/>
              <a:t>02/11/2022</a:t>
            </a:fld>
            <a:endParaRPr lang="en-GB"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GB"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Arial" pitchFamily="34" charset="0"/>
              </a:defRPr>
            </a:lvl1pPr>
          </a:lstStyle>
          <a:p>
            <a:endParaRPr lang="en-GB"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Arial" pitchFamily="34" charset="0"/>
              </a:defRPr>
            </a:lvl1pPr>
          </a:lstStyle>
          <a:p>
            <a:fld id="{5B43D19E-BFDB-4C92-8EDD-32EDDA8F41DF}" type="slidenum">
              <a:rPr lang="en-GB" smtClean="0"/>
              <a:pPr/>
              <a:t>‹#›</a:t>
            </a:fld>
            <a:endParaRPr lang="en-GB" dirty="0"/>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1C1D1F"/>
                </a:solidFill>
                <a:effectLst/>
                <a:latin typeface="udemy sans"/>
              </a:rPr>
              <a:t>Usually from documents and through code provides structure to this type of information by identifying patterns, topics and entities.</a:t>
            </a:r>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4</a:t>
            </a:fld>
            <a:endParaRPr lang="en-GB" dirty="0"/>
          </a:p>
        </p:txBody>
      </p:sp>
    </p:spTree>
    <p:extLst>
      <p:ext uri="{BB962C8B-B14F-4D97-AF65-F5344CB8AC3E}">
        <p14:creationId xmlns:p14="http://schemas.microsoft.com/office/powerpoint/2010/main" val="3723338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IN" sz="800" b="1" i="0" dirty="0">
                <a:solidFill>
                  <a:srgbClr val="292929"/>
                </a:solidFill>
                <a:effectLst/>
                <a:latin typeface="+mn-lt"/>
              </a:rPr>
              <a:t>1. Machine Translation</a:t>
            </a:r>
          </a:p>
          <a:p>
            <a:pPr algn="l"/>
            <a:r>
              <a:rPr lang="en-IN" sz="800" b="1" i="0" dirty="0">
                <a:solidFill>
                  <a:srgbClr val="292929"/>
                </a:solidFill>
                <a:effectLst/>
                <a:latin typeface="+mn-lt"/>
              </a:rPr>
              <a:t>Machine translation</a:t>
            </a:r>
            <a:r>
              <a:rPr lang="en-IN" sz="800" b="0" i="0" dirty="0">
                <a:solidFill>
                  <a:srgbClr val="292929"/>
                </a:solidFill>
                <a:effectLst/>
                <a:latin typeface="+mn-lt"/>
              </a:rPr>
              <a:t> (MT) refers to the </a:t>
            </a:r>
            <a:r>
              <a:rPr lang="en-IN" sz="800" b="1" i="0" dirty="0">
                <a:solidFill>
                  <a:srgbClr val="292929"/>
                </a:solidFill>
                <a:effectLst/>
                <a:latin typeface="+mn-lt"/>
              </a:rPr>
              <a:t>automatic translation</a:t>
            </a:r>
            <a:r>
              <a:rPr lang="en-IN" sz="800" b="0" i="0" dirty="0">
                <a:solidFill>
                  <a:srgbClr val="292929"/>
                </a:solidFill>
                <a:effectLst/>
                <a:latin typeface="+mn-lt"/>
              </a:rPr>
              <a:t> of a segment of text from one language to another.</a:t>
            </a:r>
          </a:p>
          <a:p>
            <a:pPr algn="l"/>
            <a:endParaRPr lang="en-IN" sz="800" b="0" i="0" dirty="0">
              <a:solidFill>
                <a:srgbClr val="292929"/>
              </a:solidFill>
              <a:effectLst/>
              <a:latin typeface="+mn-lt"/>
            </a:endParaRPr>
          </a:p>
          <a:p>
            <a:pPr algn="l"/>
            <a:r>
              <a:rPr lang="en-IN" sz="800" b="1" i="0" dirty="0">
                <a:solidFill>
                  <a:srgbClr val="292929"/>
                </a:solidFill>
                <a:effectLst/>
                <a:latin typeface="sohne"/>
              </a:rPr>
              <a:t>2. Speech Recognition</a:t>
            </a:r>
          </a:p>
          <a:p>
            <a:pPr algn="l"/>
            <a:r>
              <a:rPr lang="en-IN" sz="800" b="0" i="0" dirty="0">
                <a:solidFill>
                  <a:srgbClr val="292929"/>
                </a:solidFill>
                <a:effectLst/>
                <a:latin typeface="source-serif-pro"/>
              </a:rPr>
              <a:t>We are all familiar with </a:t>
            </a:r>
            <a:r>
              <a:rPr lang="en-IN" sz="800" b="1" i="0" dirty="0">
                <a:solidFill>
                  <a:srgbClr val="292929"/>
                </a:solidFill>
                <a:effectLst/>
                <a:latin typeface="source-serif-pro"/>
              </a:rPr>
              <a:t>Google Assistant</a:t>
            </a:r>
            <a:r>
              <a:rPr lang="en-IN" sz="800" b="0" i="0" dirty="0">
                <a:solidFill>
                  <a:srgbClr val="292929"/>
                </a:solidFill>
                <a:effectLst/>
                <a:latin typeface="source-serif-pro"/>
              </a:rPr>
              <a:t>, </a:t>
            </a:r>
            <a:r>
              <a:rPr lang="en-IN" sz="800" b="1" i="0" dirty="0">
                <a:solidFill>
                  <a:srgbClr val="292929"/>
                </a:solidFill>
                <a:effectLst/>
                <a:latin typeface="source-serif-pro"/>
              </a:rPr>
              <a:t>Apple’s Siri</a:t>
            </a:r>
            <a:r>
              <a:rPr lang="en-IN" sz="800" b="0" i="0" dirty="0">
                <a:solidFill>
                  <a:srgbClr val="292929"/>
                </a:solidFill>
                <a:effectLst/>
                <a:latin typeface="source-serif-pro"/>
              </a:rPr>
              <a:t>, </a:t>
            </a:r>
            <a:r>
              <a:rPr lang="en-IN" sz="800" b="1" i="0" dirty="0">
                <a:solidFill>
                  <a:srgbClr val="292929"/>
                </a:solidFill>
                <a:effectLst/>
                <a:latin typeface="source-serif-pro"/>
              </a:rPr>
              <a:t>Amazon’s Alexa</a:t>
            </a:r>
            <a:r>
              <a:rPr lang="en-IN" sz="800" b="0" i="0" dirty="0">
                <a:solidFill>
                  <a:srgbClr val="292929"/>
                </a:solidFill>
                <a:effectLst/>
                <a:latin typeface="source-serif-pro"/>
              </a:rPr>
              <a:t>, and </a:t>
            </a:r>
            <a:r>
              <a:rPr lang="en-IN" sz="800" b="1" i="0" dirty="0">
                <a:solidFill>
                  <a:srgbClr val="292929"/>
                </a:solidFill>
                <a:effectLst/>
                <a:latin typeface="source-serif-pro"/>
              </a:rPr>
              <a:t>Microsoft’s Cortana</a:t>
            </a:r>
            <a:r>
              <a:rPr lang="en-IN" sz="800" b="0" i="0" dirty="0">
                <a:solidFill>
                  <a:srgbClr val="292929"/>
                </a:solidFill>
                <a:effectLst/>
                <a:latin typeface="source-serif-pro"/>
              </a:rPr>
              <a:t>, and so on. all those virtual assistants AI technologies are built based on </a:t>
            </a:r>
            <a:r>
              <a:rPr lang="en-IN" sz="800" b="1" i="0" dirty="0">
                <a:solidFill>
                  <a:srgbClr val="292929"/>
                </a:solidFill>
                <a:effectLst/>
                <a:latin typeface="source-serif-pro"/>
              </a:rPr>
              <a:t>Automatic Speech Recognition (ASR)</a:t>
            </a:r>
            <a:r>
              <a:rPr lang="en-IN" sz="800" b="0" i="0" dirty="0">
                <a:solidFill>
                  <a:srgbClr val="292929"/>
                </a:solidFill>
                <a:effectLst/>
                <a:latin typeface="source-serif-pro"/>
              </a:rPr>
              <a:t> and </a:t>
            </a:r>
            <a:r>
              <a:rPr lang="en-IN" sz="800" b="1" i="0" dirty="0">
                <a:solidFill>
                  <a:srgbClr val="292929"/>
                </a:solidFill>
                <a:effectLst/>
                <a:latin typeface="source-serif-pro"/>
              </a:rPr>
              <a:t>Natural Language Understanding (NLU)</a:t>
            </a:r>
            <a:r>
              <a:rPr lang="en-IN" sz="800" b="0" i="0" dirty="0">
                <a:solidFill>
                  <a:srgbClr val="292929"/>
                </a:solidFill>
                <a:effectLst/>
                <a:latin typeface="source-serif-pro"/>
              </a:rPr>
              <a:t>, a procedure of converting speech into words, sounds, and ideas.</a:t>
            </a:r>
          </a:p>
          <a:p>
            <a:pPr algn="l"/>
            <a:r>
              <a:rPr lang="en-IN" sz="800" b="0" i="0" dirty="0">
                <a:solidFill>
                  <a:srgbClr val="292929"/>
                </a:solidFill>
                <a:effectLst/>
                <a:latin typeface="source-serif-pro"/>
              </a:rPr>
              <a:t>So </a:t>
            </a:r>
            <a:r>
              <a:rPr lang="en-IN" sz="800" b="1" i="0" dirty="0">
                <a:solidFill>
                  <a:srgbClr val="292929"/>
                </a:solidFill>
                <a:effectLst/>
                <a:latin typeface="source-serif-pro"/>
              </a:rPr>
              <a:t>speech recognition</a:t>
            </a:r>
            <a:r>
              <a:rPr lang="en-IN" sz="800" b="0" i="0" dirty="0">
                <a:solidFill>
                  <a:srgbClr val="292929"/>
                </a:solidFill>
                <a:effectLst/>
                <a:latin typeface="source-serif-pro"/>
              </a:rPr>
              <a:t> is simply the ability of a software to </a:t>
            </a:r>
            <a:r>
              <a:rPr lang="en-IN" sz="800" b="1" i="0" dirty="0">
                <a:solidFill>
                  <a:srgbClr val="292929"/>
                </a:solidFill>
                <a:effectLst/>
                <a:latin typeface="source-serif-pro"/>
              </a:rPr>
              <a:t>recognize speech</a:t>
            </a:r>
            <a:r>
              <a:rPr lang="en-IN" sz="800" b="0" i="0" dirty="0">
                <a:solidFill>
                  <a:srgbClr val="292929"/>
                </a:solidFill>
                <a:effectLst/>
                <a:latin typeface="source-serif-pro"/>
              </a:rPr>
              <a:t>.</a:t>
            </a:r>
          </a:p>
          <a:p>
            <a:pPr algn="l"/>
            <a:endParaRPr lang="en-IN" sz="800" b="0" i="0" dirty="0">
              <a:solidFill>
                <a:srgbClr val="292929"/>
              </a:solidFill>
              <a:effectLst/>
              <a:latin typeface="source-serif-pro"/>
            </a:endParaRPr>
          </a:p>
          <a:p>
            <a:pPr algn="l"/>
            <a:r>
              <a:rPr lang="en-IN" sz="800" b="1" i="0" dirty="0">
                <a:solidFill>
                  <a:srgbClr val="292929"/>
                </a:solidFill>
                <a:effectLst/>
                <a:latin typeface="sohne"/>
              </a:rPr>
              <a:t>3. Sentiment Analysis</a:t>
            </a:r>
          </a:p>
          <a:p>
            <a:pPr algn="l"/>
            <a:r>
              <a:rPr lang="en-IN" sz="800" b="1" i="0" dirty="0">
                <a:solidFill>
                  <a:srgbClr val="292929"/>
                </a:solidFill>
                <a:effectLst/>
                <a:latin typeface="source-serif-pro"/>
              </a:rPr>
              <a:t>Sentiment Analysis</a:t>
            </a:r>
            <a:r>
              <a:rPr lang="en-IN" sz="800" b="0" i="0" dirty="0">
                <a:solidFill>
                  <a:srgbClr val="292929"/>
                </a:solidFill>
                <a:effectLst/>
                <a:latin typeface="source-serif-pro"/>
              </a:rPr>
              <a:t> (also known as </a:t>
            </a:r>
            <a:r>
              <a:rPr lang="en-IN" sz="800" b="1" i="0" dirty="0">
                <a:solidFill>
                  <a:srgbClr val="292929"/>
                </a:solidFill>
                <a:effectLst/>
                <a:latin typeface="source-serif-pro"/>
              </a:rPr>
              <a:t>opinion mining</a:t>
            </a:r>
            <a:r>
              <a:rPr lang="en-IN" sz="800" b="0" i="0" dirty="0">
                <a:solidFill>
                  <a:srgbClr val="292929"/>
                </a:solidFill>
                <a:effectLst/>
                <a:latin typeface="source-serif-pro"/>
              </a:rPr>
              <a:t> or </a:t>
            </a:r>
            <a:r>
              <a:rPr lang="en-IN" sz="800" b="1" i="0" dirty="0">
                <a:solidFill>
                  <a:srgbClr val="292929"/>
                </a:solidFill>
                <a:effectLst/>
                <a:latin typeface="source-serif-pro"/>
              </a:rPr>
              <a:t>emotion AI</a:t>
            </a:r>
            <a:r>
              <a:rPr lang="en-IN" sz="800" b="0" i="0" dirty="0">
                <a:solidFill>
                  <a:srgbClr val="292929"/>
                </a:solidFill>
                <a:effectLst/>
                <a:latin typeface="source-serif-pro"/>
              </a:rPr>
              <a:t>) is an interesting type of data mining that measures the inclination of people’s opinions.</a:t>
            </a:r>
          </a:p>
          <a:p>
            <a:pPr algn="l"/>
            <a:endParaRPr lang="en-IN" sz="800" b="0" i="0" dirty="0">
              <a:solidFill>
                <a:srgbClr val="292929"/>
              </a:solidFill>
              <a:effectLst/>
              <a:latin typeface="source-serif-pro"/>
            </a:endParaRPr>
          </a:p>
          <a:p>
            <a:pPr algn="l"/>
            <a:r>
              <a:rPr lang="en-IN" sz="800" b="1" i="0" dirty="0">
                <a:solidFill>
                  <a:srgbClr val="292929"/>
                </a:solidFill>
                <a:effectLst/>
                <a:latin typeface="sohne"/>
              </a:rPr>
              <a:t>4. Text Classification</a:t>
            </a:r>
          </a:p>
          <a:p>
            <a:pPr algn="l"/>
            <a:r>
              <a:rPr lang="en-IN" sz="800" b="1" i="0" dirty="0">
                <a:solidFill>
                  <a:srgbClr val="292929"/>
                </a:solidFill>
                <a:effectLst/>
                <a:latin typeface="source-serif-pro"/>
              </a:rPr>
              <a:t>Text classification</a:t>
            </a:r>
            <a:r>
              <a:rPr lang="en-IN" sz="800" b="0" i="0" dirty="0">
                <a:solidFill>
                  <a:srgbClr val="292929"/>
                </a:solidFill>
                <a:effectLst/>
                <a:latin typeface="source-serif-pro"/>
              </a:rPr>
              <a:t> also known as </a:t>
            </a:r>
            <a:r>
              <a:rPr lang="en-IN" sz="800" b="1" i="1" dirty="0">
                <a:solidFill>
                  <a:srgbClr val="292929"/>
                </a:solidFill>
                <a:effectLst/>
                <a:latin typeface="source-serif-pro"/>
              </a:rPr>
              <a:t>text tagging</a:t>
            </a:r>
            <a:r>
              <a:rPr lang="en-IN" sz="800" b="0" i="0" dirty="0">
                <a:solidFill>
                  <a:srgbClr val="292929"/>
                </a:solidFill>
                <a:effectLst/>
                <a:latin typeface="source-serif-pro"/>
              </a:rPr>
              <a:t> or </a:t>
            </a:r>
            <a:r>
              <a:rPr lang="en-IN" sz="800" b="1" i="1" dirty="0">
                <a:solidFill>
                  <a:srgbClr val="292929"/>
                </a:solidFill>
                <a:effectLst/>
                <a:latin typeface="source-serif-pro"/>
              </a:rPr>
              <a:t>text categorization</a:t>
            </a:r>
            <a:r>
              <a:rPr lang="en-IN" sz="800" b="0" i="0" dirty="0">
                <a:solidFill>
                  <a:srgbClr val="292929"/>
                </a:solidFill>
                <a:effectLst/>
                <a:latin typeface="source-serif-pro"/>
              </a:rPr>
              <a:t> is the process of assigning a set of predefined categories to free-text or categorizing text into organized groups. </a:t>
            </a:r>
          </a:p>
          <a:p>
            <a:pPr algn="l"/>
            <a:r>
              <a:rPr lang="en-IN" sz="800" b="0" i="0" dirty="0">
                <a:solidFill>
                  <a:srgbClr val="292929"/>
                </a:solidFill>
                <a:effectLst/>
                <a:latin typeface="source-serif-pro"/>
              </a:rPr>
              <a:t>There are many interesting applications for text classification such as </a:t>
            </a:r>
            <a:r>
              <a:rPr lang="en-IN" sz="800" b="1" i="0" dirty="0">
                <a:solidFill>
                  <a:srgbClr val="292929"/>
                </a:solidFill>
                <a:effectLst/>
                <a:latin typeface="source-serif-pro"/>
              </a:rPr>
              <a:t>spam detection</a:t>
            </a:r>
            <a:r>
              <a:rPr lang="en-IN" sz="800" b="0" i="0" dirty="0">
                <a:solidFill>
                  <a:srgbClr val="292929"/>
                </a:solidFill>
                <a:effectLst/>
                <a:latin typeface="source-serif-pro"/>
              </a:rPr>
              <a:t>, </a:t>
            </a:r>
            <a:r>
              <a:rPr lang="en-IN" sz="800" b="1" i="0" dirty="0">
                <a:solidFill>
                  <a:srgbClr val="292929"/>
                </a:solidFill>
                <a:effectLst/>
                <a:latin typeface="source-serif-pro"/>
              </a:rPr>
              <a:t>email routing</a:t>
            </a:r>
            <a:r>
              <a:rPr lang="en-IN" sz="800" b="0" i="0" dirty="0">
                <a:solidFill>
                  <a:srgbClr val="292929"/>
                </a:solidFill>
                <a:effectLst/>
                <a:latin typeface="source-serif-pro"/>
              </a:rPr>
              <a:t> and </a:t>
            </a:r>
            <a:r>
              <a:rPr lang="en-IN" sz="800" b="1" i="0" dirty="0">
                <a:solidFill>
                  <a:srgbClr val="292929"/>
                </a:solidFill>
                <a:effectLst/>
                <a:latin typeface="source-serif-pro"/>
              </a:rPr>
              <a:t>sentiment analysis</a:t>
            </a:r>
            <a:r>
              <a:rPr lang="en-IN" sz="800" b="0" i="0" dirty="0">
                <a:solidFill>
                  <a:srgbClr val="292929"/>
                </a:solidFill>
                <a:effectLst/>
                <a:latin typeface="source-serif-pro"/>
              </a:rPr>
              <a:t> etc…</a:t>
            </a:r>
          </a:p>
          <a:p>
            <a:pPr algn="l"/>
            <a:endParaRPr lang="en-IN" sz="800" b="0" i="0" dirty="0">
              <a:solidFill>
                <a:srgbClr val="292929"/>
              </a:solidFill>
              <a:effectLst/>
              <a:latin typeface="source-serif-pro"/>
            </a:endParaRPr>
          </a:p>
          <a:p>
            <a:pPr algn="l"/>
            <a:r>
              <a:rPr lang="en-IN" sz="800" b="1" i="0" dirty="0">
                <a:solidFill>
                  <a:srgbClr val="292929"/>
                </a:solidFill>
                <a:effectLst/>
                <a:latin typeface="sohne"/>
              </a:rPr>
              <a:t>5. Chatbots</a:t>
            </a:r>
          </a:p>
          <a:p>
            <a:pPr algn="l"/>
            <a:r>
              <a:rPr lang="en-IN" sz="800" b="1" i="0" dirty="0">
                <a:solidFill>
                  <a:srgbClr val="292929"/>
                </a:solidFill>
                <a:effectLst/>
                <a:latin typeface="source-serif-pro"/>
              </a:rPr>
              <a:t>Chatbots </a:t>
            </a:r>
            <a:r>
              <a:rPr lang="en-IN" sz="800" b="0" i="0" dirty="0">
                <a:solidFill>
                  <a:srgbClr val="292929"/>
                </a:solidFill>
                <a:effectLst/>
                <a:latin typeface="source-serif-pro"/>
              </a:rPr>
              <a:t>are applications that interact with users, usually over text, via websites or integrated into other platforms to ensure that customers get answers to their questions or find what they’re looking for, in real time.</a:t>
            </a:r>
          </a:p>
          <a:p>
            <a:pPr algn="l"/>
            <a:r>
              <a:rPr lang="en-IN" sz="800" b="0" i="0" dirty="0">
                <a:solidFill>
                  <a:srgbClr val="292929"/>
                </a:solidFill>
                <a:effectLst/>
                <a:latin typeface="source-serif-pro"/>
              </a:rPr>
              <a:t>The importance of NLP for a chatbot application is in making the customer feel understood in real time. </a:t>
            </a:r>
          </a:p>
          <a:p>
            <a:pPr algn="l"/>
            <a:endParaRPr lang="en-IN" sz="800" b="0" i="0" dirty="0">
              <a:solidFill>
                <a:srgbClr val="292929"/>
              </a:solidFill>
              <a:effectLst/>
              <a:latin typeface="source-serif-pro"/>
            </a:endParaRPr>
          </a:p>
          <a:p>
            <a:pPr algn="l"/>
            <a:r>
              <a:rPr lang="en-IN" sz="800" b="1" i="0" dirty="0">
                <a:solidFill>
                  <a:srgbClr val="292929"/>
                </a:solidFill>
                <a:effectLst/>
                <a:latin typeface="sohne"/>
              </a:rPr>
              <a:t>6. Automatic Summarization</a:t>
            </a:r>
          </a:p>
          <a:p>
            <a:pPr algn="l"/>
            <a:r>
              <a:rPr lang="en-IN" sz="800" b="1" i="0" dirty="0">
                <a:solidFill>
                  <a:srgbClr val="292929"/>
                </a:solidFill>
                <a:effectLst/>
                <a:latin typeface="source-serif-pro"/>
              </a:rPr>
              <a:t>Automatic Summarization</a:t>
            </a:r>
            <a:r>
              <a:rPr lang="en-IN" sz="800" b="0" i="0" dirty="0">
                <a:solidFill>
                  <a:srgbClr val="292929"/>
                </a:solidFill>
                <a:effectLst/>
                <a:latin typeface="source-serif-pro"/>
              </a:rPr>
              <a:t> or </a:t>
            </a:r>
            <a:r>
              <a:rPr lang="en-IN" sz="800" b="1" i="0" dirty="0">
                <a:solidFill>
                  <a:srgbClr val="292929"/>
                </a:solidFill>
                <a:effectLst/>
                <a:latin typeface="source-serif-pro"/>
              </a:rPr>
              <a:t>Text summarization</a:t>
            </a:r>
            <a:r>
              <a:rPr lang="en-IN" sz="800" b="0" i="0" dirty="0">
                <a:solidFill>
                  <a:srgbClr val="292929"/>
                </a:solidFill>
                <a:effectLst/>
                <a:latin typeface="source-serif-pro"/>
              </a:rPr>
              <a:t> is the technique for generating a concise, meaningful and precise summary of voluminous texts (such as books, news articles, blog posts, research papers, emails, and tweets) while focusing on the sections that convey useful information, and without losing the overall meaning.</a:t>
            </a:r>
          </a:p>
          <a:p>
            <a:pPr algn="l"/>
            <a:endParaRPr lang="en-IN" sz="800" b="0" i="0" dirty="0">
              <a:solidFill>
                <a:srgbClr val="292929"/>
              </a:solidFill>
              <a:effectLst/>
              <a:latin typeface="source-serif-pro"/>
            </a:endParaRPr>
          </a:p>
          <a:p>
            <a:pPr algn="l"/>
            <a:r>
              <a:rPr lang="en-IN" sz="800" b="1" i="0" dirty="0">
                <a:solidFill>
                  <a:srgbClr val="292929"/>
                </a:solidFill>
                <a:effectLst/>
                <a:latin typeface="sohne"/>
              </a:rPr>
              <a:t>7. Spell Checking</a:t>
            </a:r>
          </a:p>
          <a:p>
            <a:pPr algn="l"/>
            <a:r>
              <a:rPr lang="en-IN" sz="800" b="0" i="0" dirty="0">
                <a:solidFill>
                  <a:srgbClr val="292929"/>
                </a:solidFill>
                <a:effectLst/>
                <a:latin typeface="source-serif-pro"/>
              </a:rPr>
              <a:t>A </a:t>
            </a:r>
            <a:r>
              <a:rPr lang="en-IN" sz="800" b="1" i="0" dirty="0">
                <a:solidFill>
                  <a:srgbClr val="292929"/>
                </a:solidFill>
                <a:effectLst/>
                <a:latin typeface="source-serif-pro"/>
              </a:rPr>
              <a:t>spell checker</a:t>
            </a:r>
            <a:r>
              <a:rPr lang="en-IN" sz="800" b="0" i="0" dirty="0">
                <a:solidFill>
                  <a:srgbClr val="292929"/>
                </a:solidFill>
                <a:effectLst/>
                <a:latin typeface="source-serif-pro"/>
              </a:rPr>
              <a:t> or spell corrector is a technique which identifies the incorrect or misspelled words in a block of text and replaces them with the best possible combination of correct words.</a:t>
            </a:r>
          </a:p>
          <a:p>
            <a:pPr algn="l"/>
            <a:r>
              <a:rPr lang="en-IN" sz="800" b="0" i="0" dirty="0">
                <a:solidFill>
                  <a:srgbClr val="292929"/>
                </a:solidFill>
                <a:effectLst/>
                <a:latin typeface="source-serif-pro"/>
              </a:rPr>
              <a:t>Spell checking is one of the applications of Natural Language Processing that impacts billions of users daily, and most text editors (like Microsoft Word for example) or even search engines let users check if their text contains spelling mistakes.</a:t>
            </a:r>
          </a:p>
          <a:p>
            <a:pPr algn="l"/>
            <a:endParaRPr lang="en-IN" sz="800" b="0" i="0" dirty="0">
              <a:solidFill>
                <a:srgbClr val="292929"/>
              </a:solidFill>
              <a:effectLst/>
              <a:latin typeface="+mn-lt"/>
            </a:endParaRPr>
          </a:p>
          <a:p>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5</a:t>
            </a:fld>
            <a:endParaRPr lang="en-GB" dirty="0"/>
          </a:p>
        </p:txBody>
      </p:sp>
    </p:spTree>
    <p:extLst>
      <p:ext uri="{BB962C8B-B14F-4D97-AF65-F5344CB8AC3E}">
        <p14:creationId xmlns:p14="http://schemas.microsoft.com/office/powerpoint/2010/main" val="2626226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IN" b="1" i="0" dirty="0">
                <a:solidFill>
                  <a:srgbClr val="292929"/>
                </a:solidFill>
                <a:effectLst/>
                <a:latin typeface="sohne"/>
              </a:rPr>
              <a:t>1. Natural Language Understanding (NLU)</a:t>
            </a:r>
          </a:p>
          <a:p>
            <a:pPr algn="l"/>
            <a:r>
              <a:rPr lang="en-IN" b="1" i="0" dirty="0">
                <a:solidFill>
                  <a:srgbClr val="292929"/>
                </a:solidFill>
                <a:effectLst/>
                <a:latin typeface="source-serif-pro"/>
              </a:rPr>
              <a:t>NLU </a:t>
            </a:r>
            <a:r>
              <a:rPr lang="en-IN" b="0" i="0" dirty="0">
                <a:solidFill>
                  <a:srgbClr val="292929"/>
                </a:solidFill>
                <a:effectLst/>
                <a:latin typeface="source-serif-pro"/>
              </a:rPr>
              <a:t>or </a:t>
            </a:r>
            <a:r>
              <a:rPr lang="en-IN" b="1" i="0" dirty="0">
                <a:solidFill>
                  <a:srgbClr val="292929"/>
                </a:solidFill>
                <a:effectLst/>
                <a:latin typeface="source-serif-pro"/>
              </a:rPr>
              <a:t>Natural Language Understanding</a:t>
            </a:r>
            <a:r>
              <a:rPr lang="en-IN" b="0" i="0" dirty="0">
                <a:solidFill>
                  <a:srgbClr val="292929"/>
                </a:solidFill>
                <a:effectLst/>
                <a:latin typeface="source-serif-pro"/>
              </a:rPr>
              <a:t> is a subset of NLP that is responsible for the semantic parsing and analysis, entities extracting…etc. NLU tries to structure the input data to understand the meaning behind written text.</a:t>
            </a:r>
          </a:p>
          <a:p>
            <a:r>
              <a:rPr lang="en-IN" b="0" i="0" dirty="0">
                <a:solidFill>
                  <a:srgbClr val="292929"/>
                </a:solidFill>
                <a:effectLst/>
                <a:latin typeface="source-serif-pro"/>
              </a:rPr>
              <a:t>For example after having the speech recognition software convert speech into text, The NLU system comes into the picture to decipher its meaning. </a:t>
            </a:r>
          </a:p>
          <a:p>
            <a:endParaRPr lang="en-IN" b="0" i="0" dirty="0">
              <a:solidFill>
                <a:srgbClr val="292929"/>
              </a:solidFill>
              <a:effectLst/>
              <a:latin typeface="source-serif-pro"/>
            </a:endParaRPr>
          </a:p>
          <a:p>
            <a:pPr algn="l"/>
            <a:r>
              <a:rPr lang="en-IN" b="1" i="0" dirty="0">
                <a:solidFill>
                  <a:srgbClr val="292929"/>
                </a:solidFill>
                <a:effectLst/>
                <a:latin typeface="sohne"/>
              </a:rPr>
              <a:t>2. Natural Language Generation (NLG)</a:t>
            </a:r>
          </a:p>
          <a:p>
            <a:pPr algn="l"/>
            <a:r>
              <a:rPr lang="en-IN" b="1" i="0" dirty="0">
                <a:solidFill>
                  <a:srgbClr val="292929"/>
                </a:solidFill>
                <a:effectLst/>
                <a:latin typeface="source-serif-pro"/>
              </a:rPr>
              <a:t>NLG </a:t>
            </a:r>
            <a:r>
              <a:rPr lang="en-IN" b="0" i="0" dirty="0">
                <a:solidFill>
                  <a:srgbClr val="292929"/>
                </a:solidFill>
                <a:effectLst/>
                <a:latin typeface="source-serif-pro"/>
              </a:rPr>
              <a:t>or </a:t>
            </a:r>
            <a:r>
              <a:rPr lang="en-IN" b="1" i="0" dirty="0">
                <a:solidFill>
                  <a:srgbClr val="292929"/>
                </a:solidFill>
                <a:effectLst/>
                <a:latin typeface="source-serif-pro"/>
              </a:rPr>
              <a:t>Natural Language Generation</a:t>
            </a:r>
            <a:r>
              <a:rPr lang="en-IN" b="0" i="0" dirty="0">
                <a:solidFill>
                  <a:srgbClr val="292929"/>
                </a:solidFill>
                <a:effectLst/>
                <a:latin typeface="source-serif-pro"/>
              </a:rPr>
              <a:t> is the step when the machine tries to transform the structured (from NLU) data into human-readable language, so NLG does exactly the opposite of NLU.</a:t>
            </a:r>
          </a:p>
          <a:p>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6</a:t>
            </a:fld>
            <a:endParaRPr lang="en-GB" dirty="0"/>
          </a:p>
        </p:txBody>
      </p:sp>
    </p:spTree>
    <p:extLst>
      <p:ext uri="{BB962C8B-B14F-4D97-AF65-F5344CB8AC3E}">
        <p14:creationId xmlns:p14="http://schemas.microsoft.com/office/powerpoint/2010/main" val="4120791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IN" b="1" i="0" dirty="0">
                <a:solidFill>
                  <a:srgbClr val="333333"/>
                </a:solidFill>
                <a:effectLst/>
                <a:latin typeface="inter-bold"/>
              </a:rPr>
              <a:t>b. Example:</a:t>
            </a:r>
            <a:r>
              <a:rPr lang="en-IN" b="0" i="0" dirty="0">
                <a:solidFill>
                  <a:srgbClr val="333333"/>
                </a:solidFill>
                <a:effectLst/>
                <a:latin typeface="inter-regular"/>
              </a:rPr>
              <a:t> Agra goes to the Poonam</a:t>
            </a:r>
          </a:p>
          <a:p>
            <a:r>
              <a:rPr lang="en-IN" b="0" i="0" dirty="0">
                <a:solidFill>
                  <a:srgbClr val="333333"/>
                </a:solidFill>
                <a:effectLst/>
                <a:latin typeface="inter-regular"/>
              </a:rPr>
              <a:t>In the real world, Agra goes to the Poonam, does not make any sense, so this sentence is rejected by the Syntactic </a:t>
            </a:r>
            <a:r>
              <a:rPr lang="en-IN" b="0" i="0" dirty="0" err="1">
                <a:solidFill>
                  <a:srgbClr val="333333"/>
                </a:solidFill>
                <a:effectLst/>
                <a:latin typeface="inter-regular"/>
              </a:rPr>
              <a:t>analyzer</a:t>
            </a:r>
            <a:r>
              <a:rPr lang="en-IN" b="0" i="0" dirty="0">
                <a:solidFill>
                  <a:srgbClr val="333333"/>
                </a:solidFill>
                <a:effectLst/>
                <a:latin typeface="inter-regular"/>
              </a:rPr>
              <a:t>.</a:t>
            </a:r>
          </a:p>
          <a:p>
            <a:endParaRPr lang="en-IN" b="0" i="0" dirty="0">
              <a:solidFill>
                <a:srgbClr val="333333"/>
              </a:solidFill>
              <a:effectLst/>
              <a:latin typeface="inter-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i="0" dirty="0">
                <a:solidFill>
                  <a:schemeClr val="bg1"/>
                </a:solidFill>
                <a:effectLst/>
                <a:latin typeface="EYInterstate Light" panose="02000506000000020004" pitchFamily="2" charset="0"/>
              </a:rPr>
              <a:t>c .Sentences such as “hot ice-cream” do not pass.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dirty="0">
              <a:solidFill>
                <a:schemeClr val="bg1"/>
              </a:solidFill>
              <a:effectLst/>
              <a:latin typeface="EYInterstate Light" panose="02000506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i="0" dirty="0">
                <a:solidFill>
                  <a:schemeClr val="bg1"/>
                </a:solidFill>
                <a:effectLst/>
                <a:latin typeface="EYInterstate Light" panose="02000506000000020004" pitchFamily="2" charset="0"/>
              </a:rPr>
              <a:t>d. For example: “He works at Google.” In this sentence, “he” must be referenced in the sentence before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dirty="0">
              <a:solidFill>
                <a:schemeClr val="bg1"/>
              </a:solidFill>
              <a:effectLst/>
              <a:latin typeface="EYInterstate Light" panose="02000506000000020004" pitchFamily="2" charset="0"/>
            </a:endParaRPr>
          </a:p>
          <a:p>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8</a:t>
            </a:fld>
            <a:endParaRPr lang="en-GB" dirty="0"/>
          </a:p>
        </p:txBody>
      </p:sp>
    </p:spTree>
    <p:extLst>
      <p:ext uri="{BB962C8B-B14F-4D97-AF65-F5344CB8AC3E}">
        <p14:creationId xmlns:p14="http://schemas.microsoft.com/office/powerpoint/2010/main" val="4057453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are basic building blocks of a doc object. Everything that help us understand the meaning of the text is derived from tokens and their relationship to one another.</a:t>
            </a:r>
          </a:p>
          <a:p>
            <a:endParaRPr lang="en-US" dirty="0"/>
          </a:p>
          <a:p>
            <a:pPr algn="l"/>
            <a:r>
              <a:rPr lang="en-IN" b="0" i="0" u="sng" dirty="0" err="1">
                <a:solidFill>
                  <a:srgbClr val="401B9C"/>
                </a:solidFill>
                <a:effectLst/>
                <a:latin typeface="udemy sans"/>
              </a:rPr>
              <a:t>prefix,</a:t>
            </a:r>
            <a:r>
              <a:rPr lang="en-IN" b="0" i="0" dirty="0" err="1">
                <a:solidFill>
                  <a:srgbClr val="1C1D1F"/>
                </a:solidFill>
                <a:effectLst/>
                <a:latin typeface="udemy sans"/>
              </a:rPr>
              <a:t>those</a:t>
            </a:r>
            <a:r>
              <a:rPr lang="en-IN" b="0" i="0" dirty="0">
                <a:solidFill>
                  <a:srgbClr val="1C1D1F"/>
                </a:solidFill>
                <a:effectLst/>
                <a:latin typeface="udemy sans"/>
              </a:rPr>
              <a:t> were the characters at the beginning.</a:t>
            </a:r>
          </a:p>
          <a:p>
            <a:pPr algn="l"/>
            <a:endParaRPr lang="en-IN" b="0" i="0" dirty="0">
              <a:solidFill>
                <a:srgbClr val="1C1D1F"/>
              </a:solidFill>
              <a:effectLst/>
              <a:latin typeface="udemy sans"/>
            </a:endParaRPr>
          </a:p>
          <a:p>
            <a:pPr algn="l"/>
            <a:r>
              <a:rPr lang="en-IN" b="0" i="0" dirty="0">
                <a:solidFill>
                  <a:srgbClr val="1C1D1F"/>
                </a:solidFill>
                <a:effectLst/>
                <a:latin typeface="udemy sans"/>
              </a:rPr>
              <a:t>suffix, characters at the end.</a:t>
            </a:r>
          </a:p>
          <a:p>
            <a:pPr algn="l"/>
            <a:endParaRPr lang="en-IN" b="0" i="0" dirty="0">
              <a:solidFill>
                <a:srgbClr val="1C1D1F"/>
              </a:solidFill>
              <a:effectLst/>
              <a:latin typeface="udemy sans"/>
            </a:endParaRPr>
          </a:p>
          <a:p>
            <a:pPr algn="l"/>
            <a:r>
              <a:rPr lang="en-IN" b="0" i="0" dirty="0">
                <a:solidFill>
                  <a:srgbClr val="1C1D1F"/>
                </a:solidFill>
                <a:effectLst/>
                <a:latin typeface="udemy sans"/>
              </a:rPr>
              <a:t>infix, which are the characters in between</a:t>
            </a:r>
          </a:p>
          <a:p>
            <a:pPr algn="l"/>
            <a:r>
              <a:rPr lang="en-IN" b="0" i="0" dirty="0">
                <a:solidFill>
                  <a:srgbClr val="1C1D1F"/>
                </a:solidFill>
                <a:effectLst/>
                <a:latin typeface="udemy sans"/>
              </a:rPr>
              <a:t>the prefix and the suffix.</a:t>
            </a:r>
          </a:p>
          <a:p>
            <a:pPr algn="l"/>
            <a:endParaRPr lang="en-IN" b="0" i="0" dirty="0">
              <a:solidFill>
                <a:srgbClr val="1C1D1F"/>
              </a:solidFill>
              <a:effectLst/>
              <a:latin typeface="udemy sans"/>
            </a:endParaRPr>
          </a:p>
          <a:p>
            <a:pPr algn="l"/>
            <a:r>
              <a:rPr lang="en-IN" b="0" i="0" dirty="0">
                <a:solidFill>
                  <a:srgbClr val="1C1D1F"/>
                </a:solidFill>
                <a:effectLst/>
                <a:latin typeface="udemy sans"/>
              </a:rPr>
              <a:t>Exception which is a special case rule to split a string</a:t>
            </a:r>
          </a:p>
          <a:p>
            <a:pPr algn="l"/>
            <a:r>
              <a:rPr lang="en-IN" b="0" i="0" dirty="0">
                <a:solidFill>
                  <a:srgbClr val="1C1D1F"/>
                </a:solidFill>
                <a:effectLst/>
                <a:latin typeface="udemy sans"/>
              </a:rPr>
              <a:t>into several tokens or prevent a token</a:t>
            </a:r>
          </a:p>
          <a:p>
            <a:pPr algn="l"/>
            <a:r>
              <a:rPr lang="en-IN" b="0" i="0" dirty="0">
                <a:solidFill>
                  <a:srgbClr val="1C1D1F"/>
                </a:solidFill>
                <a:effectLst/>
                <a:latin typeface="udemy sans"/>
              </a:rPr>
              <a:t>from being split when punctuation rules are applied.</a:t>
            </a:r>
          </a:p>
          <a:p>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9</a:t>
            </a:fld>
            <a:endParaRPr lang="en-GB" dirty="0"/>
          </a:p>
        </p:txBody>
      </p:sp>
    </p:spTree>
    <p:extLst>
      <p:ext uri="{BB962C8B-B14F-4D97-AF65-F5344CB8AC3E}">
        <p14:creationId xmlns:p14="http://schemas.microsoft.com/office/powerpoint/2010/main" val="1349575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IN" b="0" i="0" dirty="0">
                <a:solidFill>
                  <a:srgbClr val="1C1D1F"/>
                </a:solidFill>
                <a:effectLst/>
                <a:latin typeface="udemy sans"/>
              </a:rPr>
              <a:t>Stemming works fairly well in most cases,</a:t>
            </a:r>
          </a:p>
          <a:p>
            <a:pPr algn="l"/>
            <a:r>
              <a:rPr lang="en-IN" b="0" i="0" dirty="0">
                <a:solidFill>
                  <a:srgbClr val="1C1D1F"/>
                </a:solidFill>
                <a:effectLst/>
                <a:latin typeface="udemy sans"/>
              </a:rPr>
              <a:t>but unfortunately, English has so many exceptions</a:t>
            </a:r>
          </a:p>
          <a:p>
            <a:pPr algn="l"/>
            <a:r>
              <a:rPr lang="en-IN" b="0" i="0" dirty="0">
                <a:solidFill>
                  <a:srgbClr val="1C1D1F"/>
                </a:solidFill>
                <a:effectLst/>
                <a:latin typeface="udemy sans"/>
              </a:rPr>
              <a:t>where a more sophisticated process is usually required.</a:t>
            </a:r>
          </a:p>
          <a:p>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10</a:t>
            </a:fld>
            <a:endParaRPr lang="en-GB" dirty="0"/>
          </a:p>
        </p:txBody>
      </p:sp>
    </p:spTree>
    <p:extLst>
      <p:ext uri="{BB962C8B-B14F-4D97-AF65-F5344CB8AC3E}">
        <p14:creationId xmlns:p14="http://schemas.microsoft.com/office/powerpoint/2010/main" val="7368558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6.emf"/><Relationship Id="rId4" Type="http://schemas.openxmlformats.org/officeDocument/2006/relationships/image" Target="../media/image5.w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2.wmf"/><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5.w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w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10361" y="5340096"/>
            <a:ext cx="987552" cy="1156968"/>
          </a:xfrm>
          <a:prstGeom prst="rect">
            <a:avLst/>
          </a:prstGeom>
        </p:spPr>
      </p:pic>
      <p:sp>
        <p:nvSpPr>
          <p:cNvPr id="7" name="Freeform 5"/>
          <p:cNvSpPr>
            <a:spLocks noChangeAspect="1"/>
          </p:cNvSpPr>
          <p:nvPr userDrawn="1"/>
        </p:nvSpPr>
        <p:spPr bwMode="gray">
          <a:xfrm rot="10800000">
            <a:off x="470054" y="457199"/>
            <a:ext cx="4507059" cy="3805316"/>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rgbClr val="FFE600"/>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Title 1"/>
          <p:cNvSpPr>
            <a:spLocks noGrp="1"/>
          </p:cNvSpPr>
          <p:nvPr>
            <p:ph type="ctrTitle" hasCustomPrompt="1"/>
          </p:nvPr>
        </p:nvSpPr>
        <p:spPr>
          <a:xfrm>
            <a:off x="687600" y="1476000"/>
            <a:ext cx="4064949" cy="860400"/>
          </a:xfrm>
        </p:spPr>
        <p:txBody>
          <a:bodyPr/>
          <a:lstStyle>
            <a:lvl1pPr>
              <a:defRPr sz="3000" b="0">
                <a:solidFill>
                  <a:srgbClr val="404040"/>
                </a:solidFill>
                <a:latin typeface="EYInterstate Light" panose="02000506000000020004" pitchFamily="2" charset="0"/>
                <a:cs typeface="Arial" pitchFamily="34" charset="0"/>
              </a:defRPr>
            </a:lvl1pPr>
          </a:lstStyle>
          <a:p>
            <a:r>
              <a:rPr lang="en-GB" dirty="0"/>
              <a:t>Title (EY Interstate Light 30 point)</a:t>
            </a:r>
          </a:p>
        </p:txBody>
      </p:sp>
      <p:sp>
        <p:nvSpPr>
          <p:cNvPr id="12" name="Subtitle 2"/>
          <p:cNvSpPr>
            <a:spLocks noGrp="1"/>
          </p:cNvSpPr>
          <p:nvPr>
            <p:ph type="subTitle" idx="1" hasCustomPrompt="1"/>
          </p:nvPr>
        </p:nvSpPr>
        <p:spPr>
          <a:xfrm>
            <a:off x="687600" y="2422800"/>
            <a:ext cx="4064949" cy="645742"/>
          </a:xfrm>
        </p:spPr>
        <p:txBody>
          <a:bodyPr/>
          <a:lstStyle>
            <a:lvl1pPr marL="0" marR="0" indent="0" algn="l" defTabSz="914400" rtl="0" eaLnBrk="1" fontAlgn="auto" latinLnBrk="0" hangingPunct="1">
              <a:lnSpc>
                <a:spcPct val="100000"/>
              </a:lnSpc>
              <a:spcBef>
                <a:spcPct val="20000"/>
              </a:spcBef>
              <a:spcAft>
                <a:spcPts val="1200"/>
              </a:spcAft>
              <a:buClr>
                <a:schemeClr val="accent2"/>
              </a:buClr>
              <a:buSzPct val="70000"/>
              <a:buFont typeface="Arial" pitchFamily="34" charset="0"/>
              <a:buNone/>
              <a:tabLst/>
              <a:defRPr sz="1600">
                <a:solidFill>
                  <a:srgbClr val="404040"/>
                </a:solidFill>
                <a:latin typeface="EYInterstate" panose="0200050302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z="1600" dirty="0"/>
              <a:t>Subtitle (EY Interstate 16 point)</a:t>
            </a:r>
          </a:p>
          <a:p>
            <a:pPr marL="0" marR="0" lvl="0" indent="0" algn="l" defTabSz="914400" rtl="0" eaLnBrk="1" fontAlgn="auto" latinLnBrk="0" hangingPunct="1">
              <a:lnSpc>
                <a:spcPct val="100000"/>
              </a:lnSpc>
              <a:spcBef>
                <a:spcPct val="20000"/>
              </a:spcBef>
              <a:spcAft>
                <a:spcPts val="0"/>
              </a:spcAft>
              <a:buClr>
                <a:schemeClr val="accent2"/>
              </a:buClr>
              <a:buSzPct val="70000"/>
              <a:buFont typeface="Arial" pitchFamily="34" charset="0"/>
              <a:buNone/>
              <a:tabLst/>
              <a:defRPr/>
            </a:pPr>
            <a:r>
              <a:rPr lang="en-GB" dirty="0">
                <a:latin typeface="EYInterstate" panose="02000503020000020004" pitchFamily="2" charset="0"/>
              </a:rPr>
              <a:t>XX Month 200X (EY Interstate bold 16 point)</a:t>
            </a:r>
          </a:p>
        </p:txBody>
      </p:sp>
    </p:spTree>
    <p:extLst>
      <p:ext uri="{BB962C8B-B14F-4D97-AF65-F5344CB8AC3E}">
        <p14:creationId xmlns:p14="http://schemas.microsoft.com/office/powerpoint/2010/main" val="200962289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_Cover">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93BD223-2224-476C-AB5C-300C248C1618}"/>
              </a:ext>
            </a:extLst>
          </p:cNvPr>
          <p:cNvCxnSpPr>
            <a:cxnSpLocks/>
          </p:cNvCxnSpPr>
          <p:nvPr/>
        </p:nvCxnSpPr>
        <p:spPr>
          <a:xfrm>
            <a:off x="999368" y="5709060"/>
            <a:ext cx="6088405" cy="0"/>
          </a:xfrm>
          <a:prstGeom prst="line">
            <a:avLst/>
          </a:prstGeom>
          <a:ln>
            <a:solidFill>
              <a:srgbClr val="82829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51B4C43-E5F8-400E-A971-58A3766B1BF0}"/>
              </a:ext>
            </a:extLst>
          </p:cNvPr>
          <p:cNvSpPr txBox="1"/>
          <p:nvPr/>
        </p:nvSpPr>
        <p:spPr>
          <a:xfrm>
            <a:off x="346308" y="5605201"/>
            <a:ext cx="783397" cy="197581"/>
          </a:xfrm>
          <a:prstGeom prst="rect">
            <a:avLst/>
          </a:prstGeom>
          <a:noFill/>
        </p:spPr>
        <p:txBody>
          <a:bodyPr wrap="square" lIns="0" tIns="0" rIns="0" bIns="0" rtlCol="0" anchor="ctr" anchorCtr="0">
            <a:noAutofit/>
          </a:bodyPr>
          <a:lstStyle/>
          <a:p>
            <a:r>
              <a:rPr lang="en-GB" sz="900" dirty="0">
                <a:solidFill>
                  <a:srgbClr val="828290"/>
                </a:solidFill>
                <a:latin typeface="EYInterstate Light" panose="02000506000000020004" pitchFamily="2" charset="0"/>
              </a:rPr>
              <a:t>Written by</a:t>
            </a:r>
          </a:p>
        </p:txBody>
      </p:sp>
      <p:sp>
        <p:nvSpPr>
          <p:cNvPr id="10" name="Text Placeholder 16">
            <a:extLst>
              <a:ext uri="{FF2B5EF4-FFF2-40B4-BE49-F238E27FC236}">
                <a16:creationId xmlns:a16="http://schemas.microsoft.com/office/drawing/2014/main" id="{A9465B6B-DFD4-4E0C-9ACE-E88CA2220464}"/>
              </a:ext>
            </a:extLst>
          </p:cNvPr>
          <p:cNvSpPr>
            <a:spLocks noGrp="1"/>
          </p:cNvSpPr>
          <p:nvPr>
            <p:ph type="body" sz="quarter" idx="14" hasCustomPrompt="1"/>
          </p:nvPr>
        </p:nvSpPr>
        <p:spPr>
          <a:xfrm>
            <a:off x="999368" y="6019189"/>
            <a:ext cx="2315750" cy="180000"/>
          </a:xfrm>
        </p:spPr>
        <p:txBody>
          <a:bodyPr/>
          <a:lstStyle>
            <a:lvl1pPr marL="0" indent="0">
              <a:buNone/>
              <a:defRPr sz="900">
                <a:solidFill>
                  <a:srgbClr val="FFE600"/>
                </a:solidFill>
              </a:defRPr>
            </a:lvl1pPr>
          </a:lstStyle>
          <a:p>
            <a:pPr lvl="0"/>
            <a:r>
              <a:rPr lang="en-US" dirty="0"/>
              <a:t>Name Surname</a:t>
            </a:r>
            <a:endParaRPr lang="en-GB" dirty="0"/>
          </a:p>
        </p:txBody>
      </p:sp>
      <p:sp>
        <p:nvSpPr>
          <p:cNvPr id="13" name="Text Placeholder 16">
            <a:extLst>
              <a:ext uri="{FF2B5EF4-FFF2-40B4-BE49-F238E27FC236}">
                <a16:creationId xmlns:a16="http://schemas.microsoft.com/office/drawing/2014/main" id="{A1F2ED22-5637-4AB8-ABD8-3693A6EA55FD}"/>
              </a:ext>
            </a:extLst>
          </p:cNvPr>
          <p:cNvSpPr>
            <a:spLocks noGrp="1"/>
          </p:cNvSpPr>
          <p:nvPr>
            <p:ph type="body" sz="quarter" idx="15" hasCustomPrompt="1"/>
          </p:nvPr>
        </p:nvSpPr>
        <p:spPr>
          <a:xfrm>
            <a:off x="999368" y="6216807"/>
            <a:ext cx="2315750" cy="180000"/>
          </a:xfrm>
        </p:spPr>
        <p:txBody>
          <a:bodyPr/>
          <a:lstStyle>
            <a:lvl1pPr marL="0" indent="0">
              <a:buNone/>
              <a:defRPr sz="900">
                <a:solidFill>
                  <a:schemeClr val="bg1"/>
                </a:solidFill>
              </a:defRPr>
            </a:lvl1pPr>
          </a:lstStyle>
          <a:p>
            <a:pPr lvl="0"/>
            <a:r>
              <a:rPr lang="en-US" dirty="0"/>
              <a:t>Job Title</a:t>
            </a:r>
            <a:endParaRPr lang="en-GB" dirty="0"/>
          </a:p>
        </p:txBody>
      </p:sp>
      <p:sp>
        <p:nvSpPr>
          <p:cNvPr id="14" name="Picture Placeholder 19">
            <a:extLst>
              <a:ext uri="{FF2B5EF4-FFF2-40B4-BE49-F238E27FC236}">
                <a16:creationId xmlns:a16="http://schemas.microsoft.com/office/drawing/2014/main" id="{29A5E1BC-8F6B-43EF-9FF6-8242E7708BDA}"/>
              </a:ext>
            </a:extLst>
          </p:cNvPr>
          <p:cNvSpPr>
            <a:spLocks noGrp="1"/>
          </p:cNvSpPr>
          <p:nvPr>
            <p:ph type="pic" sz="quarter" idx="16"/>
          </p:nvPr>
        </p:nvSpPr>
        <p:spPr>
          <a:xfrm>
            <a:off x="346306" y="5914642"/>
            <a:ext cx="576000" cy="576000"/>
          </a:xfrm>
          <a:prstGeom prst="ellipse">
            <a:avLst/>
          </a:prstGeom>
        </p:spPr>
        <p:txBody>
          <a:bodyPr anchor="ctr"/>
          <a:lstStyle>
            <a:lvl1pPr marL="0" indent="0" algn="ctr">
              <a:buNone/>
              <a:defRPr sz="675">
                <a:solidFill>
                  <a:schemeClr val="bg1"/>
                </a:solidFill>
              </a:defRPr>
            </a:lvl1pPr>
          </a:lstStyle>
          <a:p>
            <a:r>
              <a:rPr lang="en-GB"/>
              <a:t>Click icon to add picture</a:t>
            </a:r>
            <a:endParaRPr lang="en-GB" dirty="0"/>
          </a:p>
        </p:txBody>
      </p:sp>
      <p:pic>
        <p:nvPicPr>
          <p:cNvPr id="22" name="Picture 21">
            <a:extLst>
              <a:ext uri="{FF2B5EF4-FFF2-40B4-BE49-F238E27FC236}">
                <a16:creationId xmlns:a16="http://schemas.microsoft.com/office/drawing/2014/main" id="{B6661E04-62F9-49DE-9D93-2EA0C4C0A70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10361" y="5340096"/>
            <a:ext cx="987552" cy="1156968"/>
          </a:xfrm>
          <a:prstGeom prst="rect">
            <a:avLst/>
          </a:prstGeom>
        </p:spPr>
      </p:pic>
      <p:sp>
        <p:nvSpPr>
          <p:cNvPr id="16" name="Freeform 5">
            <a:extLst>
              <a:ext uri="{FF2B5EF4-FFF2-40B4-BE49-F238E27FC236}">
                <a16:creationId xmlns:a16="http://schemas.microsoft.com/office/drawing/2014/main" id="{017BE7DF-E067-42BE-86C9-5E49A33A0BAF}"/>
              </a:ext>
            </a:extLst>
          </p:cNvPr>
          <p:cNvSpPr>
            <a:spLocks noChangeAspect="1"/>
          </p:cNvSpPr>
          <p:nvPr userDrawn="1"/>
        </p:nvSpPr>
        <p:spPr bwMode="gray">
          <a:xfrm rot="10800000">
            <a:off x="470054" y="457199"/>
            <a:ext cx="4507059" cy="3805316"/>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rgbClr val="FFE600"/>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Title 1">
            <a:extLst>
              <a:ext uri="{FF2B5EF4-FFF2-40B4-BE49-F238E27FC236}">
                <a16:creationId xmlns:a16="http://schemas.microsoft.com/office/drawing/2014/main" id="{8F5BDD25-228C-421A-BA27-E07AC1CA18C0}"/>
              </a:ext>
            </a:extLst>
          </p:cNvPr>
          <p:cNvSpPr>
            <a:spLocks noGrp="1"/>
          </p:cNvSpPr>
          <p:nvPr>
            <p:ph type="ctrTitle" hasCustomPrompt="1"/>
          </p:nvPr>
        </p:nvSpPr>
        <p:spPr>
          <a:xfrm>
            <a:off x="686325" y="1476597"/>
            <a:ext cx="4170153" cy="860400"/>
          </a:xfrm>
        </p:spPr>
        <p:txBody>
          <a:bodyPr/>
          <a:lstStyle>
            <a:lvl1pPr>
              <a:defRPr sz="3000" b="0">
                <a:solidFill>
                  <a:srgbClr val="404040"/>
                </a:solidFill>
                <a:latin typeface="EYInterstate Light" panose="02000506000000020004" pitchFamily="2" charset="0"/>
                <a:cs typeface="Arial" pitchFamily="34" charset="0"/>
              </a:defRPr>
            </a:lvl1pPr>
          </a:lstStyle>
          <a:p>
            <a:r>
              <a:rPr lang="en-GB" dirty="0"/>
              <a:t>Title (EY Interstate Light 30 point)</a:t>
            </a:r>
          </a:p>
        </p:txBody>
      </p:sp>
      <p:sp>
        <p:nvSpPr>
          <p:cNvPr id="18" name="Subtitle 2">
            <a:extLst>
              <a:ext uri="{FF2B5EF4-FFF2-40B4-BE49-F238E27FC236}">
                <a16:creationId xmlns:a16="http://schemas.microsoft.com/office/drawing/2014/main" id="{7BD2205D-98B4-4946-A01D-362BEB8CC272}"/>
              </a:ext>
            </a:extLst>
          </p:cNvPr>
          <p:cNvSpPr>
            <a:spLocks noGrp="1"/>
          </p:cNvSpPr>
          <p:nvPr>
            <p:ph type="subTitle" idx="1" hasCustomPrompt="1"/>
          </p:nvPr>
        </p:nvSpPr>
        <p:spPr>
          <a:xfrm>
            <a:off x="686326" y="2422864"/>
            <a:ext cx="4170153" cy="645742"/>
          </a:xfrm>
        </p:spPr>
        <p:txBody>
          <a:bodyPr/>
          <a:lstStyle>
            <a:lvl1pPr marL="0" marR="0" indent="0" algn="l" defTabSz="914400" rtl="0" eaLnBrk="1" fontAlgn="auto" latinLnBrk="0" hangingPunct="1">
              <a:lnSpc>
                <a:spcPct val="100000"/>
              </a:lnSpc>
              <a:spcBef>
                <a:spcPct val="20000"/>
              </a:spcBef>
              <a:spcAft>
                <a:spcPts val="1200"/>
              </a:spcAft>
              <a:buClr>
                <a:schemeClr val="accent2"/>
              </a:buClr>
              <a:buSzPct val="70000"/>
              <a:buFont typeface="Arial" pitchFamily="34" charset="0"/>
              <a:buNone/>
              <a:tabLst/>
              <a:defRPr sz="1600">
                <a:solidFill>
                  <a:srgbClr val="404040"/>
                </a:solidFill>
                <a:latin typeface="EYInterstate" panose="0200050302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z="1600" dirty="0"/>
              <a:t>Subtitle (EY Interstate 16 point)</a:t>
            </a:r>
          </a:p>
          <a:p>
            <a:pPr marL="0" marR="0" lvl="0" indent="0" algn="l" defTabSz="914400" rtl="0" eaLnBrk="1" fontAlgn="auto" latinLnBrk="0" hangingPunct="1">
              <a:lnSpc>
                <a:spcPct val="100000"/>
              </a:lnSpc>
              <a:spcBef>
                <a:spcPct val="20000"/>
              </a:spcBef>
              <a:spcAft>
                <a:spcPts val="1200"/>
              </a:spcAft>
              <a:buClr>
                <a:schemeClr val="accent2"/>
              </a:buClr>
              <a:buSzPct val="70000"/>
              <a:buFont typeface="Arial" pitchFamily="34" charset="0"/>
              <a:buNone/>
              <a:tabLst/>
              <a:defRPr/>
            </a:pPr>
            <a:r>
              <a:rPr lang="en-IN" b="1" dirty="0"/>
              <a:t>XX Month 200X (EY Interstate bold 16 point)</a:t>
            </a:r>
            <a:endParaRPr lang="en-GB" sz="1600" dirty="0"/>
          </a:p>
        </p:txBody>
      </p:sp>
    </p:spTree>
    <p:extLst>
      <p:ext uri="{BB962C8B-B14F-4D97-AF65-F5344CB8AC3E}">
        <p14:creationId xmlns:p14="http://schemas.microsoft.com/office/powerpoint/2010/main" val="2254068385"/>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ver alterna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8EA5E8-D5CE-4885-9BCF-B4EBD80973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591" r="22409"/>
          <a:stretch/>
        </p:blipFill>
        <p:spPr>
          <a:xfrm>
            <a:off x="0" y="0"/>
            <a:ext cx="9144000" cy="6858000"/>
          </a:xfrm>
          <a:prstGeom prst="rect">
            <a:avLst/>
          </a:prstGeom>
        </p:spPr>
      </p:pic>
      <p:pic>
        <p:nvPicPr>
          <p:cNvPr id="8" name="Picture 7">
            <a:extLst>
              <a:ext uri="{FF2B5EF4-FFF2-40B4-BE49-F238E27FC236}">
                <a16:creationId xmlns:a16="http://schemas.microsoft.com/office/drawing/2014/main" id="{E945AD81-9D09-493D-94B8-1CAA625F68C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0361" y="5340096"/>
            <a:ext cx="987552" cy="1156968"/>
          </a:xfrm>
          <a:prstGeom prst="rect">
            <a:avLst/>
          </a:prstGeom>
        </p:spPr>
      </p:pic>
      <p:sp>
        <p:nvSpPr>
          <p:cNvPr id="7" name="Freeform 5">
            <a:extLst>
              <a:ext uri="{FF2B5EF4-FFF2-40B4-BE49-F238E27FC236}">
                <a16:creationId xmlns:a16="http://schemas.microsoft.com/office/drawing/2014/main" id="{B7F2A12E-7729-47A0-BC4C-937A569C1503}"/>
              </a:ext>
            </a:extLst>
          </p:cNvPr>
          <p:cNvSpPr>
            <a:spLocks noChangeAspect="1"/>
          </p:cNvSpPr>
          <p:nvPr userDrawn="1"/>
        </p:nvSpPr>
        <p:spPr bwMode="gray">
          <a:xfrm rot="10800000">
            <a:off x="470054" y="457199"/>
            <a:ext cx="4507059" cy="3805316"/>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rgbClr val="FFE600"/>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 name="Title 1">
            <a:extLst>
              <a:ext uri="{FF2B5EF4-FFF2-40B4-BE49-F238E27FC236}">
                <a16:creationId xmlns:a16="http://schemas.microsoft.com/office/drawing/2014/main" id="{9306FE6B-2888-42EC-9409-22E0C44C3EFB}"/>
              </a:ext>
            </a:extLst>
          </p:cNvPr>
          <p:cNvSpPr>
            <a:spLocks noGrp="1"/>
          </p:cNvSpPr>
          <p:nvPr>
            <p:ph type="ctrTitle" hasCustomPrompt="1"/>
          </p:nvPr>
        </p:nvSpPr>
        <p:spPr>
          <a:xfrm>
            <a:off x="686326" y="1476597"/>
            <a:ext cx="4064949" cy="860400"/>
          </a:xfrm>
        </p:spPr>
        <p:txBody>
          <a:bodyPr/>
          <a:lstStyle>
            <a:lvl1pPr>
              <a:defRPr sz="3000" b="0">
                <a:solidFill>
                  <a:srgbClr val="404040"/>
                </a:solidFill>
                <a:latin typeface="EYInterstate Light" panose="02000506000000020004" pitchFamily="2" charset="0"/>
                <a:cs typeface="Arial" pitchFamily="34" charset="0"/>
              </a:defRPr>
            </a:lvl1pPr>
          </a:lstStyle>
          <a:p>
            <a:r>
              <a:rPr lang="en-GB" dirty="0"/>
              <a:t>Title (EY Interstate Light 30 point)</a:t>
            </a:r>
          </a:p>
        </p:txBody>
      </p:sp>
      <p:sp>
        <p:nvSpPr>
          <p:cNvPr id="10" name="Subtitle 2">
            <a:extLst>
              <a:ext uri="{FF2B5EF4-FFF2-40B4-BE49-F238E27FC236}">
                <a16:creationId xmlns:a16="http://schemas.microsoft.com/office/drawing/2014/main" id="{62FC3DF6-2861-4293-9E33-F3E405EF9FAB}"/>
              </a:ext>
            </a:extLst>
          </p:cNvPr>
          <p:cNvSpPr>
            <a:spLocks noGrp="1"/>
          </p:cNvSpPr>
          <p:nvPr>
            <p:ph type="subTitle" idx="1" hasCustomPrompt="1"/>
          </p:nvPr>
        </p:nvSpPr>
        <p:spPr>
          <a:xfrm>
            <a:off x="686327" y="2422864"/>
            <a:ext cx="4064949" cy="391225"/>
          </a:xfrm>
        </p:spPr>
        <p:txBody>
          <a:bodyPr/>
          <a:lstStyle>
            <a:lvl1pPr marL="0" marR="0" indent="0" algn="l" defTabSz="914400" rtl="0" eaLnBrk="1" fontAlgn="auto" latinLnBrk="0" hangingPunct="1">
              <a:lnSpc>
                <a:spcPct val="100000"/>
              </a:lnSpc>
              <a:spcBef>
                <a:spcPct val="20000"/>
              </a:spcBef>
              <a:spcAft>
                <a:spcPts val="1200"/>
              </a:spcAft>
              <a:buClr>
                <a:schemeClr val="accent2"/>
              </a:buClr>
              <a:buSzPct val="70000"/>
              <a:buFont typeface="Arial" pitchFamily="34" charset="0"/>
              <a:buNone/>
              <a:tabLst/>
              <a:defRPr sz="1600" b="0">
                <a:solidFill>
                  <a:srgbClr val="404040"/>
                </a:solidFill>
                <a:latin typeface="EYInterstate" panose="0200050302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z="1600" dirty="0"/>
              <a:t>Subtitle (EY Interstate 16 point)</a:t>
            </a:r>
          </a:p>
          <a:p>
            <a:pPr marL="0" marR="0" lvl="0" indent="0" algn="l" defTabSz="914400" rtl="0" eaLnBrk="1" fontAlgn="auto" latinLnBrk="0" hangingPunct="1">
              <a:lnSpc>
                <a:spcPct val="100000"/>
              </a:lnSpc>
              <a:spcBef>
                <a:spcPct val="20000"/>
              </a:spcBef>
              <a:spcAft>
                <a:spcPts val="1200"/>
              </a:spcAft>
              <a:buClr>
                <a:schemeClr val="accent2"/>
              </a:buClr>
              <a:buSzPct val="70000"/>
              <a:buFont typeface="Arial" pitchFamily="34" charset="0"/>
              <a:buNone/>
              <a:tabLst/>
              <a:defRPr/>
            </a:pPr>
            <a:r>
              <a:rPr lang="en-IN" b="1" dirty="0"/>
              <a:t>XX Month 200X (EY Interstate bold 16 point)</a:t>
            </a:r>
          </a:p>
        </p:txBody>
      </p:sp>
    </p:spTree>
    <p:extLst>
      <p:ext uri="{BB962C8B-B14F-4D97-AF65-F5344CB8AC3E}">
        <p14:creationId xmlns:p14="http://schemas.microsoft.com/office/powerpoint/2010/main" val="1381078460"/>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pproved question wide">
    <p:spTree>
      <p:nvGrpSpPr>
        <p:cNvPr id="1" name=""/>
        <p:cNvGrpSpPr/>
        <p:nvPr/>
      </p:nvGrpSpPr>
      <p:grpSpPr>
        <a:xfrm>
          <a:off x="0" y="0"/>
          <a:ext cx="0" cy="0"/>
          <a:chOff x="0" y="0"/>
          <a:chExt cx="0" cy="0"/>
        </a:xfrm>
      </p:grpSpPr>
      <p:pic>
        <p:nvPicPr>
          <p:cNvPr id="146" name="Picture 145">
            <a:extLst>
              <a:ext uri="{FF2B5EF4-FFF2-40B4-BE49-F238E27FC236}">
                <a16:creationId xmlns:a16="http://schemas.microsoft.com/office/drawing/2014/main" id="{7FDAC7B4-6A01-49C4-9730-BF8572B139E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16402" b="5936"/>
          <a:stretch/>
        </p:blipFill>
        <p:spPr>
          <a:xfrm>
            <a:off x="0" y="-1"/>
            <a:ext cx="9144000" cy="6858001"/>
          </a:xfrm>
          <a:prstGeom prst="rect">
            <a:avLst/>
          </a:prstGeom>
        </p:spPr>
      </p:pic>
      <p:sp>
        <p:nvSpPr>
          <p:cNvPr id="2" name="Rectangle 1">
            <a:extLst>
              <a:ext uri="{FF2B5EF4-FFF2-40B4-BE49-F238E27FC236}">
                <a16:creationId xmlns:a16="http://schemas.microsoft.com/office/drawing/2014/main" id="{E4BCCB2E-3515-42EB-B2C6-FB7D701D1793}"/>
              </a:ext>
            </a:extLst>
          </p:cNvPr>
          <p:cNvSpPr/>
          <p:nvPr userDrawn="1"/>
        </p:nvSpPr>
        <p:spPr>
          <a:xfrm>
            <a:off x="0" y="5340096"/>
            <a:ext cx="9144000" cy="1517904"/>
          </a:xfrm>
          <a:prstGeom prst="rect">
            <a:avLst/>
          </a:prstGeom>
          <a:gradFill flip="none" rotWithShape="1">
            <a:gsLst>
              <a:gs pos="0">
                <a:schemeClr val="bg2">
                  <a:alpha val="0"/>
                </a:schemeClr>
              </a:gs>
              <a:gs pos="61000">
                <a:schemeClr val="bg2">
                  <a:alpha val="34000"/>
                </a:schemeClr>
              </a:gs>
              <a:gs pos="100000">
                <a:schemeClr val="bg2"/>
              </a:gs>
            </a:gsLst>
            <a:lin ang="54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200" dirty="0">
              <a:solidFill>
                <a:schemeClr val="tx1"/>
              </a:solidFill>
            </a:endParaRPr>
          </a:p>
        </p:txBody>
      </p:sp>
      <p:pic>
        <p:nvPicPr>
          <p:cNvPr id="84" name="Picture 83">
            <a:extLst>
              <a:ext uri="{FF2B5EF4-FFF2-40B4-BE49-F238E27FC236}">
                <a16:creationId xmlns:a16="http://schemas.microsoft.com/office/drawing/2014/main" id="{9C231702-C029-4BB5-90D1-8311DD931DF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0361" y="5340096"/>
            <a:ext cx="987552" cy="1156968"/>
          </a:xfrm>
          <a:prstGeom prst="rect">
            <a:avLst/>
          </a:prstGeom>
        </p:spPr>
      </p:pic>
      <p:pic>
        <p:nvPicPr>
          <p:cNvPr id="73" name="Picture 72">
            <a:extLst>
              <a:ext uri="{FF2B5EF4-FFF2-40B4-BE49-F238E27FC236}">
                <a16:creationId xmlns:a16="http://schemas.microsoft.com/office/drawing/2014/main" id="{6451607B-CAB5-4136-AB12-1BF3A1C4485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57200" y="457200"/>
            <a:ext cx="4654295" cy="3930900"/>
          </a:xfrm>
          <a:prstGeom prst="rect">
            <a:avLst/>
          </a:prstGeom>
        </p:spPr>
      </p:pic>
      <p:sp>
        <p:nvSpPr>
          <p:cNvPr id="74" name="Title 1">
            <a:extLst>
              <a:ext uri="{FF2B5EF4-FFF2-40B4-BE49-F238E27FC236}">
                <a16:creationId xmlns:a16="http://schemas.microsoft.com/office/drawing/2014/main" id="{01B1427F-F1DB-442D-870C-2543A78EC303}"/>
              </a:ext>
            </a:extLst>
          </p:cNvPr>
          <p:cNvSpPr>
            <a:spLocks noGrp="1"/>
          </p:cNvSpPr>
          <p:nvPr>
            <p:ph type="ctrTitle"/>
          </p:nvPr>
        </p:nvSpPr>
        <p:spPr>
          <a:xfrm>
            <a:off x="886968" y="1799130"/>
            <a:ext cx="3593592" cy="860400"/>
          </a:xfrm>
          <a:prstGeom prst="rect">
            <a:avLst/>
          </a:prstGeom>
        </p:spPr>
        <p:txBody>
          <a:bodyPr/>
          <a:lstStyle>
            <a:lvl1pPr>
              <a:defRPr sz="3000" b="0">
                <a:solidFill>
                  <a:srgbClr val="FFFFFF"/>
                </a:solidFill>
                <a:latin typeface="EYInterstate Light" panose="02000506000000020004" pitchFamily="2" charset="0"/>
                <a:cs typeface="Arial" pitchFamily="34" charset="0"/>
              </a:defRPr>
            </a:lvl1pPr>
          </a:lstStyle>
          <a:p>
            <a:r>
              <a:rPr lang="en-GB"/>
              <a:t>Click to edit Master title style</a:t>
            </a:r>
            <a:endParaRPr lang="en-GB" dirty="0"/>
          </a:p>
        </p:txBody>
      </p:sp>
      <p:sp>
        <p:nvSpPr>
          <p:cNvPr id="75" name="Subtitle 2">
            <a:extLst>
              <a:ext uri="{FF2B5EF4-FFF2-40B4-BE49-F238E27FC236}">
                <a16:creationId xmlns:a16="http://schemas.microsoft.com/office/drawing/2014/main" id="{97E0F9BC-39E2-4ADF-93B9-7358577711CD}"/>
              </a:ext>
            </a:extLst>
          </p:cNvPr>
          <p:cNvSpPr>
            <a:spLocks noGrp="1"/>
          </p:cNvSpPr>
          <p:nvPr>
            <p:ph type="subTitle" idx="1"/>
          </p:nvPr>
        </p:nvSpPr>
        <p:spPr>
          <a:xfrm>
            <a:off x="886968" y="2769576"/>
            <a:ext cx="3593592" cy="645742"/>
          </a:xfrm>
          <a:prstGeom prst="rect">
            <a:avLst/>
          </a:prstGeom>
        </p:spPr>
        <p:txBody>
          <a:bodyPr/>
          <a:lstStyle>
            <a:lvl1pPr marL="0" indent="0" algn="l">
              <a:buNone/>
              <a:defRPr sz="1600">
                <a:solidFill>
                  <a:srgbClr val="FFFFFF"/>
                </a:solidFill>
                <a:latin typeface="EYInterstate" panose="0200050302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GB"/>
              <a:t>Click to edit Master subtitle style</a:t>
            </a:r>
            <a:endParaRPr lang="en-GB" dirty="0"/>
          </a:p>
        </p:txBody>
      </p:sp>
      <p:pic>
        <p:nvPicPr>
          <p:cNvPr id="145" name="Picture 144">
            <a:extLst>
              <a:ext uri="{FF2B5EF4-FFF2-40B4-BE49-F238E27FC236}">
                <a16:creationId xmlns:a16="http://schemas.microsoft.com/office/drawing/2014/main" id="{727C5A3D-F97A-4F85-9F88-240C2439860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57200" y="5914517"/>
            <a:ext cx="3780000" cy="618750"/>
          </a:xfrm>
          <a:prstGeom prst="rect">
            <a:avLst/>
          </a:prstGeom>
        </p:spPr>
      </p:pic>
    </p:spTree>
    <p:extLst>
      <p:ext uri="{BB962C8B-B14F-4D97-AF65-F5344CB8AC3E}">
        <p14:creationId xmlns:p14="http://schemas.microsoft.com/office/powerpoint/2010/main" val="231211131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pproved question tall">
    <p:spTree>
      <p:nvGrpSpPr>
        <p:cNvPr id="1" name=""/>
        <p:cNvGrpSpPr/>
        <p:nvPr/>
      </p:nvGrpSpPr>
      <p:grpSpPr>
        <a:xfrm>
          <a:off x="0" y="0"/>
          <a:ext cx="0" cy="0"/>
          <a:chOff x="0" y="0"/>
          <a:chExt cx="0" cy="0"/>
        </a:xfrm>
      </p:grpSpPr>
      <p:pic>
        <p:nvPicPr>
          <p:cNvPr id="78" name="Picture 77">
            <a:extLst>
              <a:ext uri="{FF2B5EF4-FFF2-40B4-BE49-F238E27FC236}">
                <a16:creationId xmlns:a16="http://schemas.microsoft.com/office/drawing/2014/main" id="{581C513F-D0C9-46EE-93E2-83D51283194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10361" y="5340096"/>
            <a:ext cx="987552" cy="1156968"/>
          </a:xfrm>
          <a:prstGeom prst="rect">
            <a:avLst/>
          </a:prstGeom>
        </p:spPr>
      </p:pic>
      <p:pic>
        <p:nvPicPr>
          <p:cNvPr id="74" name="Picture 73">
            <a:extLst>
              <a:ext uri="{FF2B5EF4-FFF2-40B4-BE49-F238E27FC236}">
                <a16:creationId xmlns:a16="http://schemas.microsoft.com/office/drawing/2014/main" id="{7204B28E-7010-45B1-9A81-2C543F9490F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7200" y="777240"/>
            <a:ext cx="6753225" cy="3400425"/>
          </a:xfrm>
          <a:prstGeom prst="rect">
            <a:avLst/>
          </a:prstGeom>
        </p:spPr>
      </p:pic>
      <p:sp>
        <p:nvSpPr>
          <p:cNvPr id="75" name="Subtitle 2">
            <a:extLst>
              <a:ext uri="{FF2B5EF4-FFF2-40B4-BE49-F238E27FC236}">
                <a16:creationId xmlns:a16="http://schemas.microsoft.com/office/drawing/2014/main" id="{24F2EA79-0822-4B81-90D8-1FA02CFB98DD}"/>
              </a:ext>
            </a:extLst>
          </p:cNvPr>
          <p:cNvSpPr>
            <a:spLocks noGrp="1"/>
          </p:cNvSpPr>
          <p:nvPr>
            <p:ph type="subTitle" idx="1"/>
          </p:nvPr>
        </p:nvSpPr>
        <p:spPr>
          <a:xfrm>
            <a:off x="888191" y="3258529"/>
            <a:ext cx="5943432" cy="645742"/>
          </a:xfrm>
          <a:prstGeom prst="rect">
            <a:avLst/>
          </a:prstGeom>
        </p:spPr>
        <p:txBody>
          <a:bodyPr/>
          <a:lstStyle>
            <a:lvl1pPr marL="0" indent="0" algn="l">
              <a:buNone/>
              <a:defRPr sz="1600">
                <a:solidFill>
                  <a:srgbClr val="FFFFFF"/>
                </a:solidFill>
                <a:latin typeface="EYInterstate" panose="02000503020000020004" pitchFamily="2" charset="0"/>
                <a:cs typeface="Arial" pitchFamily="34" charset="0"/>
              </a:defRPr>
            </a:lvl1pPr>
            <a:lvl2pPr marL="0" indent="0" algn="l">
              <a:buNone/>
              <a:defRPr sz="1600">
                <a:solidFill>
                  <a:srgbClr val="FFFFFF"/>
                </a:solidFill>
              </a:defRPr>
            </a:lvl2pPr>
            <a:lvl3pPr marL="0" indent="0" algn="l">
              <a:buNone/>
              <a:defRPr sz="1600">
                <a:solidFill>
                  <a:srgbClr val="FFFFFF"/>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GB"/>
              <a:t>Click to edit Master subtitle style</a:t>
            </a:r>
            <a:endParaRPr lang="en-GB" dirty="0"/>
          </a:p>
        </p:txBody>
      </p:sp>
      <p:sp>
        <p:nvSpPr>
          <p:cNvPr id="76" name="Title 1">
            <a:extLst>
              <a:ext uri="{FF2B5EF4-FFF2-40B4-BE49-F238E27FC236}">
                <a16:creationId xmlns:a16="http://schemas.microsoft.com/office/drawing/2014/main" id="{EC2B6F8E-BD78-40B0-B08A-973D853594C1}"/>
              </a:ext>
            </a:extLst>
          </p:cNvPr>
          <p:cNvSpPr>
            <a:spLocks noGrp="1"/>
          </p:cNvSpPr>
          <p:nvPr>
            <p:ph type="ctrTitle"/>
          </p:nvPr>
        </p:nvSpPr>
        <p:spPr>
          <a:xfrm>
            <a:off x="888191" y="2288083"/>
            <a:ext cx="5943432" cy="860400"/>
          </a:xfrm>
          <a:prstGeom prst="rect">
            <a:avLst/>
          </a:prstGeom>
        </p:spPr>
        <p:txBody>
          <a:bodyPr/>
          <a:lstStyle>
            <a:lvl1pPr>
              <a:defRPr sz="3000" b="0">
                <a:solidFill>
                  <a:srgbClr val="FFFFFF"/>
                </a:solidFill>
                <a:latin typeface="EYInterstate Light" panose="02000506000000020004" pitchFamily="2" charset="0"/>
                <a:cs typeface="Arial" pitchFamily="34" charset="0"/>
              </a:defRPr>
            </a:lvl1pPr>
          </a:lstStyle>
          <a:p>
            <a:r>
              <a:rPr lang="en-GB"/>
              <a:t>Click to edit Master title style</a:t>
            </a:r>
            <a:endParaRPr lang="en-GB" dirty="0"/>
          </a:p>
        </p:txBody>
      </p:sp>
      <p:pic>
        <p:nvPicPr>
          <p:cNvPr id="279" name="Picture 278">
            <a:extLst>
              <a:ext uri="{FF2B5EF4-FFF2-40B4-BE49-F238E27FC236}">
                <a16:creationId xmlns:a16="http://schemas.microsoft.com/office/drawing/2014/main" id="{5A33645C-A5C8-4EA5-A3D8-D74C0FE66CD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57200" y="5914517"/>
            <a:ext cx="3780000" cy="618750"/>
          </a:xfrm>
          <a:prstGeom prst="rect">
            <a:avLst/>
          </a:prstGeom>
        </p:spPr>
      </p:pic>
    </p:spTree>
    <p:extLst>
      <p:ext uri="{BB962C8B-B14F-4D97-AF65-F5344CB8AC3E}">
        <p14:creationId xmlns:p14="http://schemas.microsoft.com/office/powerpoint/2010/main" val="325033941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400"/>
          </a:xfrm>
        </p:spPr>
        <p:txBody>
          <a:bodyPr/>
          <a:lstStyle>
            <a:lvl1pPr>
              <a:defRPr sz="2400">
                <a:solidFill>
                  <a:schemeClr val="bg1"/>
                </a:solidFill>
              </a:defRPr>
            </a:lvl1pPr>
          </a:lstStyle>
          <a:p>
            <a:r>
              <a:rPr lang="en-GB"/>
              <a:t>Click to edit Master title style</a:t>
            </a:r>
            <a:endParaRPr lang="en-GB" dirty="0"/>
          </a:p>
        </p:txBody>
      </p:sp>
      <p:sp>
        <p:nvSpPr>
          <p:cNvPr id="6" name="Line 10">
            <a:extLst>
              <a:ext uri="{FF2B5EF4-FFF2-40B4-BE49-F238E27FC236}">
                <a16:creationId xmlns:a16="http://schemas.microsoft.com/office/drawing/2014/main" id="{70E64C6A-78AE-4547-94F4-A7E658DB2EFB}"/>
              </a:ext>
            </a:extLst>
          </p:cNvPr>
          <p:cNvSpPr>
            <a:spLocks noChangeShapeType="1"/>
          </p:cNvSpPr>
          <p:nvPr userDrawn="1"/>
        </p:nvSpPr>
        <p:spPr bwMode="auto">
          <a:xfrm>
            <a:off x="457201" y="907750"/>
            <a:ext cx="8258782"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Text Placeholder 2">
            <a:extLst>
              <a:ext uri="{FF2B5EF4-FFF2-40B4-BE49-F238E27FC236}">
                <a16:creationId xmlns:a16="http://schemas.microsoft.com/office/drawing/2014/main" id="{0FC3EC46-D295-425C-8ED2-70D3C94626A0}"/>
              </a:ext>
            </a:extLst>
          </p:cNvPr>
          <p:cNvSpPr>
            <a:spLocks noGrp="1"/>
          </p:cNvSpPr>
          <p:nvPr>
            <p:ph idx="1"/>
          </p:nvPr>
        </p:nvSpPr>
        <p:spPr>
          <a:xfrm>
            <a:off x="457201" y="1137920"/>
            <a:ext cx="8229600" cy="4947920"/>
          </a:xfrm>
          <a:prstGeom prst="rect">
            <a:avLst/>
          </a:prstGeom>
        </p:spPr>
        <p:txBody>
          <a:bodyPr vert="horz" lIns="0" tIns="0" rIns="0" bIns="0" rtlCol="0" anchor="t" anchorCtr="0">
            <a:noAutofit/>
          </a:bodyPr>
          <a:lstStyle>
            <a:lvl1pPr>
              <a:defRPr sz="2000"/>
            </a:lvl1pPr>
            <a:lvl2pPr>
              <a:defRPr sz="1800"/>
            </a:lvl2pPr>
            <a:lvl3pPr>
              <a:defRPr sz="1600"/>
            </a:lvl3pPr>
            <a:lvl4pPr>
              <a:defRPr sz="14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1688612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294200"/>
            <a:ext cx="8229600" cy="590400"/>
          </a:xfrm>
        </p:spPr>
        <p:txBody>
          <a:bodyPr/>
          <a:lstStyle>
            <a:lvl1pPr>
              <a:defRPr sz="1799">
                <a:solidFill>
                  <a:schemeClr val="bg1"/>
                </a:solidFill>
              </a:defRPr>
            </a:lvl1pPr>
          </a:lstStyle>
          <a:p>
            <a:r>
              <a:rPr lang="en-US" dirty="0"/>
              <a:t>Standard slide</a:t>
            </a:r>
            <a:endParaRPr lang="en-GB" dirty="0"/>
          </a:p>
        </p:txBody>
      </p:sp>
    </p:spTree>
    <p:extLst>
      <p:ext uri="{BB962C8B-B14F-4D97-AF65-F5344CB8AC3E}">
        <p14:creationId xmlns:p14="http://schemas.microsoft.com/office/powerpoint/2010/main" val="1404731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6146139" y="1"/>
            <a:ext cx="2997862" cy="6156104"/>
          </a:xfrm>
        </p:spPr>
        <p:txBody>
          <a:bodyPr/>
          <a:lstStyle/>
          <a:p>
            <a:r>
              <a:rPr lang="en-GB"/>
              <a:t>Click icon to add picture</a:t>
            </a:r>
            <a:endParaRPr lang="en-IN" dirty="0"/>
          </a:p>
        </p:txBody>
      </p:sp>
      <p:sp>
        <p:nvSpPr>
          <p:cNvPr id="2" name="Title 1"/>
          <p:cNvSpPr>
            <a:spLocks noGrp="1"/>
          </p:cNvSpPr>
          <p:nvPr>
            <p:ph type="title"/>
          </p:nvPr>
        </p:nvSpPr>
        <p:spPr>
          <a:xfrm>
            <a:off x="457201" y="294200"/>
            <a:ext cx="5580410" cy="590400"/>
          </a:xfrm>
        </p:spPr>
        <p:txBody>
          <a:bodyPr/>
          <a:lstStyle>
            <a:lvl1pPr>
              <a:defRPr sz="2400">
                <a:solidFill>
                  <a:schemeClr val="bg1"/>
                </a:solidFill>
              </a:defRPr>
            </a:lvl1pPr>
          </a:lstStyle>
          <a:p>
            <a:r>
              <a:rPr lang="en-GB"/>
              <a:t>Click to edit Master title style</a:t>
            </a:r>
            <a:endParaRPr lang="en-GB" dirty="0"/>
          </a:p>
        </p:txBody>
      </p:sp>
      <p:sp>
        <p:nvSpPr>
          <p:cNvPr id="3" name="Content Placeholder 2"/>
          <p:cNvSpPr>
            <a:spLocks noGrp="1"/>
          </p:cNvSpPr>
          <p:nvPr>
            <p:ph idx="1" hasCustomPrompt="1"/>
          </p:nvPr>
        </p:nvSpPr>
        <p:spPr>
          <a:xfrm>
            <a:off x="457200" y="1137921"/>
            <a:ext cx="5471882" cy="873760"/>
          </a:xfrm>
        </p:spPr>
        <p:txBody>
          <a:bodyPr/>
          <a:lstStyle>
            <a:lvl1pPr marL="0" indent="0">
              <a:buNone/>
              <a:defRPr sz="13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457201" y="2311401"/>
            <a:ext cx="2683690" cy="3844704"/>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2" name="Content Placeholder 2">
            <a:extLst>
              <a:ext uri="{FF2B5EF4-FFF2-40B4-BE49-F238E27FC236}">
                <a16:creationId xmlns:a16="http://schemas.microsoft.com/office/drawing/2014/main" id="{0C7BD71A-882B-40FB-A05F-48ECC69FF73D}"/>
              </a:ext>
            </a:extLst>
          </p:cNvPr>
          <p:cNvSpPr>
            <a:spLocks noGrp="1"/>
          </p:cNvSpPr>
          <p:nvPr>
            <p:ph idx="12" hasCustomPrompt="1"/>
          </p:nvPr>
        </p:nvSpPr>
        <p:spPr>
          <a:xfrm>
            <a:off x="3245392" y="2311402"/>
            <a:ext cx="2683690" cy="1254759"/>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4" name="Content Placeholder 2">
            <a:extLst>
              <a:ext uri="{FF2B5EF4-FFF2-40B4-BE49-F238E27FC236}">
                <a16:creationId xmlns:a16="http://schemas.microsoft.com/office/drawing/2014/main" id="{D87D58C8-1517-42AA-8B2A-E449A3F6F028}"/>
              </a:ext>
            </a:extLst>
          </p:cNvPr>
          <p:cNvSpPr>
            <a:spLocks noGrp="1"/>
          </p:cNvSpPr>
          <p:nvPr>
            <p:ph idx="13" hasCustomPrompt="1"/>
          </p:nvPr>
        </p:nvSpPr>
        <p:spPr>
          <a:xfrm>
            <a:off x="3245392" y="4236721"/>
            <a:ext cx="2683690" cy="1944160"/>
          </a:xfrm>
        </p:spPr>
        <p:txBody>
          <a:bodyPr numCol="1"/>
          <a:lstStyle>
            <a:lvl1pPr marL="0" indent="0">
              <a:buNone/>
              <a:defRPr sz="1349">
                <a:solidFill>
                  <a:schemeClr val="bg1"/>
                </a:solidFill>
                <a:latin typeface="Georgia" panose="02040502050405020303" pitchFamily="18" charset="0"/>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Quote</a:t>
            </a:r>
          </a:p>
        </p:txBody>
      </p:sp>
      <p:sp>
        <p:nvSpPr>
          <p:cNvPr id="10" name="Line 10">
            <a:extLst>
              <a:ext uri="{FF2B5EF4-FFF2-40B4-BE49-F238E27FC236}">
                <a16:creationId xmlns:a16="http://schemas.microsoft.com/office/drawing/2014/main" id="{229C318B-FAE0-4A50-A714-607EF622AFB9}"/>
              </a:ext>
            </a:extLst>
          </p:cNvPr>
          <p:cNvSpPr>
            <a:spLocks noChangeShapeType="1"/>
          </p:cNvSpPr>
          <p:nvPr userDrawn="1"/>
        </p:nvSpPr>
        <p:spPr bwMode="auto">
          <a:xfrm>
            <a:off x="457201" y="907750"/>
            <a:ext cx="559340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1088981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0" y="1"/>
            <a:ext cx="1787414" cy="6857999"/>
          </a:xfrm>
        </p:spPr>
        <p:txBody>
          <a:bodyPr/>
          <a:lstStyle/>
          <a:p>
            <a:r>
              <a:rPr lang="en-GB"/>
              <a:t>Click icon to add picture</a:t>
            </a:r>
            <a:endParaRPr lang="en-IN"/>
          </a:p>
        </p:txBody>
      </p:sp>
      <p:sp>
        <p:nvSpPr>
          <p:cNvPr id="2" name="Title 1"/>
          <p:cNvSpPr>
            <a:spLocks noGrp="1"/>
          </p:cNvSpPr>
          <p:nvPr>
            <p:ph type="title"/>
          </p:nvPr>
        </p:nvSpPr>
        <p:spPr>
          <a:xfrm>
            <a:off x="2020418" y="294200"/>
            <a:ext cx="6665528" cy="590400"/>
          </a:xfrm>
        </p:spPr>
        <p:txBody>
          <a:bodyPr/>
          <a:lstStyle>
            <a:lvl1pPr>
              <a:defRPr sz="1799">
                <a:solidFill>
                  <a:schemeClr val="bg1"/>
                </a:solidFill>
              </a:defRPr>
            </a:lvl1pPr>
          </a:lstStyle>
          <a:p>
            <a:r>
              <a:rPr lang="en-GB"/>
              <a:t>Click to edit Master title style</a:t>
            </a:r>
            <a:endParaRPr lang="en-GB" dirty="0"/>
          </a:p>
        </p:txBody>
      </p:sp>
      <p:sp>
        <p:nvSpPr>
          <p:cNvPr id="3" name="Content Placeholder 2"/>
          <p:cNvSpPr>
            <a:spLocks noGrp="1"/>
          </p:cNvSpPr>
          <p:nvPr>
            <p:ph idx="1" hasCustomPrompt="1"/>
          </p:nvPr>
        </p:nvSpPr>
        <p:spPr>
          <a:xfrm>
            <a:off x="2020417" y="1137921"/>
            <a:ext cx="2056091" cy="5018184"/>
          </a:xfrm>
        </p:spPr>
        <p:txBody>
          <a:bodyPr/>
          <a:lstStyle>
            <a:lvl1pPr marL="0" indent="0">
              <a:buNone/>
              <a:defRPr sz="13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4293076" y="1137921"/>
            <a:ext cx="2101787" cy="5018184"/>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23" name="Content Placeholder 2">
            <a:extLst>
              <a:ext uri="{FF2B5EF4-FFF2-40B4-BE49-F238E27FC236}">
                <a16:creationId xmlns:a16="http://schemas.microsoft.com/office/drawing/2014/main" id="{6FF4A6F8-D9C6-4FEE-9324-5200D308BB1F}"/>
              </a:ext>
            </a:extLst>
          </p:cNvPr>
          <p:cNvSpPr>
            <a:spLocks noGrp="1"/>
          </p:cNvSpPr>
          <p:nvPr>
            <p:ph idx="12" hasCustomPrompt="1"/>
          </p:nvPr>
        </p:nvSpPr>
        <p:spPr>
          <a:xfrm>
            <a:off x="6611431" y="1137922"/>
            <a:ext cx="2075369" cy="2796151"/>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0" name="Content Placeholder 2">
            <a:extLst>
              <a:ext uri="{FF2B5EF4-FFF2-40B4-BE49-F238E27FC236}">
                <a16:creationId xmlns:a16="http://schemas.microsoft.com/office/drawing/2014/main" id="{0FD13F91-AFC9-4CB0-B48E-B4031BDF7D7E}"/>
              </a:ext>
            </a:extLst>
          </p:cNvPr>
          <p:cNvSpPr>
            <a:spLocks noGrp="1"/>
          </p:cNvSpPr>
          <p:nvPr>
            <p:ph idx="12" hasCustomPrompt="1"/>
          </p:nvPr>
        </p:nvSpPr>
        <p:spPr>
          <a:xfrm>
            <a:off x="6611431" y="1137922"/>
            <a:ext cx="2075369" cy="2796151"/>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Tree>
    <p:extLst>
      <p:ext uri="{BB962C8B-B14F-4D97-AF65-F5344CB8AC3E}">
        <p14:creationId xmlns:p14="http://schemas.microsoft.com/office/powerpoint/2010/main" val="2441600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400"/>
          </a:xfrm>
        </p:spPr>
        <p:txBody>
          <a:bodyPr/>
          <a:lstStyle>
            <a:lvl1pPr>
              <a:defRPr sz="2400">
                <a:solidFill>
                  <a:schemeClr val="bg1"/>
                </a:solidFill>
              </a:defRPr>
            </a:lvl1pPr>
          </a:lstStyle>
          <a:p>
            <a:r>
              <a:rPr lang="en-GB"/>
              <a:t>Click to edit Master title style</a:t>
            </a:r>
            <a:endParaRPr lang="en-GB" dirty="0"/>
          </a:p>
        </p:txBody>
      </p:sp>
      <p:sp>
        <p:nvSpPr>
          <p:cNvPr id="3" name="Content Placeholder 2"/>
          <p:cNvSpPr>
            <a:spLocks noGrp="1"/>
          </p:cNvSpPr>
          <p:nvPr>
            <p:ph idx="1"/>
          </p:nvPr>
        </p:nvSpPr>
        <p:spPr>
          <a:xfrm>
            <a:off x="457201" y="1137920"/>
            <a:ext cx="6175841" cy="4834800"/>
          </a:xfrm>
        </p:spPr>
        <p:txBody>
          <a:bodyPr/>
          <a:lstStyle>
            <a:lvl1pPr marL="0" indent="0">
              <a:spcBef>
                <a:spcPts val="0"/>
              </a:spcBef>
              <a:buNone/>
              <a:defRPr>
                <a:solidFill>
                  <a:schemeClr val="bg1"/>
                </a:solidFill>
              </a:defRPr>
            </a:lvl1pPr>
            <a:lvl2pPr marL="0" indent="0">
              <a:spcBef>
                <a:spcPts val="0"/>
              </a:spcBef>
              <a:buNone/>
              <a:defRPr sz="1349">
                <a:solidFill>
                  <a:schemeClr val="bg1"/>
                </a:solidFill>
              </a:defRPr>
            </a:lvl2pPr>
            <a:lvl3pPr marL="0" indent="0">
              <a:spcBef>
                <a:spcPts val="0"/>
              </a:spcBef>
              <a:buNone/>
              <a:defRPr sz="1199">
                <a:solidFill>
                  <a:schemeClr val="bg1"/>
                </a:solidFill>
              </a:defRPr>
            </a:lvl3pPr>
            <a:lvl4pPr marL="0" indent="0">
              <a:spcBef>
                <a:spcPts val="0"/>
              </a:spcBef>
              <a:buNone/>
              <a:defRPr sz="1049">
                <a:solidFill>
                  <a:schemeClr val="bg1"/>
                </a:solidFill>
              </a:defRPr>
            </a:lvl4pPr>
            <a:lvl5pPr marL="0" indent="0">
              <a:spcBef>
                <a:spcPts val="0"/>
              </a:spcBef>
              <a:buNone/>
              <a:defRPr sz="9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Line 10">
            <a:extLst>
              <a:ext uri="{FF2B5EF4-FFF2-40B4-BE49-F238E27FC236}">
                <a16:creationId xmlns:a16="http://schemas.microsoft.com/office/drawing/2014/main" id="{EAD7805E-FA43-4FE6-B59E-9A440183B7B9}"/>
              </a:ext>
            </a:extLst>
          </p:cNvPr>
          <p:cNvSpPr>
            <a:spLocks noChangeShapeType="1"/>
          </p:cNvSpPr>
          <p:nvPr userDrawn="1"/>
        </p:nvSpPr>
        <p:spPr bwMode="auto">
          <a:xfrm>
            <a:off x="457201" y="907750"/>
            <a:ext cx="8258782"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539203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264463" y="2851522"/>
            <a:ext cx="3334113" cy="1202318"/>
          </a:xfrm>
        </p:spPr>
        <p:txBody>
          <a:bodyPr vert="horz" lIns="0" tIns="0" rIns="0" bIns="0" rtlCol="0" anchor="ctr" anchorCtr="0">
            <a:noAutofit/>
          </a:bodyPr>
          <a:lstStyle>
            <a:lvl1pPr marL="0" indent="0">
              <a:buNone/>
              <a:defRPr kumimoji="0" lang="en-IN" sz="2699" b="0" i="0" u="none" strike="noStrike" cap="none" spc="0" normalizeH="0" baseline="0" dirty="0">
                <a:ln>
                  <a:noFill/>
                </a:ln>
                <a:solidFill>
                  <a:srgbClr val="FFFFFF"/>
                </a:solidFill>
                <a:effectLst/>
                <a:uLnTx/>
                <a:uFillTx/>
                <a:latin typeface="EYInterstate Light" panose="02000506000000020004" pitchFamily="2" charset="0"/>
                <a:ea typeface="+mj-ea"/>
                <a:cs typeface="+mj-cs"/>
              </a:defRPr>
            </a:lvl1pPr>
          </a:lstStyle>
          <a:p>
            <a:pPr marL="267319" marR="0" lvl="0" indent="-267319" defTabSz="755512" fontAlgn="auto">
              <a:lnSpc>
                <a:spcPct val="100000"/>
              </a:lnSpc>
              <a:spcBef>
                <a:spcPct val="0"/>
              </a:spcBef>
              <a:spcAft>
                <a:spcPts val="0"/>
              </a:spcAft>
              <a:buClrTx/>
              <a:buSzTx/>
              <a:tabLst/>
            </a:pPr>
            <a:r>
              <a:rPr lang="en-US" dirty="0"/>
              <a:t>Chapter Title</a:t>
            </a:r>
            <a:endParaRPr lang="en-IN" dirty="0"/>
          </a:p>
        </p:txBody>
      </p:sp>
    </p:spTree>
    <p:extLst>
      <p:ext uri="{BB962C8B-B14F-4D97-AF65-F5344CB8AC3E}">
        <p14:creationId xmlns:p14="http://schemas.microsoft.com/office/powerpoint/2010/main" val="1305170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28F8CDB-776D-4811-AE2C-217236ECDECA}"/>
              </a:ext>
            </a:extLst>
          </p:cNvPr>
          <p:cNvSpPr>
            <a:spLocks noGrp="1"/>
          </p:cNvSpPr>
          <p:nvPr>
            <p:ph type="pic" sz="quarter" idx="12"/>
          </p:nvPr>
        </p:nvSpPr>
        <p:spPr>
          <a:xfrm>
            <a:off x="4667954" y="0"/>
            <a:ext cx="4476046" cy="6858000"/>
          </a:xfrm>
        </p:spPr>
        <p:txBody>
          <a:bodyPr/>
          <a:lstStyle/>
          <a:p>
            <a:r>
              <a:rPr lang="en-GB"/>
              <a:t>Click icon to add picture</a:t>
            </a:r>
            <a:endParaRPr lang="en-IN"/>
          </a:p>
        </p:txBody>
      </p:sp>
      <p:sp>
        <p:nvSpPr>
          <p:cNvPr id="5" name="Text Placeholder 4">
            <a:extLst>
              <a:ext uri="{FF2B5EF4-FFF2-40B4-BE49-F238E27FC236}">
                <a16:creationId xmlns:a16="http://schemas.microsoft.com/office/drawing/2014/main" id="{626E96BA-E9E4-496B-8CA5-6DA27B8AD7E4}"/>
              </a:ext>
            </a:extLst>
          </p:cNvPr>
          <p:cNvSpPr>
            <a:spLocks noGrp="1"/>
          </p:cNvSpPr>
          <p:nvPr>
            <p:ph type="body" sz="quarter" idx="10" hasCustomPrompt="1"/>
          </p:nvPr>
        </p:nvSpPr>
        <p:spPr>
          <a:xfrm>
            <a:off x="277135" y="2578743"/>
            <a:ext cx="3401698" cy="1055708"/>
          </a:xfrm>
        </p:spPr>
        <p:txBody>
          <a:bodyPr/>
          <a:lstStyle>
            <a:lvl1pPr marL="0" indent="0">
              <a:buNone/>
              <a:defRPr sz="2249"/>
            </a:lvl1pPr>
          </a:lstStyle>
          <a:p>
            <a:pPr lvl="0"/>
            <a:r>
              <a:rPr lang="en-IN" dirty="0"/>
              <a:t>Chapter Title</a:t>
            </a:r>
          </a:p>
          <a:p>
            <a:pPr lvl="0"/>
            <a:r>
              <a:rPr lang="en-IN" dirty="0"/>
              <a:t>EY Interstate Light</a:t>
            </a:r>
          </a:p>
        </p:txBody>
      </p:sp>
      <p:sp>
        <p:nvSpPr>
          <p:cNvPr id="14" name="Text Placeholder 4">
            <a:extLst>
              <a:ext uri="{FF2B5EF4-FFF2-40B4-BE49-F238E27FC236}">
                <a16:creationId xmlns:a16="http://schemas.microsoft.com/office/drawing/2014/main" id="{1173C8A3-BA2F-497B-A214-45B02D73AF20}"/>
              </a:ext>
            </a:extLst>
          </p:cNvPr>
          <p:cNvSpPr>
            <a:spLocks noGrp="1"/>
          </p:cNvSpPr>
          <p:nvPr>
            <p:ph type="body" sz="quarter" idx="11" hasCustomPrompt="1"/>
          </p:nvPr>
        </p:nvSpPr>
        <p:spPr>
          <a:xfrm>
            <a:off x="277135" y="3840384"/>
            <a:ext cx="3401698" cy="1055708"/>
          </a:xfrm>
        </p:spPr>
        <p:txBody>
          <a:bodyPr/>
          <a:lstStyle>
            <a:lvl1pPr marL="0" indent="0">
              <a:buNone/>
              <a:defRPr sz="1199"/>
            </a:lvl1pPr>
          </a:lstStyle>
          <a:p>
            <a:pPr lvl="0"/>
            <a:r>
              <a:rPr lang="en-IN" dirty="0"/>
              <a:t>text</a:t>
            </a:r>
          </a:p>
        </p:txBody>
      </p:sp>
    </p:spTree>
    <p:extLst>
      <p:ext uri="{BB962C8B-B14F-4D97-AF65-F5344CB8AC3E}">
        <p14:creationId xmlns:p14="http://schemas.microsoft.com/office/powerpoint/2010/main" val="2067523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400"/>
          </a:xfrm>
        </p:spPr>
        <p:txBody>
          <a:bodyPr/>
          <a:lstStyle>
            <a:lvl1pPr>
              <a:defRPr sz="2400">
                <a:solidFill>
                  <a:schemeClr val="bg1"/>
                </a:solidFill>
              </a:defRPr>
            </a:lvl1pPr>
          </a:lstStyle>
          <a:p>
            <a:r>
              <a:rPr lang="en-GB"/>
              <a:t>Click to edit Master title style</a:t>
            </a:r>
            <a:endParaRPr lang="en-GB" dirty="0"/>
          </a:p>
        </p:txBody>
      </p:sp>
      <p:sp>
        <p:nvSpPr>
          <p:cNvPr id="5" name="Table Placeholder 4">
            <a:extLst>
              <a:ext uri="{FF2B5EF4-FFF2-40B4-BE49-F238E27FC236}">
                <a16:creationId xmlns:a16="http://schemas.microsoft.com/office/drawing/2014/main" id="{95A2BE92-ABF7-4A82-BC35-00F28F500FED}"/>
              </a:ext>
            </a:extLst>
          </p:cNvPr>
          <p:cNvSpPr>
            <a:spLocks noGrp="1"/>
          </p:cNvSpPr>
          <p:nvPr>
            <p:ph type="tbl" sz="quarter" idx="10"/>
          </p:nvPr>
        </p:nvSpPr>
        <p:spPr>
          <a:xfrm>
            <a:off x="457200" y="1137921"/>
            <a:ext cx="3716193" cy="4267457"/>
          </a:xfrm>
        </p:spPr>
        <p:txBody>
          <a:bodyPr/>
          <a:lstStyle/>
          <a:p>
            <a:r>
              <a:rPr lang="en-GB"/>
              <a:t>Click icon to add table</a:t>
            </a:r>
            <a:endParaRPr lang="en-IN"/>
          </a:p>
        </p:txBody>
      </p:sp>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5541864" y="3813288"/>
            <a:ext cx="2315750" cy="180000"/>
          </a:xfrm>
        </p:spPr>
        <p:txBody>
          <a:bodyPr/>
          <a:lstStyle>
            <a:lvl1pPr marL="0" indent="0">
              <a:buNone/>
              <a:defRPr sz="900">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5541864" y="4055931"/>
            <a:ext cx="2315750" cy="180000"/>
          </a:xfrm>
        </p:spPr>
        <p:txBody>
          <a:bodyPr/>
          <a:lstStyle>
            <a:lvl1pPr marL="0" indent="0">
              <a:buNone/>
              <a:defRPr sz="900">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4589864" y="3578084"/>
            <a:ext cx="777600" cy="778959"/>
          </a:xfrm>
          <a:prstGeom prst="ellipse">
            <a:avLst/>
          </a:prstGeom>
        </p:spPr>
        <p:txBody>
          <a:bodyPr anchor="ctr"/>
          <a:lstStyle>
            <a:lvl1pPr marL="0" indent="0" algn="ctr">
              <a:buNone/>
              <a:defRPr sz="675">
                <a:solidFill>
                  <a:schemeClr val="bg1"/>
                </a:solidFill>
              </a:defRPr>
            </a:lvl1pPr>
          </a:lstStyle>
          <a:p>
            <a:r>
              <a:rPr lang="en-GB"/>
              <a:t>Click icon to add picture</a:t>
            </a:r>
            <a:endParaRPr lang="en-GB" dirty="0"/>
          </a:p>
        </p:txBody>
      </p:sp>
      <p:sp>
        <p:nvSpPr>
          <p:cNvPr id="9" name="Text Placeholder 8">
            <a:extLst>
              <a:ext uri="{FF2B5EF4-FFF2-40B4-BE49-F238E27FC236}">
                <a16:creationId xmlns:a16="http://schemas.microsoft.com/office/drawing/2014/main" id="{5DB83DAE-9FEB-4E9C-85BA-A34BD239275A}"/>
              </a:ext>
            </a:extLst>
          </p:cNvPr>
          <p:cNvSpPr>
            <a:spLocks noGrp="1"/>
          </p:cNvSpPr>
          <p:nvPr>
            <p:ph type="body" sz="quarter" idx="17" hasCustomPrompt="1"/>
          </p:nvPr>
        </p:nvSpPr>
        <p:spPr>
          <a:xfrm>
            <a:off x="4589866" y="1137921"/>
            <a:ext cx="4096935" cy="373807"/>
          </a:xfrm>
        </p:spPr>
        <p:txBody>
          <a:bodyPr/>
          <a:lstStyle>
            <a:lvl1pPr marL="0" indent="0">
              <a:buNone/>
              <a:defRPr/>
            </a:lvl1pPr>
          </a:lstStyle>
          <a:p>
            <a:pPr lvl="0"/>
            <a:r>
              <a:rPr lang="en-US" dirty="0"/>
              <a:t>Key Takeaways</a:t>
            </a:r>
          </a:p>
        </p:txBody>
      </p:sp>
      <p:sp>
        <p:nvSpPr>
          <p:cNvPr id="15" name="Text Placeholder 8">
            <a:extLst>
              <a:ext uri="{FF2B5EF4-FFF2-40B4-BE49-F238E27FC236}">
                <a16:creationId xmlns:a16="http://schemas.microsoft.com/office/drawing/2014/main" id="{C1ABE303-7041-4312-AD03-0E872AEF99BE}"/>
              </a:ext>
            </a:extLst>
          </p:cNvPr>
          <p:cNvSpPr>
            <a:spLocks noGrp="1"/>
          </p:cNvSpPr>
          <p:nvPr>
            <p:ph type="body" sz="quarter" idx="18" hasCustomPrompt="1"/>
          </p:nvPr>
        </p:nvSpPr>
        <p:spPr>
          <a:xfrm>
            <a:off x="4589866" y="1635009"/>
            <a:ext cx="4096935" cy="1611554"/>
          </a:xfrm>
        </p:spPr>
        <p:txBody>
          <a:bodyPr/>
          <a:lstStyle>
            <a:lvl1pPr marL="0" indent="0">
              <a:buNone/>
              <a:defRPr sz="1199"/>
            </a:lvl1pPr>
          </a:lstStyle>
          <a:p>
            <a:pPr lvl="0"/>
            <a:r>
              <a:rPr lang="en-US" dirty="0"/>
              <a:t>Content EY Interstate Light, 16pt, Lorem ipsum dolor, 12pt, </a:t>
            </a:r>
            <a:r>
              <a:rPr lang="en-US" dirty="0" err="1"/>
              <a:t>Utinam</a:t>
            </a:r>
            <a:r>
              <a:rPr lang="en-US" dirty="0"/>
              <a:t> </a:t>
            </a:r>
            <a:r>
              <a:rPr lang="en-US" dirty="0" err="1"/>
              <a:t>nonumy</a:t>
            </a:r>
            <a:r>
              <a:rPr lang="en-US" dirty="0"/>
              <a:t> </a:t>
            </a:r>
            <a:r>
              <a:rPr lang="en-US" dirty="0" err="1"/>
              <a:t>abhorreant</a:t>
            </a:r>
            <a:r>
              <a:rPr lang="en-US" dirty="0"/>
              <a:t> </a:t>
            </a:r>
            <a:r>
              <a:rPr lang="en-US" dirty="0" err="1"/>
              <a:t>sead</a:t>
            </a:r>
            <a:r>
              <a:rPr lang="en-US" dirty="0"/>
              <a:t>. </a:t>
            </a:r>
            <a:r>
              <a:rPr lang="en-US" dirty="0" err="1"/>
              <a:t>Putant</a:t>
            </a:r>
            <a:r>
              <a:rPr lang="en-US" dirty="0"/>
              <a:t> </a:t>
            </a:r>
            <a:r>
              <a:rPr lang="en-US" dirty="0" err="1"/>
              <a:t>probatus</a:t>
            </a:r>
            <a:r>
              <a:rPr lang="en-US" dirty="0"/>
              <a:t> id vis, ad his </a:t>
            </a:r>
            <a:r>
              <a:rPr lang="en-US" dirty="0" err="1"/>
              <a:t>meis</a:t>
            </a:r>
            <a:r>
              <a:rPr lang="en-US" dirty="0"/>
              <a:t> </a:t>
            </a:r>
            <a:r>
              <a:rPr lang="en-US" dirty="0" err="1"/>
              <a:t>habemus</a:t>
            </a:r>
            <a:r>
              <a:rPr lang="en-US" dirty="0"/>
              <a:t> </a:t>
            </a:r>
            <a:r>
              <a:rPr lang="en-US" dirty="0" err="1"/>
              <a:t>repudiare</a:t>
            </a:r>
            <a:r>
              <a:rPr lang="en-US" dirty="0"/>
              <a:t>, has an </a:t>
            </a:r>
            <a:r>
              <a:rPr lang="en-US" dirty="0" err="1"/>
              <a:t>pericula</a:t>
            </a:r>
            <a:r>
              <a:rPr lang="en-US" dirty="0"/>
              <a:t> </a:t>
            </a:r>
            <a:r>
              <a:rPr lang="en-US" dirty="0" err="1"/>
              <a:t>tractatos</a:t>
            </a:r>
            <a:r>
              <a:rPr lang="en-US" dirty="0"/>
              <a:t>. </a:t>
            </a:r>
            <a:r>
              <a:rPr lang="en-US" dirty="0" err="1"/>
              <a:t>Nec</a:t>
            </a:r>
            <a:r>
              <a:rPr lang="en-US" dirty="0"/>
              <a:t> </a:t>
            </a:r>
            <a:r>
              <a:rPr lang="en-US" dirty="0" err="1"/>
              <a:t>debitis</a:t>
            </a:r>
            <a:r>
              <a:rPr lang="en-US" dirty="0"/>
              <a:t> </a:t>
            </a:r>
            <a:r>
              <a:rPr lang="en-US" dirty="0" err="1"/>
              <a:t>dissentias</a:t>
            </a:r>
            <a:r>
              <a:rPr lang="en-US" dirty="0"/>
              <a:t> ad. </a:t>
            </a:r>
            <a:r>
              <a:rPr lang="en-US" dirty="0" err="1"/>
              <a:t>Patrioque</a:t>
            </a:r>
            <a:r>
              <a:rPr lang="en-US" dirty="0"/>
              <a:t> </a:t>
            </a:r>
            <a:r>
              <a:rPr lang="en-US" dirty="0" err="1"/>
              <a:t>voluptatum</a:t>
            </a:r>
            <a:r>
              <a:rPr lang="en-US" dirty="0"/>
              <a:t> </a:t>
            </a:r>
            <a:r>
              <a:rPr lang="en-US" dirty="0" err="1"/>
              <a:t>sed</a:t>
            </a:r>
            <a:r>
              <a:rPr lang="en-US" dirty="0"/>
              <a:t> ex, id </a:t>
            </a:r>
            <a:r>
              <a:rPr lang="en-US" dirty="0" err="1"/>
              <a:t>admodum</a:t>
            </a:r>
            <a:r>
              <a:rPr lang="en-US" dirty="0"/>
              <a:t>.</a:t>
            </a:r>
          </a:p>
          <a:p>
            <a:pPr lvl="0"/>
            <a:endParaRPr lang="en-US" dirty="0"/>
          </a:p>
        </p:txBody>
      </p:sp>
      <p:sp>
        <p:nvSpPr>
          <p:cNvPr id="16" name="Line 10">
            <a:extLst>
              <a:ext uri="{FF2B5EF4-FFF2-40B4-BE49-F238E27FC236}">
                <a16:creationId xmlns:a16="http://schemas.microsoft.com/office/drawing/2014/main" id="{C37BF1DE-E4E1-40C4-B510-30A0AC8ABDB8}"/>
              </a:ext>
            </a:extLst>
          </p:cNvPr>
          <p:cNvSpPr>
            <a:spLocks noChangeShapeType="1"/>
          </p:cNvSpPr>
          <p:nvPr userDrawn="1"/>
        </p:nvSpPr>
        <p:spPr bwMode="auto">
          <a:xfrm>
            <a:off x="457201" y="907750"/>
            <a:ext cx="8258782"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4377727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tandard slide_Quot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607F99-5C2B-4FC6-A3DF-23E011C842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84464" y="6327648"/>
            <a:ext cx="402504" cy="411480"/>
          </a:xfrm>
          <a:prstGeom prst="rect">
            <a:avLst/>
          </a:prstGeom>
        </p:spPr>
      </p:pic>
    </p:spTree>
    <p:extLst>
      <p:ext uri="{BB962C8B-B14F-4D97-AF65-F5344CB8AC3E}">
        <p14:creationId xmlns:p14="http://schemas.microsoft.com/office/powerpoint/2010/main" val="2095011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Standard slide_Quotes">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BD7B1EAA-D62E-426F-9D29-F674CEB29C31}"/>
              </a:ext>
            </a:extLst>
          </p:cNvPr>
          <p:cNvSpPr>
            <a:spLocks noGrp="1"/>
          </p:cNvSpPr>
          <p:nvPr>
            <p:ph type="body" sz="quarter" idx="10"/>
          </p:nvPr>
        </p:nvSpPr>
        <p:spPr>
          <a:xfrm>
            <a:off x="1926000" y="2060235"/>
            <a:ext cx="5292000" cy="3025522"/>
          </a:xfrm>
        </p:spPr>
        <p:txBody>
          <a:bodyPr lIns="0" tIns="0" rIns="0" bIns="0">
            <a:noAutofit/>
          </a:bodyPr>
          <a:lstStyle>
            <a:lvl1pPr marL="0" indent="0" algn="ctr">
              <a:buNone/>
              <a:defRPr lang="en-US" sz="2800" dirty="0" smtClean="0">
                <a:latin typeface="Georgia" panose="02040502050405020303" pitchFamily="18" charset="0"/>
              </a:defRPr>
            </a:lvl1pPr>
          </a:lstStyle>
          <a:p>
            <a:pPr marL="356616" lvl="0" indent="-356616" algn="ctr">
              <a:spcBef>
                <a:spcPts val="0"/>
              </a:spcBef>
            </a:pPr>
            <a:r>
              <a:rPr lang="en-GB"/>
              <a:t>Click to edit Master text styles</a:t>
            </a:r>
          </a:p>
        </p:txBody>
      </p:sp>
      <p:sp>
        <p:nvSpPr>
          <p:cNvPr id="5" name="Text Placeholder 6">
            <a:extLst>
              <a:ext uri="{FF2B5EF4-FFF2-40B4-BE49-F238E27FC236}">
                <a16:creationId xmlns:a16="http://schemas.microsoft.com/office/drawing/2014/main" id="{C43D8C34-69FC-4DEE-BC95-D2F629475EBD}"/>
              </a:ext>
            </a:extLst>
          </p:cNvPr>
          <p:cNvSpPr>
            <a:spLocks noGrp="1"/>
          </p:cNvSpPr>
          <p:nvPr>
            <p:ph type="body" sz="quarter" idx="11" hasCustomPrompt="1"/>
          </p:nvPr>
        </p:nvSpPr>
        <p:spPr>
          <a:xfrm>
            <a:off x="1926000" y="5516838"/>
            <a:ext cx="5292000" cy="316838"/>
          </a:xfrm>
        </p:spPr>
        <p:txBody>
          <a:bodyPr lIns="0" tIns="0" rIns="0" bIns="0">
            <a:noAutofit/>
          </a:bodyPr>
          <a:lstStyle>
            <a:lvl1pPr marL="0" indent="0" algn="ctr">
              <a:buNone/>
              <a:defRPr lang="en-US" sz="1600" dirty="0" smtClean="0">
                <a:solidFill>
                  <a:srgbClr val="FFE600"/>
                </a:solidFill>
                <a:latin typeface="+mn-lt"/>
              </a:defRPr>
            </a:lvl1pPr>
          </a:lstStyle>
          <a:p>
            <a:pPr marL="356616" lvl="0" indent="-356616" algn="ctr">
              <a:spcBef>
                <a:spcPts val="0"/>
              </a:spcBef>
              <a:spcAft>
                <a:spcPts val="600"/>
              </a:spcAft>
            </a:pPr>
            <a:r>
              <a:rPr lang="en-US" dirty="0"/>
              <a:t>Name Surname</a:t>
            </a:r>
          </a:p>
        </p:txBody>
      </p:sp>
      <p:sp>
        <p:nvSpPr>
          <p:cNvPr id="6" name="Text Placeholder 6">
            <a:extLst>
              <a:ext uri="{FF2B5EF4-FFF2-40B4-BE49-F238E27FC236}">
                <a16:creationId xmlns:a16="http://schemas.microsoft.com/office/drawing/2014/main" id="{8E78FCBB-C01D-4FF8-828E-0E27552CA9CC}"/>
              </a:ext>
            </a:extLst>
          </p:cNvPr>
          <p:cNvSpPr>
            <a:spLocks noGrp="1"/>
          </p:cNvSpPr>
          <p:nvPr>
            <p:ph type="body" sz="quarter" idx="12" hasCustomPrompt="1"/>
          </p:nvPr>
        </p:nvSpPr>
        <p:spPr>
          <a:xfrm>
            <a:off x="1926000" y="5828877"/>
            <a:ext cx="5292000" cy="316838"/>
          </a:xfrm>
        </p:spPr>
        <p:txBody>
          <a:bodyPr vert="horz" lIns="0" tIns="0" rIns="0" bIns="0" rtlCol="0" anchor="t" anchorCtr="0">
            <a:noAutofit/>
          </a:bodyPr>
          <a:lstStyle>
            <a:lvl1pPr marL="0" indent="0" algn="ctr">
              <a:buNone/>
              <a:defRPr lang="en-US" sz="1600" dirty="0" smtClean="0">
                <a:latin typeface="+mn-lt"/>
              </a:defRPr>
            </a:lvl1pPr>
          </a:lstStyle>
          <a:p>
            <a:pPr marL="356616" lvl="0" indent="-356616" algn="ctr">
              <a:spcBef>
                <a:spcPts val="0"/>
              </a:spcBef>
              <a:spcAft>
                <a:spcPts val="600"/>
              </a:spcAft>
            </a:pPr>
            <a:r>
              <a:rPr lang="en-US" dirty="0"/>
              <a:t>Job Title</a:t>
            </a:r>
          </a:p>
        </p:txBody>
      </p:sp>
      <p:sp>
        <p:nvSpPr>
          <p:cNvPr id="7" name="Text Placeholder 11">
            <a:extLst>
              <a:ext uri="{FF2B5EF4-FFF2-40B4-BE49-F238E27FC236}">
                <a16:creationId xmlns:a16="http://schemas.microsoft.com/office/drawing/2014/main" id="{0AD41D48-C813-4F78-A2C8-0758D2B7DC18}"/>
              </a:ext>
            </a:extLst>
          </p:cNvPr>
          <p:cNvSpPr txBox="1">
            <a:spLocks/>
          </p:cNvSpPr>
          <p:nvPr userDrawn="1"/>
        </p:nvSpPr>
        <p:spPr>
          <a:xfrm>
            <a:off x="3402806" y="979787"/>
            <a:ext cx="2338388"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200" dirty="0">
                <a:solidFill>
                  <a:schemeClr val="tx2"/>
                </a:solidFill>
                <a:latin typeface="Georgia" panose="02040502050405020303" pitchFamily="18" charset="0"/>
              </a:rPr>
              <a:t>“ </a:t>
            </a:r>
          </a:p>
        </p:txBody>
      </p:sp>
      <p:pic>
        <p:nvPicPr>
          <p:cNvPr id="8" name="Picture 7">
            <a:extLst>
              <a:ext uri="{FF2B5EF4-FFF2-40B4-BE49-F238E27FC236}">
                <a16:creationId xmlns:a16="http://schemas.microsoft.com/office/drawing/2014/main" id="{D5DAED42-E3EC-45E3-BF82-DA3139C3750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84464" y="6327648"/>
            <a:ext cx="402504" cy="411480"/>
          </a:xfrm>
          <a:prstGeom prst="rect">
            <a:avLst/>
          </a:prstGeom>
        </p:spPr>
      </p:pic>
      <p:sp>
        <p:nvSpPr>
          <p:cNvPr id="9" name="Date Placeholder 5">
            <a:extLst>
              <a:ext uri="{FF2B5EF4-FFF2-40B4-BE49-F238E27FC236}">
                <a16:creationId xmlns:a16="http://schemas.microsoft.com/office/drawing/2014/main" id="{32ADB85B-42D5-410F-B89A-BC35E7FCCE72}"/>
              </a:ext>
            </a:extLst>
          </p:cNvPr>
          <p:cNvSpPr txBox="1">
            <a:spLocks/>
          </p:cNvSpPr>
          <p:nvPr userDrawn="1"/>
        </p:nvSpPr>
        <p:spPr>
          <a:xfrm>
            <a:off x="1892301" y="6516456"/>
            <a:ext cx="1191258"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fld id="{3B312C75-4EC6-4CE9-A7D2-0A1F3DCB4510}" type="datetime3">
              <a:rPr kumimoji="0" lang="en-US" sz="800" b="0" i="0" u="none" strike="noStrike" kern="0" cap="none" spc="0" normalizeH="0" baseline="0" noProof="0" smtClean="0">
                <a:ln>
                  <a:noFill/>
                </a:ln>
                <a:solidFill>
                  <a:schemeClr val="bg1"/>
                </a:solidFill>
                <a:effectLst/>
                <a:uLnTx/>
                <a:uFillTx/>
                <a:latin typeface="EYInterstate" panose="02000503020000020004" pitchFamily="2" charset="0"/>
              </a:rPr>
              <a:pPr marL="0" marR="0" lvl="0" indent="0" defTabSz="914400" eaLnBrk="1" fontAlgn="auto" latinLnBrk="0" hangingPunct="1">
                <a:lnSpc>
                  <a:spcPct val="100000"/>
                </a:lnSpc>
                <a:spcBef>
                  <a:spcPts val="0"/>
                </a:spcBef>
                <a:spcAft>
                  <a:spcPts val="0"/>
                </a:spcAft>
                <a:buClrTx/>
                <a:buSzTx/>
                <a:buFontTx/>
                <a:buNone/>
                <a:tabLst/>
                <a:defRPr/>
              </a:pPr>
              <a:t>2 November 2022</a:t>
            </a:fld>
            <a:endParaRPr kumimoji="0" lang="en-IN" sz="800" b="0" i="0" u="none" strike="noStrike" kern="0" cap="none" spc="0" normalizeH="0" baseline="0" noProof="0" dirty="0">
              <a:ln>
                <a:noFill/>
              </a:ln>
              <a:solidFill>
                <a:schemeClr val="bg1"/>
              </a:solidFill>
              <a:effectLst/>
              <a:uLnTx/>
              <a:uFillTx/>
              <a:latin typeface="EYInterstate" panose="02000503020000020004" pitchFamily="2" charset="0"/>
            </a:endParaRPr>
          </a:p>
        </p:txBody>
      </p:sp>
      <p:sp>
        <p:nvSpPr>
          <p:cNvPr id="10" name="Footer Placeholder 6">
            <a:extLst>
              <a:ext uri="{FF2B5EF4-FFF2-40B4-BE49-F238E27FC236}">
                <a16:creationId xmlns:a16="http://schemas.microsoft.com/office/drawing/2014/main" id="{E33DFF29-371C-43FC-9A73-E320FEA92E6F}"/>
              </a:ext>
            </a:extLst>
          </p:cNvPr>
          <p:cNvSpPr txBox="1">
            <a:spLocks/>
          </p:cNvSpPr>
          <p:nvPr userDrawn="1"/>
        </p:nvSpPr>
        <p:spPr>
          <a:xfrm>
            <a:off x="3321561" y="6516456"/>
            <a:ext cx="3086100"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dirty="0">
                <a:ln>
                  <a:noFill/>
                </a:ln>
                <a:solidFill>
                  <a:schemeClr val="bg1"/>
                </a:solidFill>
                <a:effectLst/>
                <a:uLnTx/>
                <a:uFillTx/>
                <a:latin typeface="EYInterstate" panose="02000503020000020004" pitchFamily="2" charset="0"/>
              </a:rPr>
              <a:t>Presentation title</a:t>
            </a:r>
          </a:p>
        </p:txBody>
      </p:sp>
      <p:sp>
        <p:nvSpPr>
          <p:cNvPr id="11" name="Slide Number Placeholder 7">
            <a:extLst>
              <a:ext uri="{FF2B5EF4-FFF2-40B4-BE49-F238E27FC236}">
                <a16:creationId xmlns:a16="http://schemas.microsoft.com/office/drawing/2014/main" id="{E8F1F430-500B-46CA-891A-5A3CE9B5F85C}"/>
              </a:ext>
            </a:extLst>
          </p:cNvPr>
          <p:cNvSpPr txBox="1">
            <a:spLocks/>
          </p:cNvSpPr>
          <p:nvPr userDrawn="1"/>
        </p:nvSpPr>
        <p:spPr>
          <a:xfrm>
            <a:off x="363093" y="6516456"/>
            <a:ext cx="663066"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chemeClr val="bg1"/>
                </a:solidFill>
                <a:effectLst/>
                <a:uLnTx/>
                <a:uFillTx/>
                <a:latin typeface="EYInterstate" panose="02000503020000020004" pitchFamily="2" charset="0"/>
              </a:rPr>
              <a:t>Page </a:t>
            </a:r>
            <a:fld id="{F1BC30E3-FFE5-4B91-AA19-87A149EBB9EE}" type="slidenum">
              <a:rPr kumimoji="0" sz="800" b="0" i="0" u="none" strike="noStrike" kern="0" cap="none" spc="0" normalizeH="0" baseline="0" noProof="0" smtClean="0">
                <a:ln>
                  <a:noFill/>
                </a:ln>
                <a:solidFill>
                  <a:schemeClr val="bg1"/>
                </a:solidFill>
                <a:effectLst/>
                <a:uLnTx/>
                <a:uFillTx/>
                <a:latin typeface="EYInterstate" panose="02000503020000020004" pitchFamily="2" charset="0"/>
              </a:rPr>
              <a:pPr marL="0" marR="0" lvl="0" indent="0" defTabSz="914400" eaLnBrk="1" fontAlgn="auto" latinLnBrk="0" hangingPunct="1">
                <a:lnSpc>
                  <a:spcPct val="100000"/>
                </a:lnSpc>
                <a:spcBef>
                  <a:spcPts val="0"/>
                </a:spcBef>
                <a:spcAft>
                  <a:spcPts val="0"/>
                </a:spcAft>
                <a:buClrTx/>
                <a:buSzTx/>
                <a:buFontTx/>
                <a:buNone/>
                <a:tabLst/>
                <a:defRPr/>
              </a:pPr>
              <a:t>‹#›</a:t>
            </a:fld>
            <a:endParaRPr kumimoji="0" sz="800" b="0" i="0" u="none" strike="noStrike" kern="0" cap="none" spc="0" normalizeH="0" baseline="0" noProof="0" dirty="0">
              <a:ln>
                <a:noFill/>
              </a:ln>
              <a:solidFill>
                <a:schemeClr val="bg1"/>
              </a:solidFill>
              <a:effectLst/>
              <a:uLnTx/>
              <a:uFillTx/>
              <a:latin typeface="EYInterstate" panose="02000503020000020004" pitchFamily="2" charset="0"/>
            </a:endParaRPr>
          </a:p>
        </p:txBody>
      </p:sp>
    </p:spTree>
    <p:extLst>
      <p:ext uri="{BB962C8B-B14F-4D97-AF65-F5344CB8AC3E}">
        <p14:creationId xmlns:p14="http://schemas.microsoft.com/office/powerpoint/2010/main" val="16480885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Standard slide_Quot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607F99-5C2B-4FC6-A3DF-23E011C842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84464" y="6327648"/>
            <a:ext cx="402504" cy="411480"/>
          </a:xfrm>
          <a:prstGeom prst="rect">
            <a:avLst/>
          </a:prstGeom>
        </p:spPr>
      </p:pic>
      <p:sp>
        <p:nvSpPr>
          <p:cNvPr id="7" name="Text Placeholder 11">
            <a:extLst>
              <a:ext uri="{FF2B5EF4-FFF2-40B4-BE49-F238E27FC236}">
                <a16:creationId xmlns:a16="http://schemas.microsoft.com/office/drawing/2014/main" id="{8FBE9395-9BF1-4306-9F29-1F8E92C9F8DB}"/>
              </a:ext>
            </a:extLst>
          </p:cNvPr>
          <p:cNvSpPr txBox="1">
            <a:spLocks/>
          </p:cNvSpPr>
          <p:nvPr userDrawn="1"/>
        </p:nvSpPr>
        <p:spPr>
          <a:xfrm>
            <a:off x="375751" y="1488927"/>
            <a:ext cx="2338388"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200" dirty="0">
                <a:solidFill>
                  <a:schemeClr val="tx2"/>
                </a:solidFill>
                <a:latin typeface="Georgia" panose="02040502050405020303" pitchFamily="18" charset="0"/>
              </a:rPr>
              <a:t>“</a:t>
            </a:r>
          </a:p>
        </p:txBody>
      </p:sp>
      <p:sp>
        <p:nvSpPr>
          <p:cNvPr id="8" name="Text Placeholder 6">
            <a:extLst>
              <a:ext uri="{FF2B5EF4-FFF2-40B4-BE49-F238E27FC236}">
                <a16:creationId xmlns:a16="http://schemas.microsoft.com/office/drawing/2014/main" id="{87DD12F9-AC78-4784-A2C0-5FB6EC5AA315}"/>
              </a:ext>
            </a:extLst>
          </p:cNvPr>
          <p:cNvSpPr>
            <a:spLocks noGrp="1"/>
          </p:cNvSpPr>
          <p:nvPr>
            <p:ph type="body" sz="quarter" idx="10"/>
          </p:nvPr>
        </p:nvSpPr>
        <p:spPr>
          <a:xfrm>
            <a:off x="411750" y="2526765"/>
            <a:ext cx="5292000" cy="1800000"/>
          </a:xfrm>
        </p:spPr>
        <p:txBody>
          <a:bodyPr lIns="90000" tIns="46800" rIns="90000" bIns="46800"/>
          <a:lstStyle>
            <a:lvl1pPr marL="0" indent="0">
              <a:buNone/>
              <a:defRPr lang="en-US" sz="2800" dirty="0" smtClean="0">
                <a:latin typeface="Georgia" panose="02040502050405020303" pitchFamily="18" charset="0"/>
              </a:defRPr>
            </a:lvl1pPr>
          </a:lstStyle>
          <a:p>
            <a:pPr marL="356616" lvl="0" indent="-356616">
              <a:spcBef>
                <a:spcPts val="0"/>
              </a:spcBef>
            </a:pPr>
            <a:r>
              <a:rPr lang="en-GB"/>
              <a:t>Click to edit Master text styles</a:t>
            </a:r>
          </a:p>
        </p:txBody>
      </p:sp>
      <p:sp>
        <p:nvSpPr>
          <p:cNvPr id="9" name="Text Placeholder 6">
            <a:extLst>
              <a:ext uri="{FF2B5EF4-FFF2-40B4-BE49-F238E27FC236}">
                <a16:creationId xmlns:a16="http://schemas.microsoft.com/office/drawing/2014/main" id="{3BB2527F-4DCE-4CB5-A96D-2E432FD5A07B}"/>
              </a:ext>
            </a:extLst>
          </p:cNvPr>
          <p:cNvSpPr>
            <a:spLocks noGrp="1"/>
          </p:cNvSpPr>
          <p:nvPr>
            <p:ph type="body" sz="quarter" idx="11" hasCustomPrompt="1"/>
          </p:nvPr>
        </p:nvSpPr>
        <p:spPr>
          <a:xfrm>
            <a:off x="411750" y="4632765"/>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chemeClr val="tx2"/>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Name Surname</a:t>
            </a:r>
          </a:p>
        </p:txBody>
      </p:sp>
      <p:sp>
        <p:nvSpPr>
          <p:cNvPr id="10" name="Text Placeholder 6">
            <a:extLst>
              <a:ext uri="{FF2B5EF4-FFF2-40B4-BE49-F238E27FC236}">
                <a16:creationId xmlns:a16="http://schemas.microsoft.com/office/drawing/2014/main" id="{47DFFB3C-E689-440E-8EDB-465853B34606}"/>
              </a:ext>
            </a:extLst>
          </p:cNvPr>
          <p:cNvSpPr>
            <a:spLocks noGrp="1"/>
          </p:cNvSpPr>
          <p:nvPr>
            <p:ph type="body" sz="quarter" idx="12" hasCustomPrompt="1"/>
          </p:nvPr>
        </p:nvSpPr>
        <p:spPr>
          <a:xfrm>
            <a:off x="411750" y="4971442"/>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chemeClr val="bg1"/>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Job Title</a:t>
            </a:r>
          </a:p>
        </p:txBody>
      </p:sp>
      <p:sp>
        <p:nvSpPr>
          <p:cNvPr id="12" name="Date Placeholder 5">
            <a:extLst>
              <a:ext uri="{FF2B5EF4-FFF2-40B4-BE49-F238E27FC236}">
                <a16:creationId xmlns:a16="http://schemas.microsoft.com/office/drawing/2014/main" id="{CCF107F9-C94D-455B-BEDB-A020D8CDE18D}"/>
              </a:ext>
            </a:extLst>
          </p:cNvPr>
          <p:cNvSpPr txBox="1">
            <a:spLocks/>
          </p:cNvSpPr>
          <p:nvPr userDrawn="1"/>
        </p:nvSpPr>
        <p:spPr>
          <a:xfrm>
            <a:off x="1892301" y="6516456"/>
            <a:ext cx="1191258"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fld id="{3B312C75-4EC6-4CE9-A7D2-0A1F3DCB4510}" type="datetime3">
              <a:rPr kumimoji="0" lang="en-US" sz="800" b="0" i="0" u="none" strike="noStrike" kern="0" cap="none" spc="0" normalizeH="0" baseline="0" noProof="0" smtClean="0">
                <a:ln>
                  <a:noFill/>
                </a:ln>
                <a:solidFill>
                  <a:schemeClr val="bg1"/>
                </a:solidFill>
                <a:effectLst/>
                <a:uLnTx/>
                <a:uFillTx/>
                <a:latin typeface="EYInterstate" panose="02000503020000020004" pitchFamily="2" charset="0"/>
              </a:rPr>
              <a:pPr marL="0" marR="0" lvl="0" indent="0" defTabSz="914400" eaLnBrk="1" fontAlgn="auto" latinLnBrk="0" hangingPunct="1">
                <a:lnSpc>
                  <a:spcPct val="100000"/>
                </a:lnSpc>
                <a:spcBef>
                  <a:spcPts val="0"/>
                </a:spcBef>
                <a:spcAft>
                  <a:spcPts val="0"/>
                </a:spcAft>
                <a:buClrTx/>
                <a:buSzTx/>
                <a:buFontTx/>
                <a:buNone/>
                <a:tabLst/>
                <a:defRPr/>
              </a:pPr>
              <a:t>2 November 2022</a:t>
            </a:fld>
            <a:endParaRPr kumimoji="0" lang="en-IN" sz="800" b="0" i="0" u="none" strike="noStrike" kern="0" cap="none" spc="0" normalizeH="0" baseline="0" noProof="0" dirty="0">
              <a:ln>
                <a:noFill/>
              </a:ln>
              <a:solidFill>
                <a:schemeClr val="bg1"/>
              </a:solidFill>
              <a:effectLst/>
              <a:uLnTx/>
              <a:uFillTx/>
              <a:latin typeface="EYInterstate" panose="02000503020000020004" pitchFamily="2" charset="0"/>
            </a:endParaRPr>
          </a:p>
        </p:txBody>
      </p:sp>
      <p:sp>
        <p:nvSpPr>
          <p:cNvPr id="13" name="Footer Placeholder 6">
            <a:extLst>
              <a:ext uri="{FF2B5EF4-FFF2-40B4-BE49-F238E27FC236}">
                <a16:creationId xmlns:a16="http://schemas.microsoft.com/office/drawing/2014/main" id="{D9005AFC-895B-4EDA-9A43-77811C01655C}"/>
              </a:ext>
            </a:extLst>
          </p:cNvPr>
          <p:cNvSpPr txBox="1">
            <a:spLocks/>
          </p:cNvSpPr>
          <p:nvPr userDrawn="1"/>
        </p:nvSpPr>
        <p:spPr>
          <a:xfrm>
            <a:off x="3321561" y="6516456"/>
            <a:ext cx="3086100"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dirty="0">
                <a:ln>
                  <a:noFill/>
                </a:ln>
                <a:solidFill>
                  <a:schemeClr val="bg1"/>
                </a:solidFill>
                <a:effectLst/>
                <a:uLnTx/>
                <a:uFillTx/>
                <a:latin typeface="EYInterstate" panose="02000503020000020004" pitchFamily="2" charset="0"/>
              </a:rPr>
              <a:t>Presentation title</a:t>
            </a:r>
          </a:p>
        </p:txBody>
      </p:sp>
      <p:sp>
        <p:nvSpPr>
          <p:cNvPr id="14" name="Slide Number Placeholder 7">
            <a:extLst>
              <a:ext uri="{FF2B5EF4-FFF2-40B4-BE49-F238E27FC236}">
                <a16:creationId xmlns:a16="http://schemas.microsoft.com/office/drawing/2014/main" id="{8A577A96-F56F-4422-BCCA-504BEFB21AE2}"/>
              </a:ext>
            </a:extLst>
          </p:cNvPr>
          <p:cNvSpPr txBox="1">
            <a:spLocks/>
          </p:cNvSpPr>
          <p:nvPr userDrawn="1"/>
        </p:nvSpPr>
        <p:spPr>
          <a:xfrm>
            <a:off x="363093" y="6516456"/>
            <a:ext cx="663066"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chemeClr val="bg1"/>
                </a:solidFill>
                <a:effectLst/>
                <a:uLnTx/>
                <a:uFillTx/>
                <a:latin typeface="EYInterstate" panose="02000503020000020004" pitchFamily="2" charset="0"/>
              </a:rPr>
              <a:t>Page </a:t>
            </a:r>
            <a:fld id="{F1BC30E3-FFE5-4B91-AA19-87A149EBB9EE}" type="slidenum">
              <a:rPr kumimoji="0" sz="800" b="0" i="0" u="none" strike="noStrike" kern="0" cap="none" spc="0" normalizeH="0" baseline="0" noProof="0" smtClean="0">
                <a:ln>
                  <a:noFill/>
                </a:ln>
                <a:solidFill>
                  <a:schemeClr val="bg1"/>
                </a:solidFill>
                <a:effectLst/>
                <a:uLnTx/>
                <a:uFillTx/>
                <a:latin typeface="EYInterstate" panose="02000503020000020004" pitchFamily="2" charset="0"/>
              </a:rPr>
              <a:pPr marL="0" marR="0" lvl="0" indent="0" defTabSz="914400" eaLnBrk="1" fontAlgn="auto" latinLnBrk="0" hangingPunct="1">
                <a:lnSpc>
                  <a:spcPct val="100000"/>
                </a:lnSpc>
                <a:spcBef>
                  <a:spcPts val="0"/>
                </a:spcBef>
                <a:spcAft>
                  <a:spcPts val="0"/>
                </a:spcAft>
                <a:buClrTx/>
                <a:buSzTx/>
                <a:buFontTx/>
                <a:buNone/>
                <a:tabLst/>
                <a:defRPr/>
              </a:pPr>
              <a:t>‹#›</a:t>
            </a:fld>
            <a:endParaRPr kumimoji="0" sz="800" b="0" i="0" u="none" strike="noStrike" kern="0" cap="none" spc="0" normalizeH="0" baseline="0" noProof="0" dirty="0">
              <a:ln>
                <a:noFill/>
              </a:ln>
              <a:solidFill>
                <a:schemeClr val="bg1"/>
              </a:solidFill>
              <a:effectLst/>
              <a:uLnTx/>
              <a:uFillTx/>
              <a:latin typeface="EYInterstate" panose="02000503020000020004" pitchFamily="2" charset="0"/>
            </a:endParaRPr>
          </a:p>
        </p:txBody>
      </p:sp>
    </p:spTree>
    <p:extLst>
      <p:ext uri="{BB962C8B-B14F-4D97-AF65-F5344CB8AC3E}">
        <p14:creationId xmlns:p14="http://schemas.microsoft.com/office/powerpoint/2010/main" val="13734392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400"/>
          </a:xfrm>
        </p:spPr>
        <p:txBody>
          <a:bodyPr/>
          <a:lstStyle>
            <a:lvl1pPr>
              <a:defRPr>
                <a:solidFill>
                  <a:schemeClr val="bg1"/>
                </a:solidFill>
              </a:defRPr>
            </a:lvl1pPr>
          </a:lstStyle>
          <a:p>
            <a:r>
              <a:rPr lang="en-GB"/>
              <a:t>Click to edit Master title style</a:t>
            </a:r>
            <a:endParaRPr lang="en-GB" dirty="0"/>
          </a:p>
        </p:txBody>
      </p:sp>
      <p:sp>
        <p:nvSpPr>
          <p:cNvPr id="3" name="Content Placeholder 2"/>
          <p:cNvSpPr>
            <a:spLocks noGrp="1"/>
          </p:cNvSpPr>
          <p:nvPr>
            <p:ph idx="1"/>
          </p:nvPr>
        </p:nvSpPr>
        <p:spPr>
          <a:xfrm>
            <a:off x="457201" y="1137920"/>
            <a:ext cx="6175841" cy="4834800"/>
          </a:xfrm>
        </p:spPr>
        <p:txBody>
          <a:bodyPr/>
          <a:lstStyle>
            <a:lvl1pPr marL="0" indent="0">
              <a:buNone/>
              <a:defRPr>
                <a:solidFill>
                  <a:schemeClr val="bg1"/>
                </a:solidFill>
              </a:defRPr>
            </a:lvl1pPr>
            <a:lvl2pPr marL="267319">
              <a:defRPr>
                <a:solidFill>
                  <a:schemeClr val="bg1"/>
                </a:solidFill>
              </a:defRPr>
            </a:lvl2pPr>
            <a:lvl3pPr marL="534639">
              <a:defRPr>
                <a:solidFill>
                  <a:schemeClr val="bg1"/>
                </a:solidFill>
              </a:defRPr>
            </a:lvl3pPr>
            <a:lvl4pPr marL="801958">
              <a:defRPr>
                <a:solidFill>
                  <a:schemeClr val="bg1"/>
                </a:solidFill>
              </a:defRPr>
            </a:lvl4pPr>
            <a:lvl5pPr marL="1069277">
              <a:defRPr sz="9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Line 10">
            <a:extLst>
              <a:ext uri="{FF2B5EF4-FFF2-40B4-BE49-F238E27FC236}">
                <a16:creationId xmlns:a16="http://schemas.microsoft.com/office/drawing/2014/main" id="{0DC4E272-5E22-4B3C-94CE-7BFF319FA14A}"/>
              </a:ext>
            </a:extLst>
          </p:cNvPr>
          <p:cNvSpPr>
            <a:spLocks noChangeShapeType="1"/>
          </p:cNvSpPr>
          <p:nvPr userDrawn="1"/>
        </p:nvSpPr>
        <p:spPr bwMode="auto">
          <a:xfrm>
            <a:off x="457201" y="907750"/>
            <a:ext cx="8258782"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31867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880"/>
          </a:xfrm>
        </p:spPr>
        <p:txBody>
          <a:bodyPr/>
          <a:lstStyle>
            <a:lvl1pPr>
              <a:defRPr>
                <a:solidFill>
                  <a:schemeClr val="bg1"/>
                </a:solidFill>
              </a:defRPr>
            </a:lvl1pPr>
          </a:lstStyle>
          <a:p>
            <a:r>
              <a:rPr lang="en-GB"/>
              <a:t>Click to edit Master title style</a:t>
            </a:r>
            <a:endParaRPr lang="en-GB" dirty="0"/>
          </a:p>
        </p:txBody>
      </p:sp>
      <p:sp>
        <p:nvSpPr>
          <p:cNvPr id="6" name="Line 10">
            <a:extLst>
              <a:ext uri="{FF2B5EF4-FFF2-40B4-BE49-F238E27FC236}">
                <a16:creationId xmlns:a16="http://schemas.microsoft.com/office/drawing/2014/main" id="{8E9B660A-29E5-49A2-9D87-2D7C78CC1148}"/>
              </a:ext>
            </a:extLst>
          </p:cNvPr>
          <p:cNvSpPr>
            <a:spLocks noChangeShapeType="1"/>
          </p:cNvSpPr>
          <p:nvPr userDrawn="1"/>
        </p:nvSpPr>
        <p:spPr bwMode="auto">
          <a:xfrm>
            <a:off x="457201" y="907750"/>
            <a:ext cx="8258782"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40593284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880"/>
          </a:xfrm>
        </p:spPr>
        <p:txBody>
          <a:bodyPr/>
          <a:lstStyle>
            <a:lvl1pPr>
              <a:defRPr sz="2400">
                <a:solidFill>
                  <a:schemeClr val="bg1"/>
                </a:solidFill>
              </a:defRPr>
            </a:lvl1pPr>
          </a:lstStyle>
          <a:p>
            <a:r>
              <a:rPr lang="en-GB"/>
              <a:t>Click to edit Master title style</a:t>
            </a:r>
            <a:endParaRPr lang="en-GB" dirty="0"/>
          </a:p>
        </p:txBody>
      </p:sp>
      <p:sp>
        <p:nvSpPr>
          <p:cNvPr id="3" name="Content Placeholder 2"/>
          <p:cNvSpPr>
            <a:spLocks noGrp="1"/>
          </p:cNvSpPr>
          <p:nvPr>
            <p:ph sz="half" idx="1"/>
          </p:nvPr>
        </p:nvSpPr>
        <p:spPr>
          <a:xfrm>
            <a:off x="457201" y="1137919"/>
            <a:ext cx="4038600" cy="4834800"/>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349"/>
            </a:lvl6pPr>
            <a:lvl7pPr>
              <a:defRPr sz="1349"/>
            </a:lvl7pPr>
            <a:lvl8pPr>
              <a:defRPr sz="1349"/>
            </a:lvl8pPr>
            <a:lvl9pPr>
              <a:defRPr sz="134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4648201" y="1137919"/>
            <a:ext cx="4038600" cy="4834800"/>
          </a:xfrm>
        </p:spPr>
        <p:txBody>
          <a:bodyPr/>
          <a:lstStyle>
            <a:lvl1pPr>
              <a:defRPr sz="2000">
                <a:solidFill>
                  <a:schemeClr val="bg1"/>
                </a:solidFill>
              </a:defRPr>
            </a:lvl1pPr>
            <a:lvl2pPr>
              <a:defRPr sz="1800">
                <a:solidFill>
                  <a:schemeClr val="bg1"/>
                </a:solidFill>
              </a:defRPr>
            </a:lvl2pPr>
            <a:lvl3pPr>
              <a:defRPr sz="1400">
                <a:solidFill>
                  <a:schemeClr val="bg1"/>
                </a:solidFill>
              </a:defRPr>
            </a:lvl3pPr>
            <a:lvl4pPr>
              <a:defRPr sz="1600">
                <a:solidFill>
                  <a:schemeClr val="bg1"/>
                </a:solidFill>
              </a:defRPr>
            </a:lvl4pPr>
            <a:lvl5pPr>
              <a:defRPr sz="1200">
                <a:solidFill>
                  <a:schemeClr val="bg1"/>
                </a:solidFill>
              </a:defRPr>
            </a:lvl5pPr>
            <a:lvl6pPr>
              <a:defRPr sz="1349"/>
            </a:lvl6pPr>
            <a:lvl7pPr>
              <a:defRPr sz="1349"/>
            </a:lvl7pPr>
            <a:lvl8pPr>
              <a:defRPr sz="1349"/>
            </a:lvl8pPr>
            <a:lvl9pPr>
              <a:defRPr sz="134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Line 10">
            <a:extLst>
              <a:ext uri="{FF2B5EF4-FFF2-40B4-BE49-F238E27FC236}">
                <a16:creationId xmlns:a16="http://schemas.microsoft.com/office/drawing/2014/main" id="{0C976817-4856-4880-A98A-B5A5C7C55425}"/>
              </a:ext>
            </a:extLst>
          </p:cNvPr>
          <p:cNvSpPr>
            <a:spLocks noChangeShapeType="1"/>
          </p:cNvSpPr>
          <p:nvPr userDrawn="1"/>
        </p:nvSpPr>
        <p:spPr bwMode="auto">
          <a:xfrm>
            <a:off x="457201" y="907750"/>
            <a:ext cx="8258782"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85967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9247" y="1869441"/>
            <a:ext cx="4042800" cy="4256075"/>
          </a:xfrm>
        </p:spPr>
        <p:txBody>
          <a:bodyPr/>
          <a:lstStyle>
            <a:lvl1pPr>
              <a:defRPr sz="1499">
                <a:solidFill>
                  <a:schemeClr val="bg1"/>
                </a:solidFill>
              </a:defRPr>
            </a:lvl1pPr>
            <a:lvl2pPr>
              <a:defRPr sz="1349">
                <a:solidFill>
                  <a:schemeClr val="bg1"/>
                </a:solidFill>
              </a:defRPr>
            </a:lvl2pPr>
            <a:lvl3pPr>
              <a:defRPr sz="1199">
                <a:solidFill>
                  <a:schemeClr val="bg1"/>
                </a:solidFill>
              </a:defRPr>
            </a:lvl3pPr>
            <a:lvl4pPr>
              <a:defRPr sz="1049">
                <a:solidFill>
                  <a:schemeClr val="bg1"/>
                </a:solidFill>
              </a:defRPr>
            </a:lvl4pPr>
            <a:lvl5pPr>
              <a:defRPr sz="900">
                <a:solidFill>
                  <a:schemeClr val="bg1"/>
                </a:solidFill>
              </a:defRPr>
            </a:lvl5pPr>
            <a:lvl6pPr>
              <a:defRPr sz="1349"/>
            </a:lvl6pPr>
            <a:lvl7pPr>
              <a:defRPr sz="1349"/>
            </a:lvl7pPr>
            <a:lvl8pPr>
              <a:defRPr sz="1349"/>
            </a:lvl8pPr>
            <a:lvl9pPr>
              <a:defRPr sz="134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4647304" y="1869441"/>
            <a:ext cx="4042800" cy="4256075"/>
          </a:xfrm>
        </p:spPr>
        <p:txBody>
          <a:bodyPr/>
          <a:lstStyle>
            <a:lvl1pPr>
              <a:defRPr sz="1499">
                <a:solidFill>
                  <a:schemeClr val="bg1"/>
                </a:solidFill>
              </a:defRPr>
            </a:lvl1pPr>
            <a:lvl2pPr>
              <a:defRPr sz="1349">
                <a:solidFill>
                  <a:schemeClr val="bg1"/>
                </a:solidFill>
              </a:defRPr>
            </a:lvl2pPr>
            <a:lvl3pPr>
              <a:defRPr sz="1199">
                <a:solidFill>
                  <a:schemeClr val="bg1"/>
                </a:solidFill>
              </a:defRPr>
            </a:lvl3pPr>
            <a:lvl4pPr>
              <a:defRPr sz="1049">
                <a:solidFill>
                  <a:schemeClr val="bg1"/>
                </a:solidFill>
              </a:defRPr>
            </a:lvl4pPr>
            <a:lvl5pPr>
              <a:defRPr sz="900">
                <a:solidFill>
                  <a:schemeClr val="bg1"/>
                </a:solidFill>
              </a:defRPr>
            </a:lvl5pPr>
            <a:lvl6pPr>
              <a:defRPr sz="1349"/>
            </a:lvl6pPr>
            <a:lvl7pPr>
              <a:defRPr sz="1349"/>
            </a:lvl7pPr>
            <a:lvl8pPr>
              <a:defRPr sz="1349"/>
            </a:lvl8pPr>
            <a:lvl9pPr>
              <a:defRPr sz="134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Text Placeholder 9"/>
          <p:cNvSpPr>
            <a:spLocks noGrp="1"/>
          </p:cNvSpPr>
          <p:nvPr>
            <p:ph type="body" sz="quarter" idx="12"/>
          </p:nvPr>
        </p:nvSpPr>
        <p:spPr>
          <a:xfrm>
            <a:off x="457201" y="1137920"/>
            <a:ext cx="4042800" cy="640800"/>
          </a:xfrm>
        </p:spPr>
        <p:txBody>
          <a:bodyPr anchor="t" anchorCtr="0"/>
          <a:lstStyle>
            <a:lvl1pPr>
              <a:buNone/>
              <a:defRPr b="1">
                <a:solidFill>
                  <a:schemeClr val="bg1"/>
                </a:solidFill>
              </a:defRPr>
            </a:lvl1pPr>
          </a:lstStyle>
          <a:p>
            <a:pPr lvl="0"/>
            <a:r>
              <a:rPr lang="en-GB"/>
              <a:t>Click to edit Master text styles</a:t>
            </a:r>
          </a:p>
        </p:txBody>
      </p:sp>
      <p:sp>
        <p:nvSpPr>
          <p:cNvPr id="11" name="Text Placeholder 9"/>
          <p:cNvSpPr>
            <a:spLocks noGrp="1"/>
          </p:cNvSpPr>
          <p:nvPr>
            <p:ph type="body" sz="quarter" idx="13"/>
          </p:nvPr>
        </p:nvSpPr>
        <p:spPr>
          <a:xfrm>
            <a:off x="4647304" y="1137920"/>
            <a:ext cx="4042800" cy="640800"/>
          </a:xfrm>
        </p:spPr>
        <p:txBody>
          <a:bodyPr anchor="t" anchorCtr="0"/>
          <a:lstStyle>
            <a:lvl1pPr>
              <a:buNone/>
              <a:defRPr b="1">
                <a:solidFill>
                  <a:schemeClr val="bg1"/>
                </a:solidFill>
              </a:defRPr>
            </a:lvl1pPr>
          </a:lstStyle>
          <a:p>
            <a:pPr lvl="0"/>
            <a:r>
              <a:rPr lang="en-GB"/>
              <a:t>Click to edit Master text styles</a:t>
            </a:r>
          </a:p>
        </p:txBody>
      </p:sp>
      <p:sp>
        <p:nvSpPr>
          <p:cNvPr id="2" name="Title 1"/>
          <p:cNvSpPr>
            <a:spLocks noGrp="1"/>
          </p:cNvSpPr>
          <p:nvPr>
            <p:ph type="title"/>
          </p:nvPr>
        </p:nvSpPr>
        <p:spPr>
          <a:xfrm>
            <a:off x="457201" y="294200"/>
            <a:ext cx="8229600" cy="590880"/>
          </a:xfrm>
        </p:spPr>
        <p:txBody>
          <a:bodyPr/>
          <a:lstStyle>
            <a:lvl1pPr>
              <a:defRPr sz="2400">
                <a:solidFill>
                  <a:schemeClr val="bg1"/>
                </a:solidFill>
              </a:defRPr>
            </a:lvl1pPr>
          </a:lstStyle>
          <a:p>
            <a:r>
              <a:rPr lang="en-GB"/>
              <a:t>Click to edit Master title style</a:t>
            </a:r>
            <a:endParaRPr lang="en-US" dirty="0"/>
          </a:p>
        </p:txBody>
      </p:sp>
      <p:sp>
        <p:nvSpPr>
          <p:cNvPr id="9" name="Line 10">
            <a:extLst>
              <a:ext uri="{FF2B5EF4-FFF2-40B4-BE49-F238E27FC236}">
                <a16:creationId xmlns:a16="http://schemas.microsoft.com/office/drawing/2014/main" id="{04B06CAE-5FB1-4603-B59C-091CBDD47D42}"/>
              </a:ext>
            </a:extLst>
          </p:cNvPr>
          <p:cNvSpPr>
            <a:spLocks noChangeShapeType="1"/>
          </p:cNvSpPr>
          <p:nvPr userDrawn="1"/>
        </p:nvSpPr>
        <p:spPr bwMode="auto">
          <a:xfrm>
            <a:off x="457201" y="907750"/>
            <a:ext cx="8258782"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638143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8220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Focused data">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3999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594520"/>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vid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2281801"/>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58098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0052CFA6-7CF5-41BD-9D94-2D0DAE108428}"/>
              </a:ext>
            </a:extLst>
          </p:cNvPr>
          <p:cNvSpPr>
            <a:spLocks noGrp="1"/>
          </p:cNvSpPr>
          <p:nvPr>
            <p:ph type="media" sz="quarter" idx="10" hasCustomPrompt="1"/>
          </p:nvPr>
        </p:nvSpPr>
        <p:spPr>
          <a:xfrm>
            <a:off x="0" y="0"/>
            <a:ext cx="9144000" cy="6858000"/>
          </a:xfrm>
        </p:spPr>
        <p:txBody>
          <a:bodyPr anchor="ctr"/>
          <a:lstStyle>
            <a:lvl1pPr marL="0" indent="0" algn="ctr">
              <a:buNone/>
              <a:defRPr/>
            </a:lvl1pPr>
          </a:lstStyle>
          <a:p>
            <a:r>
              <a:rPr lang="en-IN" dirty="0"/>
              <a:t>Video</a:t>
            </a:r>
          </a:p>
        </p:txBody>
      </p:sp>
    </p:spTree>
    <p:extLst>
      <p:ext uri="{BB962C8B-B14F-4D97-AF65-F5344CB8AC3E}">
        <p14:creationId xmlns:p14="http://schemas.microsoft.com/office/powerpoint/2010/main" val="30577477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_Final leg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ABFE52-8B9C-459B-B350-E3ADCFE74B2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00" r="12500"/>
          <a:stretch/>
        </p:blipFill>
        <p:spPr>
          <a:xfrm>
            <a:off x="0" y="0"/>
            <a:ext cx="9144000" cy="6858000"/>
          </a:xfrm>
          <a:prstGeom prst="rect">
            <a:avLst/>
          </a:prstGeom>
        </p:spPr>
      </p:pic>
      <p:sp>
        <p:nvSpPr>
          <p:cNvPr id="8" name="Content Placeholder 2"/>
          <p:cNvSpPr>
            <a:spLocks noGrp="1"/>
          </p:cNvSpPr>
          <p:nvPr>
            <p:ph idx="1"/>
          </p:nvPr>
        </p:nvSpPr>
        <p:spPr>
          <a:xfrm>
            <a:off x="455612" y="719139"/>
            <a:ext cx="3506400" cy="5210062"/>
          </a:xfrm>
        </p:spPr>
        <p:txBody>
          <a:bodyPr/>
          <a:lstStyle>
            <a:lvl1pPr marL="0" indent="0" algn="l" defTabSz="746124" rtl="0" fontAlgn="base">
              <a:lnSpc>
                <a:spcPct val="100000"/>
              </a:lnSpc>
              <a:spcBef>
                <a:spcPct val="70000"/>
              </a:spcBef>
              <a:spcAft>
                <a:spcPct val="0"/>
              </a:spcAft>
              <a:buSzPct val="100000"/>
              <a:buNone/>
              <a:defRPr lang="en-US" sz="900" kern="1200" noProof="0" dirty="0" smtClean="0">
                <a:solidFill>
                  <a:schemeClr val="bg1"/>
                </a:solidFill>
                <a:latin typeface="EYInterstate Light" panose="02000506000000020004" pitchFamily="2" charset="0"/>
                <a:ea typeface="+mn-ea"/>
                <a:cs typeface="Arial" pitchFamily="34" charset="0"/>
              </a:defRPr>
            </a:lvl1pPr>
            <a:lvl2pPr marL="0" indent="0" algn="l" defTabSz="746124" rtl="0" fontAlgn="base">
              <a:lnSpc>
                <a:spcPct val="100000"/>
              </a:lnSpc>
              <a:spcBef>
                <a:spcPct val="0"/>
              </a:spcBef>
              <a:spcAft>
                <a:spcPct val="0"/>
              </a:spcAft>
              <a:buSzPct val="100000"/>
              <a:buNone/>
              <a:defRPr lang="en-US" sz="675" b="1" kern="1200" noProof="0" dirty="0" smtClean="0">
                <a:solidFill>
                  <a:schemeClr val="bg1"/>
                </a:solidFill>
                <a:latin typeface="EYInterstate Light" panose="02000506000000020004" pitchFamily="2" charset="0"/>
                <a:ea typeface="+mn-ea"/>
                <a:cs typeface="Arial" pitchFamily="34" charset="0"/>
              </a:defRPr>
            </a:lvl2pPr>
            <a:lvl3pPr marL="132089" indent="-132089" algn="l" defTabSz="746124" rtl="0" fontAlgn="base">
              <a:lnSpc>
                <a:spcPct val="100000"/>
              </a:lnSpc>
              <a:spcBef>
                <a:spcPct val="0"/>
              </a:spcBef>
              <a:spcAft>
                <a:spcPct val="0"/>
              </a:spcAft>
              <a:buClr>
                <a:schemeClr val="tx2"/>
              </a:buClr>
              <a:buSzPct val="70000"/>
              <a:buFont typeface="Arial" pitchFamily="34" charset="0"/>
              <a:buChar char="►"/>
              <a:defRPr lang="en-US" sz="675" b="1" kern="1200" noProof="0" dirty="0" smtClean="0">
                <a:solidFill>
                  <a:schemeClr val="bg1"/>
                </a:solidFill>
                <a:latin typeface="EYInterstate Light" panose="02000506000000020004" pitchFamily="2" charset="0"/>
                <a:ea typeface="+mn-ea"/>
                <a:cs typeface="Arial" pitchFamily="34" charset="0"/>
              </a:defRPr>
            </a:lvl3pPr>
            <a:lvl4pPr marL="0" indent="0" algn="l" defTabSz="746124" rtl="0" fontAlgn="base">
              <a:lnSpc>
                <a:spcPct val="100000"/>
              </a:lnSpc>
              <a:spcBef>
                <a:spcPct val="0"/>
              </a:spcBef>
              <a:spcAft>
                <a:spcPct val="0"/>
              </a:spcAft>
              <a:buSzPct val="100000"/>
              <a:buNone/>
              <a:defRPr lang="en-US" sz="600" kern="1200" noProof="0" dirty="0" smtClean="0">
                <a:solidFill>
                  <a:schemeClr val="bg1"/>
                </a:solidFill>
                <a:latin typeface="EYInterstate Light" panose="02000506000000020004" pitchFamily="2" charset="0"/>
                <a:ea typeface="+mn-ea"/>
                <a:cs typeface="Arial" pitchFamily="34" charset="0"/>
              </a:defRPr>
            </a:lvl4pPr>
            <a:lvl5pPr marL="141609" indent="-141609" algn="l" defTabSz="746124" rtl="0" fontAlgn="base">
              <a:lnSpc>
                <a:spcPct val="100000"/>
              </a:lnSpc>
              <a:spcBef>
                <a:spcPct val="0"/>
              </a:spcBef>
              <a:spcAft>
                <a:spcPct val="0"/>
              </a:spcAft>
              <a:buClr>
                <a:schemeClr val="tx2"/>
              </a:buClr>
              <a:buSzPct val="70000"/>
              <a:buFont typeface="Arial" pitchFamily="34" charset="0"/>
              <a:buChar char="►"/>
              <a:defRPr lang="en-US" sz="600" kern="1200" noProof="0" dirty="0">
                <a:solidFill>
                  <a:schemeClr val="bg1"/>
                </a:solidFill>
                <a:latin typeface="EYInterstate Light" panose="02000506000000020004" pitchFamily="2" charset="0"/>
                <a:ea typeface="+mn-ea"/>
                <a:cs typeface="Arial" pitchFamily="34" charset="0"/>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dirty="0"/>
          </a:p>
        </p:txBody>
      </p:sp>
    </p:spTree>
    <p:extLst>
      <p:ext uri="{BB962C8B-B14F-4D97-AF65-F5344CB8AC3E}">
        <p14:creationId xmlns:p14="http://schemas.microsoft.com/office/powerpoint/2010/main" val="28207894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Final legal tex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266A06-263B-4A4A-913D-FDC2AFF1227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00" r="12500"/>
          <a:stretch/>
        </p:blipFill>
        <p:spPr>
          <a:xfrm>
            <a:off x="0" y="0"/>
            <a:ext cx="9144000" cy="6858000"/>
          </a:xfrm>
          <a:prstGeom prst="rect">
            <a:avLst/>
          </a:prstGeom>
        </p:spPr>
      </p:pic>
      <p:sp>
        <p:nvSpPr>
          <p:cNvPr id="8" name="Content Placeholder 2"/>
          <p:cNvSpPr>
            <a:spLocks noGrp="1"/>
          </p:cNvSpPr>
          <p:nvPr>
            <p:ph idx="1"/>
          </p:nvPr>
        </p:nvSpPr>
        <p:spPr>
          <a:xfrm>
            <a:off x="455612" y="719139"/>
            <a:ext cx="3506400" cy="5210062"/>
          </a:xfrm>
        </p:spPr>
        <p:txBody>
          <a:bodyPr/>
          <a:lstStyle>
            <a:lvl1pPr marL="0" indent="0" algn="l" defTabSz="746124" rtl="0" fontAlgn="base">
              <a:lnSpc>
                <a:spcPct val="100000"/>
              </a:lnSpc>
              <a:spcBef>
                <a:spcPct val="70000"/>
              </a:spcBef>
              <a:spcAft>
                <a:spcPct val="0"/>
              </a:spcAft>
              <a:buSzPct val="100000"/>
              <a:buNone/>
              <a:defRPr lang="en-US" sz="900" kern="1200" noProof="0" dirty="0" smtClean="0">
                <a:solidFill>
                  <a:schemeClr val="bg1"/>
                </a:solidFill>
                <a:latin typeface="EYInterstate Light" panose="02000506000000020004" pitchFamily="2" charset="0"/>
                <a:ea typeface="+mn-ea"/>
                <a:cs typeface="Arial" pitchFamily="34" charset="0"/>
              </a:defRPr>
            </a:lvl1pPr>
            <a:lvl2pPr marL="0" indent="0" algn="l" defTabSz="746124" rtl="0" fontAlgn="base">
              <a:lnSpc>
                <a:spcPct val="100000"/>
              </a:lnSpc>
              <a:spcBef>
                <a:spcPct val="0"/>
              </a:spcBef>
              <a:spcAft>
                <a:spcPct val="0"/>
              </a:spcAft>
              <a:buSzPct val="100000"/>
              <a:buNone/>
              <a:defRPr lang="en-US" sz="675" b="1" kern="1200" noProof="0" dirty="0" smtClean="0">
                <a:solidFill>
                  <a:schemeClr val="bg1"/>
                </a:solidFill>
                <a:latin typeface="EYInterstate Light" panose="02000506000000020004" pitchFamily="2" charset="0"/>
                <a:ea typeface="+mn-ea"/>
                <a:cs typeface="Arial" pitchFamily="34" charset="0"/>
              </a:defRPr>
            </a:lvl2pPr>
            <a:lvl3pPr marL="132089" indent="-132089" algn="l" defTabSz="746124" rtl="0" fontAlgn="base">
              <a:lnSpc>
                <a:spcPct val="100000"/>
              </a:lnSpc>
              <a:spcBef>
                <a:spcPct val="0"/>
              </a:spcBef>
              <a:spcAft>
                <a:spcPct val="0"/>
              </a:spcAft>
              <a:buClr>
                <a:schemeClr val="tx2"/>
              </a:buClr>
              <a:buSzPct val="70000"/>
              <a:buFont typeface="Arial" pitchFamily="34" charset="0"/>
              <a:buChar char="►"/>
              <a:defRPr lang="en-US" sz="675" b="1" kern="1200" noProof="0" dirty="0" smtClean="0">
                <a:solidFill>
                  <a:schemeClr val="bg1"/>
                </a:solidFill>
                <a:latin typeface="EYInterstate Light" panose="02000506000000020004" pitchFamily="2" charset="0"/>
                <a:ea typeface="+mn-ea"/>
                <a:cs typeface="Arial" pitchFamily="34" charset="0"/>
              </a:defRPr>
            </a:lvl3pPr>
            <a:lvl4pPr marL="0" indent="0" algn="l" defTabSz="746124" rtl="0" fontAlgn="base">
              <a:lnSpc>
                <a:spcPct val="100000"/>
              </a:lnSpc>
              <a:spcBef>
                <a:spcPct val="0"/>
              </a:spcBef>
              <a:spcAft>
                <a:spcPct val="0"/>
              </a:spcAft>
              <a:buSzPct val="100000"/>
              <a:buNone/>
              <a:defRPr lang="en-US" sz="600" kern="1200" noProof="0" dirty="0" smtClean="0">
                <a:solidFill>
                  <a:schemeClr val="bg1"/>
                </a:solidFill>
                <a:latin typeface="EYInterstate Light" panose="02000506000000020004" pitchFamily="2" charset="0"/>
                <a:ea typeface="+mn-ea"/>
                <a:cs typeface="Arial" pitchFamily="34" charset="0"/>
              </a:defRPr>
            </a:lvl4pPr>
            <a:lvl5pPr marL="141609" indent="-141609" algn="l" defTabSz="746124" rtl="0" fontAlgn="base">
              <a:lnSpc>
                <a:spcPct val="100000"/>
              </a:lnSpc>
              <a:spcBef>
                <a:spcPct val="0"/>
              </a:spcBef>
              <a:spcAft>
                <a:spcPct val="0"/>
              </a:spcAft>
              <a:buClr>
                <a:schemeClr val="tx2"/>
              </a:buClr>
              <a:buSzPct val="70000"/>
              <a:buFont typeface="Arial" pitchFamily="34" charset="0"/>
              <a:buChar char="►"/>
              <a:defRPr lang="en-US" sz="600" kern="1200" noProof="0" dirty="0">
                <a:solidFill>
                  <a:schemeClr val="bg1"/>
                </a:solidFill>
                <a:latin typeface="EYInterstate Light" panose="02000506000000020004" pitchFamily="2" charset="0"/>
                <a:ea typeface="+mn-ea"/>
                <a:cs typeface="Arial" pitchFamily="34" charset="0"/>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dirty="0"/>
          </a:p>
        </p:txBody>
      </p:sp>
    </p:spTree>
    <p:extLst>
      <p:ext uri="{BB962C8B-B14F-4D97-AF65-F5344CB8AC3E}">
        <p14:creationId xmlns:p14="http://schemas.microsoft.com/office/powerpoint/2010/main" val="25363518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1_Final leg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B113FC-110C-4156-AE54-B6BF409697B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00" r="12500"/>
          <a:stretch/>
        </p:blipFill>
        <p:spPr>
          <a:xfrm>
            <a:off x="0" y="0"/>
            <a:ext cx="9144000" cy="6858000"/>
          </a:xfrm>
          <a:prstGeom prst="rect">
            <a:avLst/>
          </a:prstGeom>
        </p:spPr>
      </p:pic>
      <p:sp>
        <p:nvSpPr>
          <p:cNvPr id="8" name="Content Placeholder 2"/>
          <p:cNvSpPr>
            <a:spLocks noGrp="1"/>
          </p:cNvSpPr>
          <p:nvPr>
            <p:ph idx="1"/>
          </p:nvPr>
        </p:nvSpPr>
        <p:spPr>
          <a:xfrm>
            <a:off x="455612" y="719139"/>
            <a:ext cx="3506400" cy="5210062"/>
          </a:xfrm>
        </p:spPr>
        <p:txBody>
          <a:bodyPr/>
          <a:lstStyle>
            <a:lvl1pPr marL="0" indent="0" algn="l" defTabSz="746124" rtl="0" fontAlgn="base">
              <a:lnSpc>
                <a:spcPct val="100000"/>
              </a:lnSpc>
              <a:spcBef>
                <a:spcPct val="70000"/>
              </a:spcBef>
              <a:spcAft>
                <a:spcPct val="0"/>
              </a:spcAft>
              <a:buSzPct val="100000"/>
              <a:buNone/>
              <a:defRPr lang="en-US" sz="900" kern="1200" noProof="0" dirty="0" smtClean="0">
                <a:solidFill>
                  <a:schemeClr val="bg1"/>
                </a:solidFill>
                <a:latin typeface="EYInterstate Light" panose="02000506000000020004" pitchFamily="2" charset="0"/>
                <a:ea typeface="+mn-ea"/>
                <a:cs typeface="Arial" pitchFamily="34" charset="0"/>
              </a:defRPr>
            </a:lvl1pPr>
            <a:lvl2pPr marL="0" indent="0" algn="l" defTabSz="746124" rtl="0" fontAlgn="base">
              <a:lnSpc>
                <a:spcPct val="100000"/>
              </a:lnSpc>
              <a:spcBef>
                <a:spcPct val="0"/>
              </a:spcBef>
              <a:spcAft>
                <a:spcPct val="0"/>
              </a:spcAft>
              <a:buSzPct val="100000"/>
              <a:buNone/>
              <a:defRPr lang="en-US" sz="675" b="1" kern="1200" noProof="0" dirty="0" smtClean="0">
                <a:solidFill>
                  <a:schemeClr val="bg1"/>
                </a:solidFill>
                <a:latin typeface="EYInterstate Light" panose="02000506000000020004" pitchFamily="2" charset="0"/>
                <a:ea typeface="+mn-ea"/>
                <a:cs typeface="Arial" pitchFamily="34" charset="0"/>
              </a:defRPr>
            </a:lvl2pPr>
            <a:lvl3pPr marL="132089" indent="-132089" algn="l" defTabSz="746124" rtl="0" fontAlgn="base">
              <a:lnSpc>
                <a:spcPct val="100000"/>
              </a:lnSpc>
              <a:spcBef>
                <a:spcPct val="0"/>
              </a:spcBef>
              <a:spcAft>
                <a:spcPct val="0"/>
              </a:spcAft>
              <a:buClr>
                <a:schemeClr val="tx2"/>
              </a:buClr>
              <a:buSzPct val="70000"/>
              <a:buFont typeface="Arial" pitchFamily="34" charset="0"/>
              <a:buChar char="►"/>
              <a:defRPr lang="en-US" sz="675" b="1" kern="1200" noProof="0" dirty="0" smtClean="0">
                <a:solidFill>
                  <a:schemeClr val="bg1"/>
                </a:solidFill>
                <a:latin typeface="EYInterstate Light" panose="02000506000000020004" pitchFamily="2" charset="0"/>
                <a:ea typeface="+mn-ea"/>
                <a:cs typeface="Arial" pitchFamily="34" charset="0"/>
              </a:defRPr>
            </a:lvl3pPr>
            <a:lvl4pPr marL="0" indent="0" algn="l" defTabSz="746124" rtl="0" fontAlgn="base">
              <a:lnSpc>
                <a:spcPct val="100000"/>
              </a:lnSpc>
              <a:spcBef>
                <a:spcPct val="0"/>
              </a:spcBef>
              <a:spcAft>
                <a:spcPct val="0"/>
              </a:spcAft>
              <a:buSzPct val="100000"/>
              <a:buNone/>
              <a:defRPr lang="en-US" sz="600" kern="1200" noProof="0" dirty="0" smtClean="0">
                <a:solidFill>
                  <a:schemeClr val="bg1"/>
                </a:solidFill>
                <a:latin typeface="EYInterstate Light" panose="02000506000000020004" pitchFamily="2" charset="0"/>
                <a:ea typeface="+mn-ea"/>
                <a:cs typeface="Arial" pitchFamily="34" charset="0"/>
              </a:defRPr>
            </a:lvl4pPr>
            <a:lvl5pPr marL="141609" indent="-141609" algn="l" defTabSz="746124" rtl="0" fontAlgn="base">
              <a:lnSpc>
                <a:spcPct val="100000"/>
              </a:lnSpc>
              <a:spcBef>
                <a:spcPct val="0"/>
              </a:spcBef>
              <a:spcAft>
                <a:spcPct val="0"/>
              </a:spcAft>
              <a:buClr>
                <a:schemeClr val="tx2"/>
              </a:buClr>
              <a:buSzPct val="70000"/>
              <a:buFont typeface="Arial" pitchFamily="34" charset="0"/>
              <a:buChar char="►"/>
              <a:defRPr lang="en-US" sz="600" kern="1200" noProof="0" dirty="0">
                <a:solidFill>
                  <a:schemeClr val="bg1"/>
                </a:solidFill>
                <a:latin typeface="EYInterstate Light" panose="02000506000000020004" pitchFamily="2" charset="0"/>
                <a:ea typeface="+mn-ea"/>
                <a:cs typeface="Arial" pitchFamily="34" charset="0"/>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dirty="0"/>
          </a:p>
        </p:txBody>
      </p:sp>
    </p:spTree>
    <p:extLst>
      <p:ext uri="{BB962C8B-B14F-4D97-AF65-F5344CB8AC3E}">
        <p14:creationId xmlns:p14="http://schemas.microsoft.com/office/powerpoint/2010/main" val="28270463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457200" y="201600"/>
            <a:ext cx="8229600" cy="594360"/>
          </a:xfrm>
        </p:spPr>
        <p:txBody>
          <a:bodyPr/>
          <a:lstStyle>
            <a:lvl1pPr>
              <a:defRPr>
                <a:solidFill>
                  <a:schemeClr val="bg1"/>
                </a:solidFill>
              </a:defRPr>
            </a:lvl1pPr>
          </a:lstStyle>
          <a:p>
            <a:r>
              <a:rPr lang="en-GB"/>
              <a:t>Click to edit Master title style</a:t>
            </a:r>
            <a:endParaRPr lang="en-GB" dirty="0"/>
          </a:p>
        </p:txBody>
      </p:sp>
      <p:sp>
        <p:nvSpPr>
          <p:cNvPr id="5" name="Table Placeholder 4">
            <a:extLst>
              <a:ext uri="{FF2B5EF4-FFF2-40B4-BE49-F238E27FC236}">
                <a16:creationId xmlns:a16="http://schemas.microsoft.com/office/drawing/2014/main" id="{95A2BE92-ABF7-4A82-BC35-00F28F500FED}"/>
              </a:ext>
            </a:extLst>
          </p:cNvPr>
          <p:cNvSpPr>
            <a:spLocks noGrp="1"/>
          </p:cNvSpPr>
          <p:nvPr>
            <p:ph type="tbl" sz="quarter" idx="10"/>
          </p:nvPr>
        </p:nvSpPr>
        <p:spPr>
          <a:xfrm>
            <a:off x="457200" y="1442718"/>
            <a:ext cx="3716193" cy="4267457"/>
          </a:xfrm>
        </p:spPr>
        <p:txBody>
          <a:bodyPr/>
          <a:lstStyle/>
          <a:p>
            <a:r>
              <a:rPr lang="en-GB"/>
              <a:t>Click icon to add table</a:t>
            </a:r>
            <a:endParaRPr lang="en-IN"/>
          </a:p>
        </p:txBody>
      </p:sp>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5347311" y="3990497"/>
            <a:ext cx="2315750" cy="180000"/>
          </a:xfrm>
        </p:spPr>
        <p:txBody>
          <a:bodyPr/>
          <a:lstStyle>
            <a:lvl1pPr marL="0" indent="0">
              <a:buNone/>
              <a:defRPr sz="900">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5347311" y="4233140"/>
            <a:ext cx="2315750" cy="180000"/>
          </a:xfrm>
        </p:spPr>
        <p:txBody>
          <a:bodyPr/>
          <a:lstStyle>
            <a:lvl1pPr marL="0" indent="0">
              <a:buNone/>
              <a:defRPr sz="900">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4589865" y="3882880"/>
            <a:ext cx="583915" cy="585216"/>
          </a:xfrm>
          <a:prstGeom prst="ellipse">
            <a:avLst/>
          </a:prstGeom>
        </p:spPr>
        <p:txBody>
          <a:bodyPr anchor="ctr"/>
          <a:lstStyle>
            <a:lvl1pPr marL="0" indent="0" algn="ctr">
              <a:buNone/>
              <a:defRPr sz="675">
                <a:solidFill>
                  <a:schemeClr val="bg1"/>
                </a:solidFill>
              </a:defRPr>
            </a:lvl1pPr>
          </a:lstStyle>
          <a:p>
            <a:r>
              <a:rPr lang="en-GB"/>
              <a:t>Click icon to add picture</a:t>
            </a:r>
            <a:endParaRPr lang="en-GB" dirty="0"/>
          </a:p>
        </p:txBody>
      </p:sp>
      <p:sp>
        <p:nvSpPr>
          <p:cNvPr id="9" name="Text Placeholder 8">
            <a:extLst>
              <a:ext uri="{FF2B5EF4-FFF2-40B4-BE49-F238E27FC236}">
                <a16:creationId xmlns:a16="http://schemas.microsoft.com/office/drawing/2014/main" id="{5DB83DAE-9FEB-4E9C-85BA-A34BD239275A}"/>
              </a:ext>
            </a:extLst>
          </p:cNvPr>
          <p:cNvSpPr>
            <a:spLocks noGrp="1"/>
          </p:cNvSpPr>
          <p:nvPr>
            <p:ph type="body" sz="quarter" idx="17" hasCustomPrompt="1"/>
          </p:nvPr>
        </p:nvSpPr>
        <p:spPr>
          <a:xfrm>
            <a:off x="4589866" y="1442718"/>
            <a:ext cx="4096935" cy="373807"/>
          </a:xfrm>
        </p:spPr>
        <p:txBody>
          <a:bodyPr/>
          <a:lstStyle>
            <a:lvl1pPr marL="0" indent="0">
              <a:buNone/>
              <a:defRPr/>
            </a:lvl1pPr>
          </a:lstStyle>
          <a:p>
            <a:pPr lvl="0"/>
            <a:r>
              <a:rPr lang="en-US" dirty="0"/>
              <a:t>Key Takeaways</a:t>
            </a:r>
          </a:p>
        </p:txBody>
      </p:sp>
      <p:sp>
        <p:nvSpPr>
          <p:cNvPr id="15" name="Text Placeholder 8">
            <a:extLst>
              <a:ext uri="{FF2B5EF4-FFF2-40B4-BE49-F238E27FC236}">
                <a16:creationId xmlns:a16="http://schemas.microsoft.com/office/drawing/2014/main" id="{C1ABE303-7041-4312-AD03-0E872AEF99BE}"/>
              </a:ext>
            </a:extLst>
          </p:cNvPr>
          <p:cNvSpPr>
            <a:spLocks noGrp="1"/>
          </p:cNvSpPr>
          <p:nvPr>
            <p:ph type="body" sz="quarter" idx="18" hasCustomPrompt="1"/>
          </p:nvPr>
        </p:nvSpPr>
        <p:spPr>
          <a:xfrm>
            <a:off x="4589866" y="1939806"/>
            <a:ext cx="4096935" cy="1611554"/>
          </a:xfrm>
        </p:spPr>
        <p:txBody>
          <a:bodyPr/>
          <a:lstStyle>
            <a:lvl1pPr marL="0" indent="0">
              <a:buNone/>
              <a:defRPr sz="1199"/>
            </a:lvl1pPr>
          </a:lstStyle>
          <a:p>
            <a:pPr lvl="0"/>
            <a:r>
              <a:rPr lang="en-US" dirty="0"/>
              <a:t>Content EY Interstate Light, 16pt, Lorem ipsum dolor, 12pt, </a:t>
            </a:r>
            <a:r>
              <a:rPr lang="en-US" dirty="0" err="1"/>
              <a:t>Utinam</a:t>
            </a:r>
            <a:r>
              <a:rPr lang="en-US" dirty="0"/>
              <a:t> </a:t>
            </a:r>
            <a:r>
              <a:rPr lang="en-US" dirty="0" err="1"/>
              <a:t>nonumy</a:t>
            </a:r>
            <a:r>
              <a:rPr lang="en-US" dirty="0"/>
              <a:t> </a:t>
            </a:r>
            <a:r>
              <a:rPr lang="en-US" dirty="0" err="1"/>
              <a:t>abhorreant</a:t>
            </a:r>
            <a:r>
              <a:rPr lang="en-US" dirty="0"/>
              <a:t> </a:t>
            </a:r>
            <a:r>
              <a:rPr lang="en-US" dirty="0" err="1"/>
              <a:t>sead</a:t>
            </a:r>
            <a:r>
              <a:rPr lang="en-US" dirty="0"/>
              <a:t>. </a:t>
            </a:r>
            <a:r>
              <a:rPr lang="en-US" dirty="0" err="1"/>
              <a:t>Putant</a:t>
            </a:r>
            <a:r>
              <a:rPr lang="en-US" dirty="0"/>
              <a:t> </a:t>
            </a:r>
            <a:r>
              <a:rPr lang="en-US" dirty="0" err="1"/>
              <a:t>probatus</a:t>
            </a:r>
            <a:r>
              <a:rPr lang="en-US" dirty="0"/>
              <a:t> id vis, ad his </a:t>
            </a:r>
            <a:r>
              <a:rPr lang="en-US" dirty="0" err="1"/>
              <a:t>meis</a:t>
            </a:r>
            <a:r>
              <a:rPr lang="en-US" dirty="0"/>
              <a:t> </a:t>
            </a:r>
            <a:r>
              <a:rPr lang="en-US" dirty="0" err="1"/>
              <a:t>habemus</a:t>
            </a:r>
            <a:r>
              <a:rPr lang="en-US" dirty="0"/>
              <a:t> </a:t>
            </a:r>
            <a:r>
              <a:rPr lang="en-US" dirty="0" err="1"/>
              <a:t>repudiare</a:t>
            </a:r>
            <a:r>
              <a:rPr lang="en-US" dirty="0"/>
              <a:t>, has an </a:t>
            </a:r>
            <a:r>
              <a:rPr lang="en-US" dirty="0" err="1"/>
              <a:t>pericula</a:t>
            </a:r>
            <a:r>
              <a:rPr lang="en-US" dirty="0"/>
              <a:t> </a:t>
            </a:r>
            <a:r>
              <a:rPr lang="en-US" dirty="0" err="1"/>
              <a:t>tractatos</a:t>
            </a:r>
            <a:r>
              <a:rPr lang="en-US" dirty="0"/>
              <a:t>. </a:t>
            </a:r>
            <a:r>
              <a:rPr lang="en-US" dirty="0" err="1"/>
              <a:t>Nec</a:t>
            </a:r>
            <a:r>
              <a:rPr lang="en-US" dirty="0"/>
              <a:t> </a:t>
            </a:r>
            <a:r>
              <a:rPr lang="en-US" dirty="0" err="1"/>
              <a:t>debitis</a:t>
            </a:r>
            <a:r>
              <a:rPr lang="en-US" dirty="0"/>
              <a:t> </a:t>
            </a:r>
            <a:r>
              <a:rPr lang="en-US" dirty="0" err="1"/>
              <a:t>dissentias</a:t>
            </a:r>
            <a:r>
              <a:rPr lang="en-US" dirty="0"/>
              <a:t> ad. </a:t>
            </a:r>
            <a:r>
              <a:rPr lang="en-US" dirty="0" err="1"/>
              <a:t>Patrioque</a:t>
            </a:r>
            <a:r>
              <a:rPr lang="en-US" dirty="0"/>
              <a:t> </a:t>
            </a:r>
            <a:r>
              <a:rPr lang="en-US" dirty="0" err="1"/>
              <a:t>voluptatum</a:t>
            </a:r>
            <a:r>
              <a:rPr lang="en-US" dirty="0"/>
              <a:t> </a:t>
            </a:r>
            <a:r>
              <a:rPr lang="en-US" dirty="0" err="1"/>
              <a:t>sed</a:t>
            </a:r>
            <a:r>
              <a:rPr lang="en-US" dirty="0"/>
              <a:t> ex, id </a:t>
            </a:r>
            <a:r>
              <a:rPr lang="en-US" dirty="0" err="1"/>
              <a:t>admodum</a:t>
            </a:r>
            <a:r>
              <a:rPr lang="en-US" dirty="0"/>
              <a:t>.</a:t>
            </a:r>
          </a:p>
          <a:p>
            <a:pPr lvl="0"/>
            <a:endParaRPr lang="en-US" dirty="0"/>
          </a:p>
        </p:txBody>
      </p:sp>
    </p:spTree>
    <p:extLst>
      <p:ext uri="{BB962C8B-B14F-4D97-AF65-F5344CB8AC3E}">
        <p14:creationId xmlns:p14="http://schemas.microsoft.com/office/powerpoint/2010/main" val="12715791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0" y="1"/>
            <a:ext cx="1787414" cy="6857999"/>
          </a:xfrm>
        </p:spPr>
        <p:txBody>
          <a:bodyPr/>
          <a:lstStyle/>
          <a:p>
            <a:r>
              <a:rPr lang="en-GB"/>
              <a:t>Click icon to add picture</a:t>
            </a:r>
            <a:endParaRPr lang="en-IN"/>
          </a:p>
        </p:txBody>
      </p:sp>
      <p:sp>
        <p:nvSpPr>
          <p:cNvPr id="2" name="Title 1"/>
          <p:cNvSpPr>
            <a:spLocks noGrp="1"/>
          </p:cNvSpPr>
          <p:nvPr>
            <p:ph type="title"/>
          </p:nvPr>
        </p:nvSpPr>
        <p:spPr>
          <a:xfrm>
            <a:off x="2020418" y="294200"/>
            <a:ext cx="6665528" cy="590400"/>
          </a:xfrm>
        </p:spPr>
        <p:txBody>
          <a:bodyPr/>
          <a:lstStyle>
            <a:lvl1pPr>
              <a:defRPr sz="2400">
                <a:solidFill>
                  <a:schemeClr val="bg1"/>
                </a:solidFill>
              </a:defRPr>
            </a:lvl1pPr>
          </a:lstStyle>
          <a:p>
            <a:r>
              <a:rPr lang="en-GB"/>
              <a:t>Click to edit Master title style</a:t>
            </a:r>
            <a:endParaRPr lang="en-GB" dirty="0"/>
          </a:p>
        </p:txBody>
      </p:sp>
      <p:sp>
        <p:nvSpPr>
          <p:cNvPr id="3" name="Content Placeholder 2"/>
          <p:cNvSpPr>
            <a:spLocks noGrp="1"/>
          </p:cNvSpPr>
          <p:nvPr>
            <p:ph idx="1" hasCustomPrompt="1"/>
          </p:nvPr>
        </p:nvSpPr>
        <p:spPr>
          <a:xfrm>
            <a:off x="2020417" y="1137921"/>
            <a:ext cx="2056091" cy="5018184"/>
          </a:xfrm>
        </p:spPr>
        <p:txBody>
          <a:bodyPr/>
          <a:lstStyle>
            <a:lvl1pPr marL="0" indent="0">
              <a:buNone/>
              <a:defRPr sz="13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4293076" y="1137921"/>
            <a:ext cx="2101787" cy="5018184"/>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23" name="Content Placeholder 2">
            <a:extLst>
              <a:ext uri="{FF2B5EF4-FFF2-40B4-BE49-F238E27FC236}">
                <a16:creationId xmlns:a16="http://schemas.microsoft.com/office/drawing/2014/main" id="{6FF4A6F8-D9C6-4FEE-9324-5200D308BB1F}"/>
              </a:ext>
            </a:extLst>
          </p:cNvPr>
          <p:cNvSpPr>
            <a:spLocks noGrp="1"/>
          </p:cNvSpPr>
          <p:nvPr userDrawn="1">
            <p:ph idx="12" hasCustomPrompt="1"/>
          </p:nvPr>
        </p:nvSpPr>
        <p:spPr>
          <a:xfrm>
            <a:off x="6611431" y="1137922"/>
            <a:ext cx="2075369" cy="2796151"/>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7" name="Line 10">
            <a:extLst>
              <a:ext uri="{FF2B5EF4-FFF2-40B4-BE49-F238E27FC236}">
                <a16:creationId xmlns:a16="http://schemas.microsoft.com/office/drawing/2014/main" id="{1FE654FB-261F-44E5-8EF9-237DB835D710}"/>
              </a:ext>
            </a:extLst>
          </p:cNvPr>
          <p:cNvSpPr>
            <a:spLocks noChangeShapeType="1"/>
          </p:cNvSpPr>
          <p:nvPr userDrawn="1"/>
        </p:nvSpPr>
        <p:spPr bwMode="auto">
          <a:xfrm>
            <a:off x="2023353" y="907750"/>
            <a:ext cx="669263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17112552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1600"/>
            <a:ext cx="8229600" cy="594360"/>
          </a:xfrm>
        </p:spPr>
        <p:txBody>
          <a:bodyPr/>
          <a:lstStyle>
            <a:lvl1pPr>
              <a:defRPr sz="2400">
                <a:solidFill>
                  <a:schemeClr val="bg1"/>
                </a:solidFill>
                <a:latin typeface="EYInterstate Light" panose="02000506000000020004" pitchFamily="2" charset="0"/>
              </a:defRPr>
            </a:lvl1pPr>
          </a:lstStyle>
          <a:p>
            <a:r>
              <a:rPr lang="en-GB"/>
              <a:t>Click to edit Master title style</a:t>
            </a:r>
            <a:endParaRPr lang="en-GB" dirty="0"/>
          </a:p>
        </p:txBody>
      </p:sp>
      <p:sp>
        <p:nvSpPr>
          <p:cNvPr id="13" name="Table Placeholder 4">
            <a:extLst>
              <a:ext uri="{FF2B5EF4-FFF2-40B4-BE49-F238E27FC236}">
                <a16:creationId xmlns:a16="http://schemas.microsoft.com/office/drawing/2014/main" id="{C5AC4C92-885D-49C5-B704-597DE68FC006}"/>
              </a:ext>
            </a:extLst>
          </p:cNvPr>
          <p:cNvSpPr txBox="1">
            <a:spLocks/>
          </p:cNvSpPr>
          <p:nvPr userDrawn="1"/>
        </p:nvSpPr>
        <p:spPr>
          <a:xfrm>
            <a:off x="609917" y="1137920"/>
            <a:ext cx="4957505" cy="4267457"/>
          </a:xfrm>
          <a:prstGeom prst="rect">
            <a:avLst/>
          </a:prstGeom>
        </p:spPr>
        <p:txBody>
          <a:bodyPr vert="horz" lIns="0" tIns="0" rIns="0" bIns="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56616" marR="0" lvl="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a:pPr>
            <a:endParaRPr kumimoji="0" lang="en-IN" sz="2000" b="0" i="0" u="none" strike="noStrike" kern="1200" cap="none" spc="0" normalizeH="0" baseline="0" noProof="0">
              <a:ln>
                <a:noFill/>
              </a:ln>
              <a:solidFill>
                <a:sysClr val="window" lastClr="FFFFFF"/>
              </a:solidFill>
              <a:effectLst/>
              <a:uLnTx/>
              <a:uFillTx/>
              <a:latin typeface="EYInterstate Light" panose="02000506000000020004" pitchFamily="2" charset="0"/>
              <a:ea typeface="+mn-ea"/>
              <a:cs typeface="+mn-cs"/>
            </a:endParaRPr>
          </a:p>
        </p:txBody>
      </p:sp>
      <p:sp>
        <p:nvSpPr>
          <p:cNvPr id="5" name="Line 10">
            <a:extLst>
              <a:ext uri="{FF2B5EF4-FFF2-40B4-BE49-F238E27FC236}">
                <a16:creationId xmlns:a16="http://schemas.microsoft.com/office/drawing/2014/main" id="{04A2E968-DBA8-4BD3-8F8F-9B23825BC4DF}"/>
              </a:ext>
            </a:extLst>
          </p:cNvPr>
          <p:cNvSpPr>
            <a:spLocks noChangeShapeType="1"/>
          </p:cNvSpPr>
          <p:nvPr userDrawn="1"/>
        </p:nvSpPr>
        <p:spPr bwMode="auto">
          <a:xfrm>
            <a:off x="457201" y="907750"/>
            <a:ext cx="8258782"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4869312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28F8CDB-776D-4811-AE2C-217236ECDECA}"/>
              </a:ext>
            </a:extLst>
          </p:cNvPr>
          <p:cNvSpPr>
            <a:spLocks noGrp="1"/>
          </p:cNvSpPr>
          <p:nvPr>
            <p:ph type="pic" sz="quarter" idx="12"/>
          </p:nvPr>
        </p:nvSpPr>
        <p:spPr>
          <a:xfrm>
            <a:off x="4667954" y="0"/>
            <a:ext cx="4476046" cy="6858000"/>
          </a:xfrm>
        </p:spPr>
        <p:txBody>
          <a:bodyPr/>
          <a:lstStyle/>
          <a:p>
            <a:r>
              <a:rPr lang="en-GB"/>
              <a:t>Click icon to add picture</a:t>
            </a:r>
            <a:endParaRPr lang="en-IN"/>
          </a:p>
        </p:txBody>
      </p:sp>
      <p:sp>
        <p:nvSpPr>
          <p:cNvPr id="5" name="Text Placeholder 4">
            <a:extLst>
              <a:ext uri="{FF2B5EF4-FFF2-40B4-BE49-F238E27FC236}">
                <a16:creationId xmlns:a16="http://schemas.microsoft.com/office/drawing/2014/main" id="{626E96BA-E9E4-496B-8CA5-6DA27B8AD7E4}"/>
              </a:ext>
            </a:extLst>
          </p:cNvPr>
          <p:cNvSpPr>
            <a:spLocks noGrp="1"/>
          </p:cNvSpPr>
          <p:nvPr>
            <p:ph type="body" sz="quarter" idx="10" hasCustomPrompt="1"/>
          </p:nvPr>
        </p:nvSpPr>
        <p:spPr>
          <a:xfrm>
            <a:off x="581936" y="2050889"/>
            <a:ext cx="3401698" cy="1055708"/>
          </a:xfrm>
        </p:spPr>
        <p:txBody>
          <a:bodyPr/>
          <a:lstStyle>
            <a:lvl1pPr marL="0" indent="0">
              <a:buNone/>
              <a:defRPr sz="2249"/>
            </a:lvl1pPr>
          </a:lstStyle>
          <a:p>
            <a:pPr lvl="0"/>
            <a:r>
              <a:rPr lang="en-IN" dirty="0"/>
              <a:t>Chapter Title</a:t>
            </a:r>
          </a:p>
          <a:p>
            <a:pPr lvl="0"/>
            <a:r>
              <a:rPr lang="en-IN" dirty="0"/>
              <a:t>EY Interstate Light</a:t>
            </a:r>
          </a:p>
        </p:txBody>
      </p:sp>
      <p:sp>
        <p:nvSpPr>
          <p:cNvPr id="14" name="Text Placeholder 4">
            <a:extLst>
              <a:ext uri="{FF2B5EF4-FFF2-40B4-BE49-F238E27FC236}">
                <a16:creationId xmlns:a16="http://schemas.microsoft.com/office/drawing/2014/main" id="{1173C8A3-BA2F-497B-A214-45B02D73AF20}"/>
              </a:ext>
            </a:extLst>
          </p:cNvPr>
          <p:cNvSpPr>
            <a:spLocks noGrp="1"/>
          </p:cNvSpPr>
          <p:nvPr>
            <p:ph type="body" sz="quarter" idx="11" hasCustomPrompt="1"/>
          </p:nvPr>
        </p:nvSpPr>
        <p:spPr>
          <a:xfrm>
            <a:off x="581936" y="3312530"/>
            <a:ext cx="3401698" cy="1055708"/>
          </a:xfrm>
        </p:spPr>
        <p:txBody>
          <a:bodyPr/>
          <a:lstStyle>
            <a:lvl1pPr marL="0" indent="0">
              <a:buNone/>
              <a:defRPr sz="1199"/>
            </a:lvl1pPr>
          </a:lstStyle>
          <a:p>
            <a:pPr lvl="0"/>
            <a:r>
              <a:rPr lang="en-IN" dirty="0"/>
              <a:t>text</a:t>
            </a:r>
          </a:p>
        </p:txBody>
      </p:sp>
    </p:spTree>
    <p:extLst>
      <p:ext uri="{BB962C8B-B14F-4D97-AF65-F5344CB8AC3E}">
        <p14:creationId xmlns:p14="http://schemas.microsoft.com/office/powerpoint/2010/main" val="32904190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620064" y="2504281"/>
            <a:ext cx="3334113" cy="1202318"/>
          </a:xfrm>
        </p:spPr>
        <p:txBody>
          <a:bodyPr vert="horz" lIns="0" tIns="0" rIns="0" bIns="0" rtlCol="0" anchor="ctr" anchorCtr="0">
            <a:noAutofit/>
          </a:bodyPr>
          <a:lstStyle>
            <a:lvl1pPr marL="0" indent="0">
              <a:buNone/>
              <a:defRPr kumimoji="0" lang="en-IN" sz="3600" b="0" i="0" u="none" strike="noStrike" cap="none" spc="0" normalizeH="0" baseline="0" dirty="0">
                <a:ln>
                  <a:noFill/>
                </a:ln>
                <a:solidFill>
                  <a:srgbClr val="FFFFFF"/>
                </a:solidFill>
                <a:effectLst/>
                <a:uLnTx/>
                <a:uFillTx/>
                <a:latin typeface="EYInterstate Light" panose="02000506000000020004" pitchFamily="2" charset="0"/>
                <a:ea typeface="+mj-ea"/>
                <a:cs typeface="+mj-cs"/>
              </a:defRPr>
            </a:lvl1pPr>
          </a:lstStyle>
          <a:p>
            <a:pPr marL="267319" marR="0" lvl="0" indent="-267319" defTabSz="755512" fontAlgn="auto">
              <a:lnSpc>
                <a:spcPct val="100000"/>
              </a:lnSpc>
              <a:spcBef>
                <a:spcPct val="0"/>
              </a:spcBef>
              <a:spcAft>
                <a:spcPts val="0"/>
              </a:spcAft>
              <a:buClrTx/>
              <a:buSzTx/>
              <a:tabLst/>
            </a:pPr>
            <a:r>
              <a:rPr lang="en-US" dirty="0"/>
              <a:t>Chapter Title</a:t>
            </a:r>
            <a:endParaRPr lang="en-IN" dirty="0"/>
          </a:p>
        </p:txBody>
      </p:sp>
    </p:spTree>
    <p:extLst>
      <p:ext uri="{BB962C8B-B14F-4D97-AF65-F5344CB8AC3E}">
        <p14:creationId xmlns:p14="http://schemas.microsoft.com/office/powerpoint/2010/main" val="28316385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40DE8-8F4D-4084-8CB3-259B7386B07A}"/>
              </a:ext>
            </a:extLst>
          </p:cNvPr>
          <p:cNvSpPr>
            <a:spLocks noGrp="1"/>
          </p:cNvSpPr>
          <p:nvPr>
            <p:ph type="title"/>
          </p:nvPr>
        </p:nvSpPr>
        <p:spPr/>
        <p:txBody>
          <a:bodyPr/>
          <a:lstStyle/>
          <a:p>
            <a:r>
              <a:rPr lang="en-GB"/>
              <a:t>Click to edit Master title style</a:t>
            </a:r>
            <a:endParaRPr lang="en-IN"/>
          </a:p>
        </p:txBody>
      </p:sp>
    </p:spTree>
    <p:extLst>
      <p:ext uri="{BB962C8B-B14F-4D97-AF65-F5344CB8AC3E}">
        <p14:creationId xmlns:p14="http://schemas.microsoft.com/office/powerpoint/2010/main" val="29267222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Cover">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93BD223-2224-476C-AB5C-300C248C1618}"/>
              </a:ext>
            </a:extLst>
          </p:cNvPr>
          <p:cNvCxnSpPr>
            <a:cxnSpLocks/>
          </p:cNvCxnSpPr>
          <p:nvPr/>
        </p:nvCxnSpPr>
        <p:spPr>
          <a:xfrm>
            <a:off x="999368" y="5709060"/>
            <a:ext cx="6088405" cy="0"/>
          </a:xfrm>
          <a:prstGeom prst="line">
            <a:avLst/>
          </a:prstGeom>
          <a:ln>
            <a:solidFill>
              <a:srgbClr val="82829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51B4C43-E5F8-400E-A971-58A3766B1BF0}"/>
              </a:ext>
            </a:extLst>
          </p:cNvPr>
          <p:cNvSpPr txBox="1"/>
          <p:nvPr/>
        </p:nvSpPr>
        <p:spPr>
          <a:xfrm>
            <a:off x="346308" y="5605201"/>
            <a:ext cx="783397" cy="197581"/>
          </a:xfrm>
          <a:prstGeom prst="rect">
            <a:avLst/>
          </a:prstGeom>
          <a:noFill/>
        </p:spPr>
        <p:txBody>
          <a:bodyPr wrap="square" lIns="0" tIns="0" rIns="0" bIns="0" rtlCol="0" anchor="ctr" anchorCtr="0">
            <a:noAutofit/>
          </a:bodyPr>
          <a:lstStyle/>
          <a:p>
            <a:r>
              <a:rPr lang="en-GB" sz="900" dirty="0">
                <a:solidFill>
                  <a:srgbClr val="828290"/>
                </a:solidFill>
                <a:latin typeface="EYInterstate Light" panose="02000506000000020004" pitchFamily="2" charset="0"/>
              </a:rPr>
              <a:t>Written by</a:t>
            </a:r>
          </a:p>
        </p:txBody>
      </p:sp>
      <p:sp>
        <p:nvSpPr>
          <p:cNvPr id="10" name="Text Placeholder 16">
            <a:extLst>
              <a:ext uri="{FF2B5EF4-FFF2-40B4-BE49-F238E27FC236}">
                <a16:creationId xmlns:a16="http://schemas.microsoft.com/office/drawing/2014/main" id="{A9465B6B-DFD4-4E0C-9ACE-E88CA2220464}"/>
              </a:ext>
            </a:extLst>
          </p:cNvPr>
          <p:cNvSpPr>
            <a:spLocks noGrp="1"/>
          </p:cNvSpPr>
          <p:nvPr>
            <p:ph type="body" sz="quarter" idx="14" hasCustomPrompt="1"/>
          </p:nvPr>
        </p:nvSpPr>
        <p:spPr>
          <a:xfrm>
            <a:off x="999368" y="6019189"/>
            <a:ext cx="2315750" cy="180000"/>
          </a:xfrm>
        </p:spPr>
        <p:txBody>
          <a:bodyPr/>
          <a:lstStyle>
            <a:lvl1pPr marL="0" indent="0">
              <a:buNone/>
              <a:defRPr sz="900">
                <a:solidFill>
                  <a:schemeClr val="bg1"/>
                </a:solidFill>
              </a:defRPr>
            </a:lvl1pPr>
          </a:lstStyle>
          <a:p>
            <a:pPr lvl="0"/>
            <a:r>
              <a:rPr lang="en-US" dirty="0"/>
              <a:t>Name Surname</a:t>
            </a:r>
            <a:endParaRPr lang="en-GB" dirty="0"/>
          </a:p>
        </p:txBody>
      </p:sp>
      <p:sp>
        <p:nvSpPr>
          <p:cNvPr id="13" name="Text Placeholder 16">
            <a:extLst>
              <a:ext uri="{FF2B5EF4-FFF2-40B4-BE49-F238E27FC236}">
                <a16:creationId xmlns:a16="http://schemas.microsoft.com/office/drawing/2014/main" id="{A1F2ED22-5637-4AB8-ABD8-3693A6EA55FD}"/>
              </a:ext>
            </a:extLst>
          </p:cNvPr>
          <p:cNvSpPr>
            <a:spLocks noGrp="1"/>
          </p:cNvSpPr>
          <p:nvPr>
            <p:ph type="body" sz="quarter" idx="15" hasCustomPrompt="1"/>
          </p:nvPr>
        </p:nvSpPr>
        <p:spPr>
          <a:xfrm>
            <a:off x="999368" y="6216807"/>
            <a:ext cx="2315750" cy="180000"/>
          </a:xfrm>
        </p:spPr>
        <p:txBody>
          <a:bodyPr/>
          <a:lstStyle>
            <a:lvl1pPr marL="0" indent="0">
              <a:buNone/>
              <a:defRPr sz="900">
                <a:solidFill>
                  <a:schemeClr val="bg1"/>
                </a:solidFill>
              </a:defRPr>
            </a:lvl1pPr>
          </a:lstStyle>
          <a:p>
            <a:pPr lvl="0"/>
            <a:r>
              <a:rPr lang="en-US" dirty="0"/>
              <a:t>Job Title</a:t>
            </a:r>
            <a:endParaRPr lang="en-GB" dirty="0"/>
          </a:p>
        </p:txBody>
      </p:sp>
      <p:sp>
        <p:nvSpPr>
          <p:cNvPr id="15" name="Freeform 5">
            <a:extLst>
              <a:ext uri="{FF2B5EF4-FFF2-40B4-BE49-F238E27FC236}">
                <a16:creationId xmlns:a16="http://schemas.microsoft.com/office/drawing/2014/main" id="{0F898568-1B78-454B-9FE7-9E37EEF85A89}"/>
              </a:ext>
            </a:extLst>
          </p:cNvPr>
          <p:cNvSpPr>
            <a:spLocks noChangeAspect="1"/>
          </p:cNvSpPr>
          <p:nvPr userDrawn="1"/>
        </p:nvSpPr>
        <p:spPr bwMode="gray">
          <a:xfrm rot="10800000">
            <a:off x="470054" y="457199"/>
            <a:ext cx="4507059" cy="3805316"/>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rgbClr val="FFE600"/>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Title 1">
            <a:extLst>
              <a:ext uri="{FF2B5EF4-FFF2-40B4-BE49-F238E27FC236}">
                <a16:creationId xmlns:a16="http://schemas.microsoft.com/office/drawing/2014/main" id="{C105A121-2DA3-4610-BC32-EBB7F8ABAFDE}"/>
              </a:ext>
            </a:extLst>
          </p:cNvPr>
          <p:cNvSpPr>
            <a:spLocks noGrp="1"/>
          </p:cNvSpPr>
          <p:nvPr>
            <p:ph type="ctrTitle" hasCustomPrompt="1"/>
          </p:nvPr>
        </p:nvSpPr>
        <p:spPr>
          <a:xfrm>
            <a:off x="686326" y="1476597"/>
            <a:ext cx="3813414" cy="860400"/>
          </a:xfrm>
        </p:spPr>
        <p:txBody>
          <a:bodyPr/>
          <a:lstStyle>
            <a:lvl1pPr>
              <a:defRPr b="0">
                <a:solidFill>
                  <a:srgbClr val="404040"/>
                </a:solidFill>
                <a:latin typeface="EYInterstate Light" panose="02000506000000020004" pitchFamily="2" charset="0"/>
                <a:cs typeface="Arial" pitchFamily="34" charset="0"/>
              </a:defRPr>
            </a:lvl1pPr>
          </a:lstStyle>
          <a:p>
            <a:r>
              <a:rPr lang="en-GB" dirty="0"/>
              <a:t>Title (EY Interstate Light </a:t>
            </a:r>
            <a:br>
              <a:rPr lang="en-GB" dirty="0"/>
            </a:br>
            <a:r>
              <a:rPr lang="en-GB" dirty="0"/>
              <a:t>30 point)</a:t>
            </a:r>
          </a:p>
        </p:txBody>
      </p:sp>
      <p:sp>
        <p:nvSpPr>
          <p:cNvPr id="18" name="Subtitle 2">
            <a:extLst>
              <a:ext uri="{FF2B5EF4-FFF2-40B4-BE49-F238E27FC236}">
                <a16:creationId xmlns:a16="http://schemas.microsoft.com/office/drawing/2014/main" id="{61BB2EE4-E5D4-4DD9-97C5-CF16A0A23277}"/>
              </a:ext>
            </a:extLst>
          </p:cNvPr>
          <p:cNvSpPr>
            <a:spLocks noGrp="1"/>
          </p:cNvSpPr>
          <p:nvPr>
            <p:ph type="subTitle" idx="1" hasCustomPrompt="1"/>
          </p:nvPr>
        </p:nvSpPr>
        <p:spPr>
          <a:xfrm>
            <a:off x="686327" y="2422864"/>
            <a:ext cx="3813414" cy="645742"/>
          </a:xfrm>
        </p:spPr>
        <p:txBody>
          <a:bodyPr/>
          <a:lstStyle>
            <a:lvl1pPr marL="0" marR="0" indent="0" algn="l" defTabSz="914400" rtl="0" eaLnBrk="1" fontAlgn="auto" latinLnBrk="0" hangingPunct="1">
              <a:lnSpc>
                <a:spcPct val="100000"/>
              </a:lnSpc>
              <a:spcBef>
                <a:spcPct val="20000"/>
              </a:spcBef>
              <a:spcAft>
                <a:spcPts val="1200"/>
              </a:spcAft>
              <a:buClr>
                <a:schemeClr val="accent2"/>
              </a:buClr>
              <a:buSzPct val="70000"/>
              <a:buFont typeface="Arial" pitchFamily="34" charset="0"/>
              <a:buNone/>
              <a:tabLst/>
              <a:defRPr sz="1600">
                <a:solidFill>
                  <a:srgbClr val="404040"/>
                </a:solidFill>
                <a:latin typeface="EYInterstate" panose="0200050302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z="1600" dirty="0"/>
              <a:t>Subtitle (EY Interstate 16 point)</a:t>
            </a:r>
          </a:p>
          <a:p>
            <a:pPr marL="0" marR="0" lvl="0" indent="0" algn="l" defTabSz="914400" rtl="0" eaLnBrk="1" fontAlgn="auto" latinLnBrk="0" hangingPunct="1">
              <a:lnSpc>
                <a:spcPct val="100000"/>
              </a:lnSpc>
              <a:spcBef>
                <a:spcPct val="20000"/>
              </a:spcBef>
              <a:spcAft>
                <a:spcPts val="1200"/>
              </a:spcAft>
              <a:buClr>
                <a:schemeClr val="accent2"/>
              </a:buClr>
              <a:buSzPct val="70000"/>
              <a:buFont typeface="Arial" pitchFamily="34" charset="0"/>
              <a:buNone/>
              <a:tabLst/>
              <a:defRPr/>
            </a:pPr>
            <a:r>
              <a:rPr lang="en-IN" b="1" dirty="0"/>
              <a:t>XX Month 200X (EY Interstate bold 16 point)</a:t>
            </a:r>
            <a:endParaRPr lang="en-GB" sz="1600" dirty="0"/>
          </a:p>
        </p:txBody>
      </p:sp>
      <p:grpSp>
        <p:nvGrpSpPr>
          <p:cNvPr id="3" name="Group 4">
            <a:extLst>
              <a:ext uri="{FF2B5EF4-FFF2-40B4-BE49-F238E27FC236}">
                <a16:creationId xmlns:a16="http://schemas.microsoft.com/office/drawing/2014/main" id="{403A0AAB-2D99-480E-8BCB-0300B2E4CA72}"/>
              </a:ext>
            </a:extLst>
          </p:cNvPr>
          <p:cNvGrpSpPr>
            <a:grpSpLocks noChangeAspect="1"/>
          </p:cNvGrpSpPr>
          <p:nvPr userDrawn="1"/>
        </p:nvGrpSpPr>
        <p:grpSpPr bwMode="auto">
          <a:xfrm>
            <a:off x="7710488" y="5340350"/>
            <a:ext cx="987425" cy="1157288"/>
            <a:chOff x="4857" y="3364"/>
            <a:chExt cx="622" cy="729"/>
          </a:xfrm>
        </p:grpSpPr>
        <p:sp>
          <p:nvSpPr>
            <p:cNvPr id="6" name="AutoShape 3">
              <a:extLst>
                <a:ext uri="{FF2B5EF4-FFF2-40B4-BE49-F238E27FC236}">
                  <a16:creationId xmlns:a16="http://schemas.microsoft.com/office/drawing/2014/main" id="{136D971F-E278-4FE8-BAE4-2AD4D04270F6}"/>
                </a:ext>
              </a:extLst>
            </p:cNvPr>
            <p:cNvSpPr>
              <a:spLocks noChangeAspect="1" noChangeArrowheads="1" noTextEdit="1"/>
            </p:cNvSpPr>
            <p:nvPr userDrawn="1"/>
          </p:nvSpPr>
          <p:spPr bwMode="auto">
            <a:xfrm>
              <a:off x="4857" y="3364"/>
              <a:ext cx="622" cy="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 name="Freeform 5">
              <a:extLst>
                <a:ext uri="{FF2B5EF4-FFF2-40B4-BE49-F238E27FC236}">
                  <a16:creationId xmlns:a16="http://schemas.microsoft.com/office/drawing/2014/main" id="{1954568E-D3F2-4EA1-8901-CBA2FF03DD2B}"/>
                </a:ext>
              </a:extLst>
            </p:cNvPr>
            <p:cNvSpPr>
              <a:spLocks/>
            </p:cNvSpPr>
            <p:nvPr userDrawn="1"/>
          </p:nvSpPr>
          <p:spPr bwMode="auto">
            <a:xfrm>
              <a:off x="4857" y="3364"/>
              <a:ext cx="498" cy="182"/>
            </a:xfrm>
            <a:custGeom>
              <a:avLst/>
              <a:gdLst>
                <a:gd name="T0" fmla="*/ 2491 w 2491"/>
                <a:gd name="T1" fmla="*/ 0 h 910"/>
                <a:gd name="T2" fmla="*/ 0 w 2491"/>
                <a:gd name="T3" fmla="*/ 910 h 910"/>
                <a:gd name="T4" fmla="*/ 2491 w 2491"/>
                <a:gd name="T5" fmla="*/ 469 h 910"/>
                <a:gd name="T6" fmla="*/ 2491 w 2491"/>
                <a:gd name="T7" fmla="*/ 0 h 910"/>
              </a:gdLst>
              <a:ahLst/>
              <a:cxnLst>
                <a:cxn ang="0">
                  <a:pos x="T0" y="T1"/>
                </a:cxn>
                <a:cxn ang="0">
                  <a:pos x="T2" y="T3"/>
                </a:cxn>
                <a:cxn ang="0">
                  <a:pos x="T4" y="T5"/>
                </a:cxn>
                <a:cxn ang="0">
                  <a:pos x="T6" y="T7"/>
                </a:cxn>
              </a:cxnLst>
              <a:rect l="0" t="0" r="r" b="b"/>
              <a:pathLst>
                <a:path w="2491" h="910">
                  <a:moveTo>
                    <a:pt x="2491" y="0"/>
                  </a:moveTo>
                  <a:lnTo>
                    <a:pt x="0" y="910"/>
                  </a:lnTo>
                  <a:lnTo>
                    <a:pt x="2491" y="469"/>
                  </a:lnTo>
                  <a:lnTo>
                    <a:pt x="2491" y="0"/>
                  </a:lnTo>
                  <a:close/>
                </a:path>
              </a:pathLst>
            </a:custGeom>
            <a:solidFill>
              <a:srgbClr val="FE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6">
              <a:extLst>
                <a:ext uri="{FF2B5EF4-FFF2-40B4-BE49-F238E27FC236}">
                  <a16:creationId xmlns:a16="http://schemas.microsoft.com/office/drawing/2014/main" id="{E19C9D94-B5B9-4323-A444-830007736625}"/>
                </a:ext>
              </a:extLst>
            </p:cNvPr>
            <p:cNvSpPr>
              <a:spLocks noEditPoints="1"/>
            </p:cNvSpPr>
            <p:nvPr userDrawn="1"/>
          </p:nvSpPr>
          <p:spPr bwMode="auto">
            <a:xfrm>
              <a:off x="4857" y="3622"/>
              <a:ext cx="622" cy="471"/>
            </a:xfrm>
            <a:custGeom>
              <a:avLst/>
              <a:gdLst>
                <a:gd name="T0" fmla="*/ 235 w 3110"/>
                <a:gd name="T1" fmla="*/ 1600 h 2357"/>
                <a:gd name="T2" fmla="*/ 255 w 3110"/>
                <a:gd name="T3" fmla="*/ 1809 h 2357"/>
                <a:gd name="T4" fmla="*/ 152 w 3110"/>
                <a:gd name="T5" fmla="*/ 1823 h 2357"/>
                <a:gd name="T6" fmla="*/ 353 w 3110"/>
                <a:gd name="T7" fmla="*/ 1774 h 2357"/>
                <a:gd name="T8" fmla="*/ 419 w 3110"/>
                <a:gd name="T9" fmla="*/ 1871 h 2357"/>
                <a:gd name="T10" fmla="*/ 1148 w 3110"/>
                <a:gd name="T11" fmla="*/ 1664 h 2357"/>
                <a:gd name="T12" fmla="*/ 1225 w 3110"/>
                <a:gd name="T13" fmla="*/ 1751 h 2357"/>
                <a:gd name="T14" fmla="*/ 701 w 3110"/>
                <a:gd name="T15" fmla="*/ 1558 h 2357"/>
                <a:gd name="T16" fmla="*/ 744 w 3110"/>
                <a:gd name="T17" fmla="*/ 1723 h 2357"/>
                <a:gd name="T18" fmla="*/ 866 w 3110"/>
                <a:gd name="T19" fmla="*/ 1868 h 2357"/>
                <a:gd name="T20" fmla="*/ 838 w 3110"/>
                <a:gd name="T21" fmla="*/ 1696 h 2357"/>
                <a:gd name="T22" fmla="*/ 2035 w 3110"/>
                <a:gd name="T23" fmla="*/ 1874 h 2357"/>
                <a:gd name="T24" fmla="*/ 2173 w 3110"/>
                <a:gd name="T25" fmla="*/ 1760 h 2357"/>
                <a:gd name="T26" fmla="*/ 2115 w 3110"/>
                <a:gd name="T27" fmla="*/ 1743 h 2357"/>
                <a:gd name="T28" fmla="*/ 2074 w 3110"/>
                <a:gd name="T29" fmla="*/ 1696 h 2357"/>
                <a:gd name="T30" fmla="*/ 1318 w 3110"/>
                <a:gd name="T31" fmla="*/ 1748 h 2357"/>
                <a:gd name="T32" fmla="*/ 1455 w 3110"/>
                <a:gd name="T33" fmla="*/ 1858 h 2357"/>
                <a:gd name="T34" fmla="*/ 1484 w 3110"/>
                <a:gd name="T35" fmla="*/ 1938 h 2357"/>
                <a:gd name="T36" fmla="*/ 1378 w 3110"/>
                <a:gd name="T37" fmla="*/ 1794 h 2357"/>
                <a:gd name="T38" fmla="*/ 1740 w 3110"/>
                <a:gd name="T39" fmla="*/ 1690 h 2357"/>
                <a:gd name="T40" fmla="*/ 1644 w 3110"/>
                <a:gd name="T41" fmla="*/ 1791 h 2357"/>
                <a:gd name="T42" fmla="*/ 1835 w 3110"/>
                <a:gd name="T43" fmla="*/ 1723 h 2357"/>
                <a:gd name="T44" fmla="*/ 1698 w 3110"/>
                <a:gd name="T45" fmla="*/ 1800 h 2357"/>
                <a:gd name="T46" fmla="*/ 1721 w 3110"/>
                <a:gd name="T47" fmla="*/ 1831 h 2357"/>
                <a:gd name="T48" fmla="*/ 2256 w 3110"/>
                <a:gd name="T49" fmla="*/ 1780 h 2357"/>
                <a:gd name="T50" fmla="*/ 2243 w 3110"/>
                <a:gd name="T51" fmla="*/ 1665 h 2357"/>
                <a:gd name="T52" fmla="*/ 2306 w 3110"/>
                <a:gd name="T53" fmla="*/ 1880 h 2357"/>
                <a:gd name="T54" fmla="*/ 2338 w 3110"/>
                <a:gd name="T55" fmla="*/ 1722 h 2357"/>
                <a:gd name="T56" fmla="*/ 2929 w 3110"/>
                <a:gd name="T57" fmla="*/ 1763 h 2357"/>
                <a:gd name="T58" fmla="*/ 2750 w 3110"/>
                <a:gd name="T59" fmla="*/ 1695 h 2357"/>
                <a:gd name="T60" fmla="*/ 2872 w 3110"/>
                <a:gd name="T61" fmla="*/ 1874 h 2357"/>
                <a:gd name="T62" fmla="*/ 2658 w 3110"/>
                <a:gd name="T63" fmla="*/ 1797 h 2357"/>
                <a:gd name="T64" fmla="*/ 2623 w 3110"/>
                <a:gd name="T65" fmla="*/ 1867 h 2357"/>
                <a:gd name="T66" fmla="*/ 2482 w 3110"/>
                <a:gd name="T67" fmla="*/ 1876 h 2357"/>
                <a:gd name="T68" fmla="*/ 2513 w 3110"/>
                <a:gd name="T69" fmla="*/ 1825 h 2357"/>
                <a:gd name="T70" fmla="*/ 3019 w 3110"/>
                <a:gd name="T71" fmla="*/ 1651 h 2357"/>
                <a:gd name="T72" fmla="*/ 981 w 3110"/>
                <a:gd name="T73" fmla="*/ 1874 h 2357"/>
                <a:gd name="T74" fmla="*/ 2433 w 3110"/>
                <a:gd name="T75" fmla="*/ 2085 h 2357"/>
                <a:gd name="T76" fmla="*/ 2528 w 3110"/>
                <a:gd name="T77" fmla="*/ 2268 h 2357"/>
                <a:gd name="T78" fmla="*/ 2503 w 3110"/>
                <a:gd name="T79" fmla="*/ 2090 h 2357"/>
                <a:gd name="T80" fmla="*/ 631 w 3110"/>
                <a:gd name="T81" fmla="*/ 2093 h 2357"/>
                <a:gd name="T82" fmla="*/ 677 w 3110"/>
                <a:gd name="T83" fmla="*/ 2105 h 2357"/>
                <a:gd name="T84" fmla="*/ 203 w 3110"/>
                <a:gd name="T85" fmla="*/ 2151 h 2357"/>
                <a:gd name="T86" fmla="*/ 312 w 3110"/>
                <a:gd name="T87" fmla="*/ 2190 h 2357"/>
                <a:gd name="T88" fmla="*/ 507 w 3110"/>
                <a:gd name="T89" fmla="*/ 2190 h 2357"/>
                <a:gd name="T90" fmla="*/ 377 w 3110"/>
                <a:gd name="T91" fmla="*/ 2201 h 2357"/>
                <a:gd name="T92" fmla="*/ 442 w 3110"/>
                <a:gd name="T93" fmla="*/ 2201 h 2357"/>
                <a:gd name="T94" fmla="*/ 2213 w 3110"/>
                <a:gd name="T95" fmla="*/ 2056 h 2357"/>
                <a:gd name="T96" fmla="*/ 1608 w 3110"/>
                <a:gd name="T97" fmla="*/ 2042 h 2357"/>
                <a:gd name="T98" fmla="*/ 1951 w 3110"/>
                <a:gd name="T99" fmla="*/ 2062 h 2357"/>
                <a:gd name="T100" fmla="*/ 2016 w 3110"/>
                <a:gd name="T101" fmla="*/ 2271 h 2357"/>
                <a:gd name="T102" fmla="*/ 2075 w 3110"/>
                <a:gd name="T103" fmla="*/ 2057 h 2357"/>
                <a:gd name="T104" fmla="*/ 2016 w 3110"/>
                <a:gd name="T105" fmla="*/ 2089 h 2357"/>
                <a:gd name="T106" fmla="*/ 772 w 3110"/>
                <a:gd name="T107" fmla="*/ 1949 h 2357"/>
                <a:gd name="T108" fmla="*/ 1210 w 3110"/>
                <a:gd name="T109" fmla="*/ 2052 h 2357"/>
                <a:gd name="T110" fmla="*/ 1116 w 3110"/>
                <a:gd name="T111" fmla="*/ 2102 h 2357"/>
                <a:gd name="T112" fmla="*/ 1289 w 3110"/>
                <a:gd name="T113" fmla="*/ 2093 h 2357"/>
                <a:gd name="T114" fmla="*/ 1395 w 3110"/>
                <a:gd name="T115" fmla="*/ 2266 h 2357"/>
                <a:gd name="T116" fmla="*/ 1413 w 3110"/>
                <a:gd name="T117" fmla="*/ 2350 h 2357"/>
                <a:gd name="T118" fmla="*/ 1364 w 3110"/>
                <a:gd name="T119" fmla="*/ 2217 h 2357"/>
                <a:gd name="T120" fmla="*/ 1000 w 3110"/>
                <a:gd name="T121" fmla="*/ 2139 h 2357"/>
                <a:gd name="T122" fmla="*/ 400 w 3110"/>
                <a:gd name="T123" fmla="*/ 970 h 2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10" h="2357">
                  <a:moveTo>
                    <a:pt x="259" y="1777"/>
                  </a:moveTo>
                  <a:lnTo>
                    <a:pt x="259" y="1777"/>
                  </a:lnTo>
                  <a:lnTo>
                    <a:pt x="259" y="1769"/>
                  </a:lnTo>
                  <a:lnTo>
                    <a:pt x="258" y="1762"/>
                  </a:lnTo>
                  <a:lnTo>
                    <a:pt x="255" y="1749"/>
                  </a:lnTo>
                  <a:lnTo>
                    <a:pt x="249" y="1738"/>
                  </a:lnTo>
                  <a:lnTo>
                    <a:pt x="242" y="1729"/>
                  </a:lnTo>
                  <a:lnTo>
                    <a:pt x="235" y="1722"/>
                  </a:lnTo>
                  <a:lnTo>
                    <a:pt x="227" y="1717"/>
                  </a:lnTo>
                  <a:lnTo>
                    <a:pt x="220" y="1712"/>
                  </a:lnTo>
                  <a:lnTo>
                    <a:pt x="213" y="1709"/>
                  </a:lnTo>
                  <a:lnTo>
                    <a:pt x="213" y="1709"/>
                  </a:lnTo>
                  <a:lnTo>
                    <a:pt x="221" y="1703"/>
                  </a:lnTo>
                  <a:lnTo>
                    <a:pt x="228" y="1698"/>
                  </a:lnTo>
                  <a:lnTo>
                    <a:pt x="233" y="1691"/>
                  </a:lnTo>
                  <a:lnTo>
                    <a:pt x="239" y="1683"/>
                  </a:lnTo>
                  <a:lnTo>
                    <a:pt x="243" y="1675"/>
                  </a:lnTo>
                  <a:lnTo>
                    <a:pt x="246" y="1666"/>
                  </a:lnTo>
                  <a:lnTo>
                    <a:pt x="248" y="1658"/>
                  </a:lnTo>
                  <a:lnTo>
                    <a:pt x="248" y="1648"/>
                  </a:lnTo>
                  <a:lnTo>
                    <a:pt x="248" y="1648"/>
                  </a:lnTo>
                  <a:lnTo>
                    <a:pt x="248" y="1639"/>
                  </a:lnTo>
                  <a:lnTo>
                    <a:pt x="247" y="1630"/>
                  </a:lnTo>
                  <a:lnTo>
                    <a:pt x="245" y="1622"/>
                  </a:lnTo>
                  <a:lnTo>
                    <a:pt x="242" y="1614"/>
                  </a:lnTo>
                  <a:lnTo>
                    <a:pt x="239" y="1606"/>
                  </a:lnTo>
                  <a:lnTo>
                    <a:pt x="235" y="1600"/>
                  </a:lnTo>
                  <a:lnTo>
                    <a:pt x="229" y="1594"/>
                  </a:lnTo>
                  <a:lnTo>
                    <a:pt x="223" y="1589"/>
                  </a:lnTo>
                  <a:lnTo>
                    <a:pt x="217" y="1584"/>
                  </a:lnTo>
                  <a:lnTo>
                    <a:pt x="210" y="1580"/>
                  </a:lnTo>
                  <a:lnTo>
                    <a:pt x="202" y="1576"/>
                  </a:lnTo>
                  <a:lnTo>
                    <a:pt x="193" y="1573"/>
                  </a:lnTo>
                  <a:lnTo>
                    <a:pt x="185" y="1571"/>
                  </a:lnTo>
                  <a:lnTo>
                    <a:pt x="175" y="1569"/>
                  </a:lnTo>
                  <a:lnTo>
                    <a:pt x="165" y="1569"/>
                  </a:lnTo>
                  <a:lnTo>
                    <a:pt x="153" y="1568"/>
                  </a:lnTo>
                  <a:lnTo>
                    <a:pt x="22" y="1568"/>
                  </a:lnTo>
                  <a:lnTo>
                    <a:pt x="22" y="1874"/>
                  </a:lnTo>
                  <a:lnTo>
                    <a:pt x="152" y="1874"/>
                  </a:lnTo>
                  <a:lnTo>
                    <a:pt x="152" y="1874"/>
                  </a:lnTo>
                  <a:lnTo>
                    <a:pt x="165" y="1874"/>
                  </a:lnTo>
                  <a:lnTo>
                    <a:pt x="176" y="1873"/>
                  </a:lnTo>
                  <a:lnTo>
                    <a:pt x="187" y="1871"/>
                  </a:lnTo>
                  <a:lnTo>
                    <a:pt x="197" y="1868"/>
                  </a:lnTo>
                  <a:lnTo>
                    <a:pt x="207" y="1864"/>
                  </a:lnTo>
                  <a:lnTo>
                    <a:pt x="216" y="1860"/>
                  </a:lnTo>
                  <a:lnTo>
                    <a:pt x="223" y="1854"/>
                  </a:lnTo>
                  <a:lnTo>
                    <a:pt x="230" y="1849"/>
                  </a:lnTo>
                  <a:lnTo>
                    <a:pt x="237" y="1842"/>
                  </a:lnTo>
                  <a:lnTo>
                    <a:pt x="242" y="1834"/>
                  </a:lnTo>
                  <a:lnTo>
                    <a:pt x="248" y="1827"/>
                  </a:lnTo>
                  <a:lnTo>
                    <a:pt x="251" y="1818"/>
                  </a:lnTo>
                  <a:lnTo>
                    <a:pt x="255" y="1809"/>
                  </a:lnTo>
                  <a:lnTo>
                    <a:pt x="257" y="1799"/>
                  </a:lnTo>
                  <a:lnTo>
                    <a:pt x="258" y="1788"/>
                  </a:lnTo>
                  <a:lnTo>
                    <a:pt x="259" y="1777"/>
                  </a:lnTo>
                  <a:lnTo>
                    <a:pt x="259" y="1777"/>
                  </a:lnTo>
                  <a:close/>
                  <a:moveTo>
                    <a:pt x="152" y="1823"/>
                  </a:moveTo>
                  <a:lnTo>
                    <a:pt x="79" y="1823"/>
                  </a:lnTo>
                  <a:lnTo>
                    <a:pt x="79" y="1735"/>
                  </a:lnTo>
                  <a:lnTo>
                    <a:pt x="152" y="1735"/>
                  </a:lnTo>
                  <a:lnTo>
                    <a:pt x="152" y="1735"/>
                  </a:lnTo>
                  <a:lnTo>
                    <a:pt x="163" y="1737"/>
                  </a:lnTo>
                  <a:lnTo>
                    <a:pt x="172" y="1738"/>
                  </a:lnTo>
                  <a:lnTo>
                    <a:pt x="180" y="1741"/>
                  </a:lnTo>
                  <a:lnTo>
                    <a:pt x="187" y="1747"/>
                  </a:lnTo>
                  <a:lnTo>
                    <a:pt x="192" y="1752"/>
                  </a:lnTo>
                  <a:lnTo>
                    <a:pt x="196" y="1760"/>
                  </a:lnTo>
                  <a:lnTo>
                    <a:pt x="198" y="1769"/>
                  </a:lnTo>
                  <a:lnTo>
                    <a:pt x="199" y="1779"/>
                  </a:lnTo>
                  <a:lnTo>
                    <a:pt x="199" y="1779"/>
                  </a:lnTo>
                  <a:lnTo>
                    <a:pt x="198" y="1789"/>
                  </a:lnTo>
                  <a:lnTo>
                    <a:pt x="196" y="1798"/>
                  </a:lnTo>
                  <a:lnTo>
                    <a:pt x="191" y="1805"/>
                  </a:lnTo>
                  <a:lnTo>
                    <a:pt x="187" y="1811"/>
                  </a:lnTo>
                  <a:lnTo>
                    <a:pt x="180" y="1817"/>
                  </a:lnTo>
                  <a:lnTo>
                    <a:pt x="172" y="1820"/>
                  </a:lnTo>
                  <a:lnTo>
                    <a:pt x="162" y="1822"/>
                  </a:lnTo>
                  <a:lnTo>
                    <a:pt x="152" y="1823"/>
                  </a:lnTo>
                  <a:lnTo>
                    <a:pt x="152" y="1823"/>
                  </a:lnTo>
                  <a:close/>
                  <a:moveTo>
                    <a:pt x="151" y="1685"/>
                  </a:moveTo>
                  <a:lnTo>
                    <a:pt x="79" y="1685"/>
                  </a:lnTo>
                  <a:lnTo>
                    <a:pt x="79" y="1620"/>
                  </a:lnTo>
                  <a:lnTo>
                    <a:pt x="149" y="1620"/>
                  </a:lnTo>
                  <a:lnTo>
                    <a:pt x="149" y="1620"/>
                  </a:lnTo>
                  <a:lnTo>
                    <a:pt x="158" y="1621"/>
                  </a:lnTo>
                  <a:lnTo>
                    <a:pt x="167" y="1622"/>
                  </a:lnTo>
                  <a:lnTo>
                    <a:pt x="173" y="1624"/>
                  </a:lnTo>
                  <a:lnTo>
                    <a:pt x="179" y="1628"/>
                  </a:lnTo>
                  <a:lnTo>
                    <a:pt x="183" y="1633"/>
                  </a:lnTo>
                  <a:lnTo>
                    <a:pt x="187" y="1639"/>
                  </a:lnTo>
                  <a:lnTo>
                    <a:pt x="188" y="1645"/>
                  </a:lnTo>
                  <a:lnTo>
                    <a:pt x="189" y="1653"/>
                  </a:lnTo>
                  <a:lnTo>
                    <a:pt x="189" y="1653"/>
                  </a:lnTo>
                  <a:lnTo>
                    <a:pt x="189" y="1659"/>
                  </a:lnTo>
                  <a:lnTo>
                    <a:pt x="188" y="1664"/>
                  </a:lnTo>
                  <a:lnTo>
                    <a:pt x="186" y="1670"/>
                  </a:lnTo>
                  <a:lnTo>
                    <a:pt x="182" y="1674"/>
                  </a:lnTo>
                  <a:lnTo>
                    <a:pt x="177" y="1679"/>
                  </a:lnTo>
                  <a:lnTo>
                    <a:pt x="170" y="1682"/>
                  </a:lnTo>
                  <a:lnTo>
                    <a:pt x="162" y="1684"/>
                  </a:lnTo>
                  <a:lnTo>
                    <a:pt x="151" y="1685"/>
                  </a:lnTo>
                  <a:lnTo>
                    <a:pt x="151" y="1685"/>
                  </a:lnTo>
                  <a:close/>
                  <a:moveTo>
                    <a:pt x="298" y="1778"/>
                  </a:moveTo>
                  <a:lnTo>
                    <a:pt x="298" y="1651"/>
                  </a:lnTo>
                  <a:lnTo>
                    <a:pt x="353" y="1651"/>
                  </a:lnTo>
                  <a:lnTo>
                    <a:pt x="353" y="1774"/>
                  </a:lnTo>
                  <a:lnTo>
                    <a:pt x="353" y="1774"/>
                  </a:lnTo>
                  <a:lnTo>
                    <a:pt x="353" y="1787"/>
                  </a:lnTo>
                  <a:lnTo>
                    <a:pt x="356" y="1799"/>
                  </a:lnTo>
                  <a:lnTo>
                    <a:pt x="359" y="1808"/>
                  </a:lnTo>
                  <a:lnTo>
                    <a:pt x="363" y="1815"/>
                  </a:lnTo>
                  <a:lnTo>
                    <a:pt x="369" y="1821"/>
                  </a:lnTo>
                  <a:lnTo>
                    <a:pt x="376" y="1825"/>
                  </a:lnTo>
                  <a:lnTo>
                    <a:pt x="385" y="1828"/>
                  </a:lnTo>
                  <a:lnTo>
                    <a:pt x="395" y="1829"/>
                  </a:lnTo>
                  <a:lnTo>
                    <a:pt x="395" y="1829"/>
                  </a:lnTo>
                  <a:lnTo>
                    <a:pt x="405" y="1828"/>
                  </a:lnTo>
                  <a:lnTo>
                    <a:pt x="412" y="1825"/>
                  </a:lnTo>
                  <a:lnTo>
                    <a:pt x="420" y="1821"/>
                  </a:lnTo>
                  <a:lnTo>
                    <a:pt x="426" y="1815"/>
                  </a:lnTo>
                  <a:lnTo>
                    <a:pt x="430" y="1808"/>
                  </a:lnTo>
                  <a:lnTo>
                    <a:pt x="433" y="1798"/>
                  </a:lnTo>
                  <a:lnTo>
                    <a:pt x="436" y="1787"/>
                  </a:lnTo>
                  <a:lnTo>
                    <a:pt x="436" y="1774"/>
                  </a:lnTo>
                  <a:lnTo>
                    <a:pt x="436" y="1651"/>
                  </a:lnTo>
                  <a:lnTo>
                    <a:pt x="491" y="1651"/>
                  </a:lnTo>
                  <a:lnTo>
                    <a:pt x="491" y="1874"/>
                  </a:lnTo>
                  <a:lnTo>
                    <a:pt x="436" y="1874"/>
                  </a:lnTo>
                  <a:lnTo>
                    <a:pt x="436" y="1857"/>
                  </a:lnTo>
                  <a:lnTo>
                    <a:pt x="436" y="1857"/>
                  </a:lnTo>
                  <a:lnTo>
                    <a:pt x="431" y="1862"/>
                  </a:lnTo>
                  <a:lnTo>
                    <a:pt x="425" y="1867"/>
                  </a:lnTo>
                  <a:lnTo>
                    <a:pt x="419" y="1871"/>
                  </a:lnTo>
                  <a:lnTo>
                    <a:pt x="412" y="1873"/>
                  </a:lnTo>
                  <a:lnTo>
                    <a:pt x="406" y="1877"/>
                  </a:lnTo>
                  <a:lnTo>
                    <a:pt x="398" y="1878"/>
                  </a:lnTo>
                  <a:lnTo>
                    <a:pt x="390" y="1879"/>
                  </a:lnTo>
                  <a:lnTo>
                    <a:pt x="382" y="1880"/>
                  </a:lnTo>
                  <a:lnTo>
                    <a:pt x="382" y="1880"/>
                  </a:lnTo>
                  <a:lnTo>
                    <a:pt x="369" y="1879"/>
                  </a:lnTo>
                  <a:lnTo>
                    <a:pt x="358" y="1877"/>
                  </a:lnTo>
                  <a:lnTo>
                    <a:pt x="348" y="1873"/>
                  </a:lnTo>
                  <a:lnTo>
                    <a:pt x="338" y="1869"/>
                  </a:lnTo>
                  <a:lnTo>
                    <a:pt x="330" y="1863"/>
                  </a:lnTo>
                  <a:lnTo>
                    <a:pt x="323" y="1858"/>
                  </a:lnTo>
                  <a:lnTo>
                    <a:pt x="318" y="1850"/>
                  </a:lnTo>
                  <a:lnTo>
                    <a:pt x="312" y="1842"/>
                  </a:lnTo>
                  <a:lnTo>
                    <a:pt x="309" y="1834"/>
                  </a:lnTo>
                  <a:lnTo>
                    <a:pt x="306" y="1827"/>
                  </a:lnTo>
                  <a:lnTo>
                    <a:pt x="301" y="1809"/>
                  </a:lnTo>
                  <a:lnTo>
                    <a:pt x="299" y="1792"/>
                  </a:lnTo>
                  <a:lnTo>
                    <a:pt x="298" y="1778"/>
                  </a:lnTo>
                  <a:lnTo>
                    <a:pt x="298" y="1778"/>
                  </a:lnTo>
                  <a:close/>
                  <a:moveTo>
                    <a:pt x="1143" y="1874"/>
                  </a:moveTo>
                  <a:lnTo>
                    <a:pt x="1087" y="1874"/>
                  </a:lnTo>
                  <a:lnTo>
                    <a:pt x="1087" y="1651"/>
                  </a:lnTo>
                  <a:lnTo>
                    <a:pt x="1143" y="1651"/>
                  </a:lnTo>
                  <a:lnTo>
                    <a:pt x="1143" y="1670"/>
                  </a:lnTo>
                  <a:lnTo>
                    <a:pt x="1143" y="1670"/>
                  </a:lnTo>
                  <a:lnTo>
                    <a:pt x="1148" y="1664"/>
                  </a:lnTo>
                  <a:lnTo>
                    <a:pt x="1154" y="1659"/>
                  </a:lnTo>
                  <a:lnTo>
                    <a:pt x="1160" y="1655"/>
                  </a:lnTo>
                  <a:lnTo>
                    <a:pt x="1167" y="1652"/>
                  </a:lnTo>
                  <a:lnTo>
                    <a:pt x="1175" y="1649"/>
                  </a:lnTo>
                  <a:lnTo>
                    <a:pt x="1182" y="1648"/>
                  </a:lnTo>
                  <a:lnTo>
                    <a:pt x="1190" y="1646"/>
                  </a:lnTo>
                  <a:lnTo>
                    <a:pt x="1198" y="1645"/>
                  </a:lnTo>
                  <a:lnTo>
                    <a:pt x="1198" y="1645"/>
                  </a:lnTo>
                  <a:lnTo>
                    <a:pt x="1208" y="1646"/>
                  </a:lnTo>
                  <a:lnTo>
                    <a:pt x="1217" y="1648"/>
                  </a:lnTo>
                  <a:lnTo>
                    <a:pt x="1226" y="1650"/>
                  </a:lnTo>
                  <a:lnTo>
                    <a:pt x="1234" y="1652"/>
                  </a:lnTo>
                  <a:lnTo>
                    <a:pt x="1242" y="1655"/>
                  </a:lnTo>
                  <a:lnTo>
                    <a:pt x="1248" y="1661"/>
                  </a:lnTo>
                  <a:lnTo>
                    <a:pt x="1254" y="1665"/>
                  </a:lnTo>
                  <a:lnTo>
                    <a:pt x="1259" y="1672"/>
                  </a:lnTo>
                  <a:lnTo>
                    <a:pt x="1265" y="1679"/>
                  </a:lnTo>
                  <a:lnTo>
                    <a:pt x="1268" y="1686"/>
                  </a:lnTo>
                  <a:lnTo>
                    <a:pt x="1273" y="1694"/>
                  </a:lnTo>
                  <a:lnTo>
                    <a:pt x="1275" y="1703"/>
                  </a:lnTo>
                  <a:lnTo>
                    <a:pt x="1277" y="1713"/>
                  </a:lnTo>
                  <a:lnTo>
                    <a:pt x="1279" y="1724"/>
                  </a:lnTo>
                  <a:lnTo>
                    <a:pt x="1280" y="1735"/>
                  </a:lnTo>
                  <a:lnTo>
                    <a:pt x="1280" y="1748"/>
                  </a:lnTo>
                  <a:lnTo>
                    <a:pt x="1280" y="1874"/>
                  </a:lnTo>
                  <a:lnTo>
                    <a:pt x="1225" y="1874"/>
                  </a:lnTo>
                  <a:lnTo>
                    <a:pt x="1225" y="1751"/>
                  </a:lnTo>
                  <a:lnTo>
                    <a:pt x="1225" y="1751"/>
                  </a:lnTo>
                  <a:lnTo>
                    <a:pt x="1225" y="1738"/>
                  </a:lnTo>
                  <a:lnTo>
                    <a:pt x="1223" y="1727"/>
                  </a:lnTo>
                  <a:lnTo>
                    <a:pt x="1219" y="1718"/>
                  </a:lnTo>
                  <a:lnTo>
                    <a:pt x="1215" y="1710"/>
                  </a:lnTo>
                  <a:lnTo>
                    <a:pt x="1209" y="1704"/>
                  </a:lnTo>
                  <a:lnTo>
                    <a:pt x="1203" y="1700"/>
                  </a:lnTo>
                  <a:lnTo>
                    <a:pt x="1195" y="1698"/>
                  </a:lnTo>
                  <a:lnTo>
                    <a:pt x="1185" y="1696"/>
                  </a:lnTo>
                  <a:lnTo>
                    <a:pt x="1185" y="1696"/>
                  </a:lnTo>
                  <a:lnTo>
                    <a:pt x="1175" y="1698"/>
                  </a:lnTo>
                  <a:lnTo>
                    <a:pt x="1166" y="1700"/>
                  </a:lnTo>
                  <a:lnTo>
                    <a:pt x="1159" y="1704"/>
                  </a:lnTo>
                  <a:lnTo>
                    <a:pt x="1154" y="1710"/>
                  </a:lnTo>
                  <a:lnTo>
                    <a:pt x="1148" y="1718"/>
                  </a:lnTo>
                  <a:lnTo>
                    <a:pt x="1145" y="1728"/>
                  </a:lnTo>
                  <a:lnTo>
                    <a:pt x="1143" y="1739"/>
                  </a:lnTo>
                  <a:lnTo>
                    <a:pt x="1143" y="1751"/>
                  </a:lnTo>
                  <a:lnTo>
                    <a:pt x="1143" y="1874"/>
                  </a:lnTo>
                  <a:close/>
                  <a:moveTo>
                    <a:pt x="597" y="1755"/>
                  </a:moveTo>
                  <a:lnTo>
                    <a:pt x="597" y="1874"/>
                  </a:lnTo>
                  <a:lnTo>
                    <a:pt x="541" y="1874"/>
                  </a:lnTo>
                  <a:lnTo>
                    <a:pt x="541" y="1651"/>
                  </a:lnTo>
                  <a:lnTo>
                    <a:pt x="597" y="1651"/>
                  </a:lnTo>
                  <a:lnTo>
                    <a:pt x="597" y="1755"/>
                  </a:lnTo>
                  <a:close/>
                  <a:moveTo>
                    <a:pt x="646" y="1585"/>
                  </a:moveTo>
                  <a:lnTo>
                    <a:pt x="701" y="1558"/>
                  </a:lnTo>
                  <a:lnTo>
                    <a:pt x="701" y="1760"/>
                  </a:lnTo>
                  <a:lnTo>
                    <a:pt x="701" y="1874"/>
                  </a:lnTo>
                  <a:lnTo>
                    <a:pt x="646" y="1874"/>
                  </a:lnTo>
                  <a:lnTo>
                    <a:pt x="646" y="1585"/>
                  </a:lnTo>
                  <a:close/>
                  <a:moveTo>
                    <a:pt x="877" y="1666"/>
                  </a:moveTo>
                  <a:lnTo>
                    <a:pt x="877" y="1666"/>
                  </a:lnTo>
                  <a:lnTo>
                    <a:pt x="873" y="1661"/>
                  </a:lnTo>
                  <a:lnTo>
                    <a:pt x="867" y="1658"/>
                  </a:lnTo>
                  <a:lnTo>
                    <a:pt x="860" y="1653"/>
                  </a:lnTo>
                  <a:lnTo>
                    <a:pt x="855" y="1651"/>
                  </a:lnTo>
                  <a:lnTo>
                    <a:pt x="848" y="1649"/>
                  </a:lnTo>
                  <a:lnTo>
                    <a:pt x="841" y="1646"/>
                  </a:lnTo>
                  <a:lnTo>
                    <a:pt x="828" y="1645"/>
                  </a:lnTo>
                  <a:lnTo>
                    <a:pt x="828" y="1645"/>
                  </a:lnTo>
                  <a:lnTo>
                    <a:pt x="818" y="1646"/>
                  </a:lnTo>
                  <a:lnTo>
                    <a:pt x="808" y="1648"/>
                  </a:lnTo>
                  <a:lnTo>
                    <a:pt x="799" y="1650"/>
                  </a:lnTo>
                  <a:lnTo>
                    <a:pt x="791" y="1653"/>
                  </a:lnTo>
                  <a:lnTo>
                    <a:pt x="784" y="1658"/>
                  </a:lnTo>
                  <a:lnTo>
                    <a:pt x="776" y="1663"/>
                  </a:lnTo>
                  <a:lnTo>
                    <a:pt x="769" y="1670"/>
                  </a:lnTo>
                  <a:lnTo>
                    <a:pt x="764" y="1676"/>
                  </a:lnTo>
                  <a:lnTo>
                    <a:pt x="758" y="1684"/>
                  </a:lnTo>
                  <a:lnTo>
                    <a:pt x="754" y="1693"/>
                  </a:lnTo>
                  <a:lnTo>
                    <a:pt x="749" y="1702"/>
                  </a:lnTo>
                  <a:lnTo>
                    <a:pt x="746" y="1712"/>
                  </a:lnTo>
                  <a:lnTo>
                    <a:pt x="744" y="1723"/>
                  </a:lnTo>
                  <a:lnTo>
                    <a:pt x="741" y="1735"/>
                  </a:lnTo>
                  <a:lnTo>
                    <a:pt x="740" y="1748"/>
                  </a:lnTo>
                  <a:lnTo>
                    <a:pt x="740" y="1760"/>
                  </a:lnTo>
                  <a:lnTo>
                    <a:pt x="740" y="1760"/>
                  </a:lnTo>
                  <a:lnTo>
                    <a:pt x="740" y="1774"/>
                  </a:lnTo>
                  <a:lnTo>
                    <a:pt x="741" y="1787"/>
                  </a:lnTo>
                  <a:lnTo>
                    <a:pt x="744" y="1799"/>
                  </a:lnTo>
                  <a:lnTo>
                    <a:pt x="746" y="1810"/>
                  </a:lnTo>
                  <a:lnTo>
                    <a:pt x="749" y="1821"/>
                  </a:lnTo>
                  <a:lnTo>
                    <a:pt x="752" y="1831"/>
                  </a:lnTo>
                  <a:lnTo>
                    <a:pt x="757" y="1840"/>
                  </a:lnTo>
                  <a:lnTo>
                    <a:pt x="762" y="1848"/>
                  </a:lnTo>
                  <a:lnTo>
                    <a:pt x="769" y="1856"/>
                  </a:lnTo>
                  <a:lnTo>
                    <a:pt x="775" y="1861"/>
                  </a:lnTo>
                  <a:lnTo>
                    <a:pt x="783" y="1867"/>
                  </a:lnTo>
                  <a:lnTo>
                    <a:pt x="790" y="1871"/>
                  </a:lnTo>
                  <a:lnTo>
                    <a:pt x="798" y="1874"/>
                  </a:lnTo>
                  <a:lnTo>
                    <a:pt x="807" y="1878"/>
                  </a:lnTo>
                  <a:lnTo>
                    <a:pt x="817" y="1879"/>
                  </a:lnTo>
                  <a:lnTo>
                    <a:pt x="827" y="1880"/>
                  </a:lnTo>
                  <a:lnTo>
                    <a:pt x="827" y="1880"/>
                  </a:lnTo>
                  <a:lnTo>
                    <a:pt x="834" y="1879"/>
                  </a:lnTo>
                  <a:lnTo>
                    <a:pt x="840" y="1878"/>
                  </a:lnTo>
                  <a:lnTo>
                    <a:pt x="847" y="1877"/>
                  </a:lnTo>
                  <a:lnTo>
                    <a:pt x="854" y="1874"/>
                  </a:lnTo>
                  <a:lnTo>
                    <a:pt x="859" y="1871"/>
                  </a:lnTo>
                  <a:lnTo>
                    <a:pt x="866" y="1868"/>
                  </a:lnTo>
                  <a:lnTo>
                    <a:pt x="871" y="1863"/>
                  </a:lnTo>
                  <a:lnTo>
                    <a:pt x="877" y="1858"/>
                  </a:lnTo>
                  <a:lnTo>
                    <a:pt x="877" y="1874"/>
                  </a:lnTo>
                  <a:lnTo>
                    <a:pt x="933" y="1874"/>
                  </a:lnTo>
                  <a:lnTo>
                    <a:pt x="933" y="1558"/>
                  </a:lnTo>
                  <a:lnTo>
                    <a:pt x="877" y="1585"/>
                  </a:lnTo>
                  <a:lnTo>
                    <a:pt x="877" y="1666"/>
                  </a:lnTo>
                  <a:close/>
                  <a:moveTo>
                    <a:pt x="838" y="1829"/>
                  </a:moveTo>
                  <a:lnTo>
                    <a:pt x="838" y="1829"/>
                  </a:lnTo>
                  <a:lnTo>
                    <a:pt x="831" y="1828"/>
                  </a:lnTo>
                  <a:lnTo>
                    <a:pt x="824" y="1825"/>
                  </a:lnTo>
                  <a:lnTo>
                    <a:pt x="817" y="1822"/>
                  </a:lnTo>
                  <a:lnTo>
                    <a:pt x="810" y="1815"/>
                  </a:lnTo>
                  <a:lnTo>
                    <a:pt x="805" y="1807"/>
                  </a:lnTo>
                  <a:lnTo>
                    <a:pt x="800" y="1794"/>
                  </a:lnTo>
                  <a:lnTo>
                    <a:pt x="797" y="1779"/>
                  </a:lnTo>
                  <a:lnTo>
                    <a:pt x="796" y="1759"/>
                  </a:lnTo>
                  <a:lnTo>
                    <a:pt x="796" y="1759"/>
                  </a:lnTo>
                  <a:lnTo>
                    <a:pt x="797" y="1741"/>
                  </a:lnTo>
                  <a:lnTo>
                    <a:pt x="800" y="1728"/>
                  </a:lnTo>
                  <a:lnTo>
                    <a:pt x="805" y="1717"/>
                  </a:lnTo>
                  <a:lnTo>
                    <a:pt x="810" y="1709"/>
                  </a:lnTo>
                  <a:lnTo>
                    <a:pt x="816" y="1702"/>
                  </a:lnTo>
                  <a:lnTo>
                    <a:pt x="824" y="1699"/>
                  </a:lnTo>
                  <a:lnTo>
                    <a:pt x="830" y="1696"/>
                  </a:lnTo>
                  <a:lnTo>
                    <a:pt x="838" y="1696"/>
                  </a:lnTo>
                  <a:lnTo>
                    <a:pt x="838" y="1696"/>
                  </a:lnTo>
                  <a:lnTo>
                    <a:pt x="845" y="1696"/>
                  </a:lnTo>
                  <a:lnTo>
                    <a:pt x="851" y="1699"/>
                  </a:lnTo>
                  <a:lnTo>
                    <a:pt x="858" y="1701"/>
                  </a:lnTo>
                  <a:lnTo>
                    <a:pt x="863" y="1704"/>
                  </a:lnTo>
                  <a:lnTo>
                    <a:pt x="867" y="1708"/>
                  </a:lnTo>
                  <a:lnTo>
                    <a:pt x="871" y="1711"/>
                  </a:lnTo>
                  <a:lnTo>
                    <a:pt x="877" y="1719"/>
                  </a:lnTo>
                  <a:lnTo>
                    <a:pt x="877" y="1807"/>
                  </a:lnTo>
                  <a:lnTo>
                    <a:pt x="877" y="1807"/>
                  </a:lnTo>
                  <a:lnTo>
                    <a:pt x="870" y="1814"/>
                  </a:lnTo>
                  <a:lnTo>
                    <a:pt x="863" y="1821"/>
                  </a:lnTo>
                  <a:lnTo>
                    <a:pt x="858" y="1824"/>
                  </a:lnTo>
                  <a:lnTo>
                    <a:pt x="851" y="1827"/>
                  </a:lnTo>
                  <a:lnTo>
                    <a:pt x="846" y="1828"/>
                  </a:lnTo>
                  <a:lnTo>
                    <a:pt x="838" y="1829"/>
                  </a:lnTo>
                  <a:lnTo>
                    <a:pt x="838" y="1829"/>
                  </a:lnTo>
                  <a:close/>
                  <a:moveTo>
                    <a:pt x="2084" y="1645"/>
                  </a:moveTo>
                  <a:lnTo>
                    <a:pt x="2084" y="1645"/>
                  </a:lnTo>
                  <a:lnTo>
                    <a:pt x="2079" y="1646"/>
                  </a:lnTo>
                  <a:lnTo>
                    <a:pt x="2072" y="1648"/>
                  </a:lnTo>
                  <a:lnTo>
                    <a:pt x="2059" y="1651"/>
                  </a:lnTo>
                  <a:lnTo>
                    <a:pt x="2046" y="1658"/>
                  </a:lnTo>
                  <a:lnTo>
                    <a:pt x="2035" y="1666"/>
                  </a:lnTo>
                  <a:lnTo>
                    <a:pt x="2035" y="1563"/>
                  </a:lnTo>
                  <a:lnTo>
                    <a:pt x="1980" y="1591"/>
                  </a:lnTo>
                  <a:lnTo>
                    <a:pt x="1980" y="1874"/>
                  </a:lnTo>
                  <a:lnTo>
                    <a:pt x="2035" y="1874"/>
                  </a:lnTo>
                  <a:lnTo>
                    <a:pt x="2035" y="1858"/>
                  </a:lnTo>
                  <a:lnTo>
                    <a:pt x="2035" y="1858"/>
                  </a:lnTo>
                  <a:lnTo>
                    <a:pt x="2040" y="1863"/>
                  </a:lnTo>
                  <a:lnTo>
                    <a:pt x="2046" y="1868"/>
                  </a:lnTo>
                  <a:lnTo>
                    <a:pt x="2052" y="1871"/>
                  </a:lnTo>
                  <a:lnTo>
                    <a:pt x="2059" y="1874"/>
                  </a:lnTo>
                  <a:lnTo>
                    <a:pt x="2064" y="1877"/>
                  </a:lnTo>
                  <a:lnTo>
                    <a:pt x="2072" y="1878"/>
                  </a:lnTo>
                  <a:lnTo>
                    <a:pt x="2079" y="1879"/>
                  </a:lnTo>
                  <a:lnTo>
                    <a:pt x="2085" y="1880"/>
                  </a:lnTo>
                  <a:lnTo>
                    <a:pt x="2085" y="1880"/>
                  </a:lnTo>
                  <a:lnTo>
                    <a:pt x="2095" y="1879"/>
                  </a:lnTo>
                  <a:lnTo>
                    <a:pt x="2105" y="1878"/>
                  </a:lnTo>
                  <a:lnTo>
                    <a:pt x="2114" y="1876"/>
                  </a:lnTo>
                  <a:lnTo>
                    <a:pt x="2123" y="1871"/>
                  </a:lnTo>
                  <a:lnTo>
                    <a:pt x="2131" y="1867"/>
                  </a:lnTo>
                  <a:lnTo>
                    <a:pt x="2137" y="1862"/>
                  </a:lnTo>
                  <a:lnTo>
                    <a:pt x="2144" y="1856"/>
                  </a:lnTo>
                  <a:lnTo>
                    <a:pt x="2150" y="1849"/>
                  </a:lnTo>
                  <a:lnTo>
                    <a:pt x="2155" y="1840"/>
                  </a:lnTo>
                  <a:lnTo>
                    <a:pt x="2160" y="1831"/>
                  </a:lnTo>
                  <a:lnTo>
                    <a:pt x="2163" y="1821"/>
                  </a:lnTo>
                  <a:lnTo>
                    <a:pt x="2166" y="1811"/>
                  </a:lnTo>
                  <a:lnTo>
                    <a:pt x="2170" y="1800"/>
                  </a:lnTo>
                  <a:lnTo>
                    <a:pt x="2171" y="1788"/>
                  </a:lnTo>
                  <a:lnTo>
                    <a:pt x="2172" y="1774"/>
                  </a:lnTo>
                  <a:lnTo>
                    <a:pt x="2173" y="1760"/>
                  </a:lnTo>
                  <a:lnTo>
                    <a:pt x="2173" y="1760"/>
                  </a:lnTo>
                  <a:lnTo>
                    <a:pt x="2172" y="1748"/>
                  </a:lnTo>
                  <a:lnTo>
                    <a:pt x="2171" y="1735"/>
                  </a:lnTo>
                  <a:lnTo>
                    <a:pt x="2169" y="1723"/>
                  </a:lnTo>
                  <a:lnTo>
                    <a:pt x="2166" y="1712"/>
                  </a:lnTo>
                  <a:lnTo>
                    <a:pt x="2163" y="1702"/>
                  </a:lnTo>
                  <a:lnTo>
                    <a:pt x="2159" y="1693"/>
                  </a:lnTo>
                  <a:lnTo>
                    <a:pt x="2154" y="1684"/>
                  </a:lnTo>
                  <a:lnTo>
                    <a:pt x="2149" y="1676"/>
                  </a:lnTo>
                  <a:lnTo>
                    <a:pt x="2143" y="1670"/>
                  </a:lnTo>
                  <a:lnTo>
                    <a:pt x="2136" y="1663"/>
                  </a:lnTo>
                  <a:lnTo>
                    <a:pt x="2129" y="1658"/>
                  </a:lnTo>
                  <a:lnTo>
                    <a:pt x="2121" y="1653"/>
                  </a:lnTo>
                  <a:lnTo>
                    <a:pt x="2113" y="1650"/>
                  </a:lnTo>
                  <a:lnTo>
                    <a:pt x="2104" y="1648"/>
                  </a:lnTo>
                  <a:lnTo>
                    <a:pt x="2094" y="1646"/>
                  </a:lnTo>
                  <a:lnTo>
                    <a:pt x="2084" y="1645"/>
                  </a:lnTo>
                  <a:lnTo>
                    <a:pt x="2084" y="1645"/>
                  </a:lnTo>
                  <a:close/>
                  <a:moveTo>
                    <a:pt x="2074" y="1696"/>
                  </a:moveTo>
                  <a:lnTo>
                    <a:pt x="2074" y="1696"/>
                  </a:lnTo>
                  <a:lnTo>
                    <a:pt x="2082" y="1698"/>
                  </a:lnTo>
                  <a:lnTo>
                    <a:pt x="2090" y="1700"/>
                  </a:lnTo>
                  <a:lnTo>
                    <a:pt x="2096" y="1704"/>
                  </a:lnTo>
                  <a:lnTo>
                    <a:pt x="2103" y="1711"/>
                  </a:lnTo>
                  <a:lnTo>
                    <a:pt x="2109" y="1719"/>
                  </a:lnTo>
                  <a:lnTo>
                    <a:pt x="2112" y="1730"/>
                  </a:lnTo>
                  <a:lnTo>
                    <a:pt x="2115" y="1743"/>
                  </a:lnTo>
                  <a:lnTo>
                    <a:pt x="2116" y="1759"/>
                  </a:lnTo>
                  <a:lnTo>
                    <a:pt x="2116" y="1759"/>
                  </a:lnTo>
                  <a:lnTo>
                    <a:pt x="2115" y="1775"/>
                  </a:lnTo>
                  <a:lnTo>
                    <a:pt x="2113" y="1790"/>
                  </a:lnTo>
                  <a:lnTo>
                    <a:pt x="2111" y="1801"/>
                  </a:lnTo>
                  <a:lnTo>
                    <a:pt x="2106" y="1811"/>
                  </a:lnTo>
                  <a:lnTo>
                    <a:pt x="2100" y="1819"/>
                  </a:lnTo>
                  <a:lnTo>
                    <a:pt x="2093" y="1824"/>
                  </a:lnTo>
                  <a:lnTo>
                    <a:pt x="2085" y="1828"/>
                  </a:lnTo>
                  <a:lnTo>
                    <a:pt x="2075" y="1829"/>
                  </a:lnTo>
                  <a:lnTo>
                    <a:pt x="2075" y="1829"/>
                  </a:lnTo>
                  <a:lnTo>
                    <a:pt x="2067" y="1828"/>
                  </a:lnTo>
                  <a:lnTo>
                    <a:pt x="2061" y="1827"/>
                  </a:lnTo>
                  <a:lnTo>
                    <a:pt x="2055" y="1823"/>
                  </a:lnTo>
                  <a:lnTo>
                    <a:pt x="2050" y="1821"/>
                  </a:lnTo>
                  <a:lnTo>
                    <a:pt x="2041" y="1813"/>
                  </a:lnTo>
                  <a:lnTo>
                    <a:pt x="2035" y="1808"/>
                  </a:lnTo>
                  <a:lnTo>
                    <a:pt x="2035" y="1719"/>
                  </a:lnTo>
                  <a:lnTo>
                    <a:pt x="2035" y="1719"/>
                  </a:lnTo>
                  <a:lnTo>
                    <a:pt x="2039" y="1714"/>
                  </a:lnTo>
                  <a:lnTo>
                    <a:pt x="2043" y="1710"/>
                  </a:lnTo>
                  <a:lnTo>
                    <a:pt x="2047" y="1705"/>
                  </a:lnTo>
                  <a:lnTo>
                    <a:pt x="2052" y="1702"/>
                  </a:lnTo>
                  <a:lnTo>
                    <a:pt x="2057" y="1700"/>
                  </a:lnTo>
                  <a:lnTo>
                    <a:pt x="2063" y="1698"/>
                  </a:lnTo>
                  <a:lnTo>
                    <a:pt x="2069" y="1696"/>
                  </a:lnTo>
                  <a:lnTo>
                    <a:pt x="2074" y="1696"/>
                  </a:lnTo>
                  <a:lnTo>
                    <a:pt x="2074" y="1696"/>
                  </a:lnTo>
                  <a:close/>
                  <a:moveTo>
                    <a:pt x="1455" y="1666"/>
                  </a:moveTo>
                  <a:lnTo>
                    <a:pt x="1455" y="1666"/>
                  </a:lnTo>
                  <a:lnTo>
                    <a:pt x="1451" y="1662"/>
                  </a:lnTo>
                  <a:lnTo>
                    <a:pt x="1445" y="1658"/>
                  </a:lnTo>
                  <a:lnTo>
                    <a:pt x="1438" y="1654"/>
                  </a:lnTo>
                  <a:lnTo>
                    <a:pt x="1433" y="1651"/>
                  </a:lnTo>
                  <a:lnTo>
                    <a:pt x="1426" y="1649"/>
                  </a:lnTo>
                  <a:lnTo>
                    <a:pt x="1419" y="1646"/>
                  </a:lnTo>
                  <a:lnTo>
                    <a:pt x="1413" y="1646"/>
                  </a:lnTo>
                  <a:lnTo>
                    <a:pt x="1406" y="1645"/>
                  </a:lnTo>
                  <a:lnTo>
                    <a:pt x="1406" y="1645"/>
                  </a:lnTo>
                  <a:lnTo>
                    <a:pt x="1396" y="1646"/>
                  </a:lnTo>
                  <a:lnTo>
                    <a:pt x="1386" y="1648"/>
                  </a:lnTo>
                  <a:lnTo>
                    <a:pt x="1377" y="1650"/>
                  </a:lnTo>
                  <a:lnTo>
                    <a:pt x="1369" y="1653"/>
                  </a:lnTo>
                  <a:lnTo>
                    <a:pt x="1362" y="1658"/>
                  </a:lnTo>
                  <a:lnTo>
                    <a:pt x="1354" y="1663"/>
                  </a:lnTo>
                  <a:lnTo>
                    <a:pt x="1347" y="1670"/>
                  </a:lnTo>
                  <a:lnTo>
                    <a:pt x="1342" y="1676"/>
                  </a:lnTo>
                  <a:lnTo>
                    <a:pt x="1336" y="1684"/>
                  </a:lnTo>
                  <a:lnTo>
                    <a:pt x="1332" y="1693"/>
                  </a:lnTo>
                  <a:lnTo>
                    <a:pt x="1327" y="1702"/>
                  </a:lnTo>
                  <a:lnTo>
                    <a:pt x="1324" y="1712"/>
                  </a:lnTo>
                  <a:lnTo>
                    <a:pt x="1322" y="1723"/>
                  </a:lnTo>
                  <a:lnTo>
                    <a:pt x="1319" y="1735"/>
                  </a:lnTo>
                  <a:lnTo>
                    <a:pt x="1318" y="1748"/>
                  </a:lnTo>
                  <a:lnTo>
                    <a:pt x="1318" y="1760"/>
                  </a:lnTo>
                  <a:lnTo>
                    <a:pt x="1318" y="1760"/>
                  </a:lnTo>
                  <a:lnTo>
                    <a:pt x="1318" y="1774"/>
                  </a:lnTo>
                  <a:lnTo>
                    <a:pt x="1319" y="1787"/>
                  </a:lnTo>
                  <a:lnTo>
                    <a:pt x="1322" y="1799"/>
                  </a:lnTo>
                  <a:lnTo>
                    <a:pt x="1324" y="1810"/>
                  </a:lnTo>
                  <a:lnTo>
                    <a:pt x="1327" y="1821"/>
                  </a:lnTo>
                  <a:lnTo>
                    <a:pt x="1330" y="1831"/>
                  </a:lnTo>
                  <a:lnTo>
                    <a:pt x="1336" y="1840"/>
                  </a:lnTo>
                  <a:lnTo>
                    <a:pt x="1340" y="1848"/>
                  </a:lnTo>
                  <a:lnTo>
                    <a:pt x="1347" y="1856"/>
                  </a:lnTo>
                  <a:lnTo>
                    <a:pt x="1353" y="1861"/>
                  </a:lnTo>
                  <a:lnTo>
                    <a:pt x="1360" y="1867"/>
                  </a:lnTo>
                  <a:lnTo>
                    <a:pt x="1368" y="1871"/>
                  </a:lnTo>
                  <a:lnTo>
                    <a:pt x="1376" y="1874"/>
                  </a:lnTo>
                  <a:lnTo>
                    <a:pt x="1385" y="1878"/>
                  </a:lnTo>
                  <a:lnTo>
                    <a:pt x="1395" y="1879"/>
                  </a:lnTo>
                  <a:lnTo>
                    <a:pt x="1405" y="1879"/>
                  </a:lnTo>
                  <a:lnTo>
                    <a:pt x="1405" y="1879"/>
                  </a:lnTo>
                  <a:lnTo>
                    <a:pt x="1412" y="1879"/>
                  </a:lnTo>
                  <a:lnTo>
                    <a:pt x="1418" y="1878"/>
                  </a:lnTo>
                  <a:lnTo>
                    <a:pt x="1425" y="1877"/>
                  </a:lnTo>
                  <a:lnTo>
                    <a:pt x="1432" y="1874"/>
                  </a:lnTo>
                  <a:lnTo>
                    <a:pt x="1438" y="1871"/>
                  </a:lnTo>
                  <a:lnTo>
                    <a:pt x="1444" y="1867"/>
                  </a:lnTo>
                  <a:lnTo>
                    <a:pt x="1449" y="1863"/>
                  </a:lnTo>
                  <a:lnTo>
                    <a:pt x="1455" y="1858"/>
                  </a:lnTo>
                  <a:lnTo>
                    <a:pt x="1455" y="1863"/>
                  </a:lnTo>
                  <a:lnTo>
                    <a:pt x="1455" y="1863"/>
                  </a:lnTo>
                  <a:lnTo>
                    <a:pt x="1455" y="1872"/>
                  </a:lnTo>
                  <a:lnTo>
                    <a:pt x="1454" y="1882"/>
                  </a:lnTo>
                  <a:lnTo>
                    <a:pt x="1452" y="1892"/>
                  </a:lnTo>
                  <a:lnTo>
                    <a:pt x="1449" y="1897"/>
                  </a:lnTo>
                  <a:lnTo>
                    <a:pt x="1446" y="1901"/>
                  </a:lnTo>
                  <a:lnTo>
                    <a:pt x="1443" y="1906"/>
                  </a:lnTo>
                  <a:lnTo>
                    <a:pt x="1438" y="1910"/>
                  </a:lnTo>
                  <a:lnTo>
                    <a:pt x="1432" y="1913"/>
                  </a:lnTo>
                  <a:lnTo>
                    <a:pt x="1425" y="1916"/>
                  </a:lnTo>
                  <a:lnTo>
                    <a:pt x="1417" y="1919"/>
                  </a:lnTo>
                  <a:lnTo>
                    <a:pt x="1407" y="1920"/>
                  </a:lnTo>
                  <a:lnTo>
                    <a:pt x="1396" y="1922"/>
                  </a:lnTo>
                  <a:lnTo>
                    <a:pt x="1384" y="1922"/>
                  </a:lnTo>
                  <a:lnTo>
                    <a:pt x="1382" y="1922"/>
                  </a:lnTo>
                  <a:lnTo>
                    <a:pt x="1401" y="1966"/>
                  </a:lnTo>
                  <a:lnTo>
                    <a:pt x="1402" y="1966"/>
                  </a:lnTo>
                  <a:lnTo>
                    <a:pt x="1402" y="1966"/>
                  </a:lnTo>
                  <a:lnTo>
                    <a:pt x="1415" y="1966"/>
                  </a:lnTo>
                  <a:lnTo>
                    <a:pt x="1427" y="1963"/>
                  </a:lnTo>
                  <a:lnTo>
                    <a:pt x="1439" y="1961"/>
                  </a:lnTo>
                  <a:lnTo>
                    <a:pt x="1449" y="1958"/>
                  </a:lnTo>
                  <a:lnTo>
                    <a:pt x="1459" y="1954"/>
                  </a:lnTo>
                  <a:lnTo>
                    <a:pt x="1468" y="1950"/>
                  </a:lnTo>
                  <a:lnTo>
                    <a:pt x="1476" y="1943"/>
                  </a:lnTo>
                  <a:lnTo>
                    <a:pt x="1484" y="1938"/>
                  </a:lnTo>
                  <a:lnTo>
                    <a:pt x="1491" y="1930"/>
                  </a:lnTo>
                  <a:lnTo>
                    <a:pt x="1495" y="1921"/>
                  </a:lnTo>
                  <a:lnTo>
                    <a:pt x="1501" y="1912"/>
                  </a:lnTo>
                  <a:lnTo>
                    <a:pt x="1504" y="1902"/>
                  </a:lnTo>
                  <a:lnTo>
                    <a:pt x="1507" y="1891"/>
                  </a:lnTo>
                  <a:lnTo>
                    <a:pt x="1509" y="1880"/>
                  </a:lnTo>
                  <a:lnTo>
                    <a:pt x="1511" y="1868"/>
                  </a:lnTo>
                  <a:lnTo>
                    <a:pt x="1511" y="1853"/>
                  </a:lnTo>
                  <a:lnTo>
                    <a:pt x="1511" y="1651"/>
                  </a:lnTo>
                  <a:lnTo>
                    <a:pt x="1455" y="1651"/>
                  </a:lnTo>
                  <a:lnTo>
                    <a:pt x="1455" y="1666"/>
                  </a:lnTo>
                  <a:close/>
                  <a:moveTo>
                    <a:pt x="1455" y="1719"/>
                  </a:moveTo>
                  <a:lnTo>
                    <a:pt x="1455" y="1807"/>
                  </a:lnTo>
                  <a:lnTo>
                    <a:pt x="1455" y="1807"/>
                  </a:lnTo>
                  <a:lnTo>
                    <a:pt x="1448" y="1814"/>
                  </a:lnTo>
                  <a:lnTo>
                    <a:pt x="1439" y="1822"/>
                  </a:lnTo>
                  <a:lnTo>
                    <a:pt x="1435" y="1824"/>
                  </a:lnTo>
                  <a:lnTo>
                    <a:pt x="1429" y="1827"/>
                  </a:lnTo>
                  <a:lnTo>
                    <a:pt x="1423" y="1828"/>
                  </a:lnTo>
                  <a:lnTo>
                    <a:pt x="1416" y="1829"/>
                  </a:lnTo>
                  <a:lnTo>
                    <a:pt x="1416" y="1829"/>
                  </a:lnTo>
                  <a:lnTo>
                    <a:pt x="1408" y="1828"/>
                  </a:lnTo>
                  <a:lnTo>
                    <a:pt x="1402" y="1825"/>
                  </a:lnTo>
                  <a:lnTo>
                    <a:pt x="1394" y="1821"/>
                  </a:lnTo>
                  <a:lnTo>
                    <a:pt x="1388" y="1815"/>
                  </a:lnTo>
                  <a:lnTo>
                    <a:pt x="1383" y="1807"/>
                  </a:lnTo>
                  <a:lnTo>
                    <a:pt x="1378" y="1794"/>
                  </a:lnTo>
                  <a:lnTo>
                    <a:pt x="1375" y="1779"/>
                  </a:lnTo>
                  <a:lnTo>
                    <a:pt x="1374" y="1759"/>
                  </a:lnTo>
                  <a:lnTo>
                    <a:pt x="1374" y="1759"/>
                  </a:lnTo>
                  <a:lnTo>
                    <a:pt x="1375" y="1741"/>
                  </a:lnTo>
                  <a:lnTo>
                    <a:pt x="1378" y="1728"/>
                  </a:lnTo>
                  <a:lnTo>
                    <a:pt x="1383" y="1717"/>
                  </a:lnTo>
                  <a:lnTo>
                    <a:pt x="1388" y="1709"/>
                  </a:lnTo>
                  <a:lnTo>
                    <a:pt x="1394" y="1702"/>
                  </a:lnTo>
                  <a:lnTo>
                    <a:pt x="1402" y="1699"/>
                  </a:lnTo>
                  <a:lnTo>
                    <a:pt x="1408" y="1696"/>
                  </a:lnTo>
                  <a:lnTo>
                    <a:pt x="1416" y="1696"/>
                  </a:lnTo>
                  <a:lnTo>
                    <a:pt x="1416" y="1696"/>
                  </a:lnTo>
                  <a:lnTo>
                    <a:pt x="1423" y="1696"/>
                  </a:lnTo>
                  <a:lnTo>
                    <a:pt x="1429" y="1699"/>
                  </a:lnTo>
                  <a:lnTo>
                    <a:pt x="1436" y="1701"/>
                  </a:lnTo>
                  <a:lnTo>
                    <a:pt x="1441" y="1703"/>
                  </a:lnTo>
                  <a:lnTo>
                    <a:pt x="1445" y="1708"/>
                  </a:lnTo>
                  <a:lnTo>
                    <a:pt x="1449" y="1711"/>
                  </a:lnTo>
                  <a:lnTo>
                    <a:pt x="1455" y="1719"/>
                  </a:lnTo>
                  <a:lnTo>
                    <a:pt x="1455" y="1719"/>
                  </a:lnTo>
                  <a:close/>
                  <a:moveTo>
                    <a:pt x="1683" y="1705"/>
                  </a:moveTo>
                  <a:lnTo>
                    <a:pt x="1683" y="1705"/>
                  </a:lnTo>
                  <a:lnTo>
                    <a:pt x="1696" y="1699"/>
                  </a:lnTo>
                  <a:lnTo>
                    <a:pt x="1709" y="1694"/>
                  </a:lnTo>
                  <a:lnTo>
                    <a:pt x="1724" y="1691"/>
                  </a:lnTo>
                  <a:lnTo>
                    <a:pt x="1740" y="1690"/>
                  </a:lnTo>
                  <a:lnTo>
                    <a:pt x="1740" y="1690"/>
                  </a:lnTo>
                  <a:lnTo>
                    <a:pt x="1750" y="1691"/>
                  </a:lnTo>
                  <a:lnTo>
                    <a:pt x="1757" y="1692"/>
                  </a:lnTo>
                  <a:lnTo>
                    <a:pt x="1764" y="1694"/>
                  </a:lnTo>
                  <a:lnTo>
                    <a:pt x="1770" y="1699"/>
                  </a:lnTo>
                  <a:lnTo>
                    <a:pt x="1774" y="1703"/>
                  </a:lnTo>
                  <a:lnTo>
                    <a:pt x="1777" y="1709"/>
                  </a:lnTo>
                  <a:lnTo>
                    <a:pt x="1780" y="1714"/>
                  </a:lnTo>
                  <a:lnTo>
                    <a:pt x="1780" y="1722"/>
                  </a:lnTo>
                  <a:lnTo>
                    <a:pt x="1780" y="1738"/>
                  </a:lnTo>
                  <a:lnTo>
                    <a:pt x="1780" y="1738"/>
                  </a:lnTo>
                  <a:lnTo>
                    <a:pt x="1770" y="1733"/>
                  </a:lnTo>
                  <a:lnTo>
                    <a:pt x="1757" y="1730"/>
                  </a:lnTo>
                  <a:lnTo>
                    <a:pt x="1745" y="1728"/>
                  </a:lnTo>
                  <a:lnTo>
                    <a:pt x="1732" y="1727"/>
                  </a:lnTo>
                  <a:lnTo>
                    <a:pt x="1732" y="1727"/>
                  </a:lnTo>
                  <a:lnTo>
                    <a:pt x="1716" y="1728"/>
                  </a:lnTo>
                  <a:lnTo>
                    <a:pt x="1701" y="1731"/>
                  </a:lnTo>
                  <a:lnTo>
                    <a:pt x="1686" y="1735"/>
                  </a:lnTo>
                  <a:lnTo>
                    <a:pt x="1678" y="1739"/>
                  </a:lnTo>
                  <a:lnTo>
                    <a:pt x="1672" y="1743"/>
                  </a:lnTo>
                  <a:lnTo>
                    <a:pt x="1666" y="1748"/>
                  </a:lnTo>
                  <a:lnTo>
                    <a:pt x="1661" y="1753"/>
                  </a:lnTo>
                  <a:lnTo>
                    <a:pt x="1655" y="1759"/>
                  </a:lnTo>
                  <a:lnTo>
                    <a:pt x="1651" y="1765"/>
                  </a:lnTo>
                  <a:lnTo>
                    <a:pt x="1647" y="1773"/>
                  </a:lnTo>
                  <a:lnTo>
                    <a:pt x="1645" y="1782"/>
                  </a:lnTo>
                  <a:lnTo>
                    <a:pt x="1644" y="1791"/>
                  </a:lnTo>
                  <a:lnTo>
                    <a:pt x="1643" y="1800"/>
                  </a:lnTo>
                  <a:lnTo>
                    <a:pt x="1643" y="1800"/>
                  </a:lnTo>
                  <a:lnTo>
                    <a:pt x="1644" y="1811"/>
                  </a:lnTo>
                  <a:lnTo>
                    <a:pt x="1645" y="1821"/>
                  </a:lnTo>
                  <a:lnTo>
                    <a:pt x="1647" y="1829"/>
                  </a:lnTo>
                  <a:lnTo>
                    <a:pt x="1651" y="1838"/>
                  </a:lnTo>
                  <a:lnTo>
                    <a:pt x="1654" y="1844"/>
                  </a:lnTo>
                  <a:lnTo>
                    <a:pt x="1659" y="1851"/>
                  </a:lnTo>
                  <a:lnTo>
                    <a:pt x="1664" y="1857"/>
                  </a:lnTo>
                  <a:lnTo>
                    <a:pt x="1671" y="1862"/>
                  </a:lnTo>
                  <a:lnTo>
                    <a:pt x="1676" y="1867"/>
                  </a:lnTo>
                  <a:lnTo>
                    <a:pt x="1683" y="1870"/>
                  </a:lnTo>
                  <a:lnTo>
                    <a:pt x="1697" y="1876"/>
                  </a:lnTo>
                  <a:lnTo>
                    <a:pt x="1712" y="1879"/>
                  </a:lnTo>
                  <a:lnTo>
                    <a:pt x="1726" y="1880"/>
                  </a:lnTo>
                  <a:lnTo>
                    <a:pt x="1726" y="1880"/>
                  </a:lnTo>
                  <a:lnTo>
                    <a:pt x="1738" y="1878"/>
                  </a:lnTo>
                  <a:lnTo>
                    <a:pt x="1746" y="1877"/>
                  </a:lnTo>
                  <a:lnTo>
                    <a:pt x="1753" y="1874"/>
                  </a:lnTo>
                  <a:lnTo>
                    <a:pt x="1761" y="1871"/>
                  </a:lnTo>
                  <a:lnTo>
                    <a:pt x="1767" y="1867"/>
                  </a:lnTo>
                  <a:lnTo>
                    <a:pt x="1774" y="1862"/>
                  </a:lnTo>
                  <a:lnTo>
                    <a:pt x="1780" y="1857"/>
                  </a:lnTo>
                  <a:lnTo>
                    <a:pt x="1780" y="1874"/>
                  </a:lnTo>
                  <a:lnTo>
                    <a:pt x="1835" y="1874"/>
                  </a:lnTo>
                  <a:lnTo>
                    <a:pt x="1835" y="1723"/>
                  </a:lnTo>
                  <a:lnTo>
                    <a:pt x="1835" y="1723"/>
                  </a:lnTo>
                  <a:lnTo>
                    <a:pt x="1835" y="1714"/>
                  </a:lnTo>
                  <a:lnTo>
                    <a:pt x="1834" y="1707"/>
                  </a:lnTo>
                  <a:lnTo>
                    <a:pt x="1832" y="1699"/>
                  </a:lnTo>
                  <a:lnTo>
                    <a:pt x="1830" y="1691"/>
                  </a:lnTo>
                  <a:lnTo>
                    <a:pt x="1825" y="1684"/>
                  </a:lnTo>
                  <a:lnTo>
                    <a:pt x="1822" y="1678"/>
                  </a:lnTo>
                  <a:lnTo>
                    <a:pt x="1816" y="1672"/>
                  </a:lnTo>
                  <a:lnTo>
                    <a:pt x="1811" y="1666"/>
                  </a:lnTo>
                  <a:lnTo>
                    <a:pt x="1805" y="1662"/>
                  </a:lnTo>
                  <a:lnTo>
                    <a:pt x="1798" y="1658"/>
                  </a:lnTo>
                  <a:lnTo>
                    <a:pt x="1791" y="1654"/>
                  </a:lnTo>
                  <a:lnTo>
                    <a:pt x="1783" y="1651"/>
                  </a:lnTo>
                  <a:lnTo>
                    <a:pt x="1774" y="1649"/>
                  </a:lnTo>
                  <a:lnTo>
                    <a:pt x="1765" y="1648"/>
                  </a:lnTo>
                  <a:lnTo>
                    <a:pt x="1755" y="1646"/>
                  </a:lnTo>
                  <a:lnTo>
                    <a:pt x="1745" y="1645"/>
                  </a:lnTo>
                  <a:lnTo>
                    <a:pt x="1745" y="1645"/>
                  </a:lnTo>
                  <a:lnTo>
                    <a:pt x="1733" y="1646"/>
                  </a:lnTo>
                  <a:lnTo>
                    <a:pt x="1723" y="1646"/>
                  </a:lnTo>
                  <a:lnTo>
                    <a:pt x="1712" y="1649"/>
                  </a:lnTo>
                  <a:lnTo>
                    <a:pt x="1701" y="1651"/>
                  </a:lnTo>
                  <a:lnTo>
                    <a:pt x="1691" y="1654"/>
                  </a:lnTo>
                  <a:lnTo>
                    <a:pt x="1681" y="1658"/>
                  </a:lnTo>
                  <a:lnTo>
                    <a:pt x="1671" y="1662"/>
                  </a:lnTo>
                  <a:lnTo>
                    <a:pt x="1661" y="1668"/>
                  </a:lnTo>
                  <a:lnTo>
                    <a:pt x="1683" y="1705"/>
                  </a:lnTo>
                  <a:close/>
                  <a:moveTo>
                    <a:pt x="1698" y="1800"/>
                  </a:moveTo>
                  <a:lnTo>
                    <a:pt x="1698" y="1800"/>
                  </a:lnTo>
                  <a:lnTo>
                    <a:pt x="1698" y="1793"/>
                  </a:lnTo>
                  <a:lnTo>
                    <a:pt x="1701" y="1787"/>
                  </a:lnTo>
                  <a:lnTo>
                    <a:pt x="1704" y="1781"/>
                  </a:lnTo>
                  <a:lnTo>
                    <a:pt x="1708" y="1777"/>
                  </a:lnTo>
                  <a:lnTo>
                    <a:pt x="1714" y="1773"/>
                  </a:lnTo>
                  <a:lnTo>
                    <a:pt x="1721" y="1771"/>
                  </a:lnTo>
                  <a:lnTo>
                    <a:pt x="1728" y="1769"/>
                  </a:lnTo>
                  <a:lnTo>
                    <a:pt x="1736" y="1769"/>
                  </a:lnTo>
                  <a:lnTo>
                    <a:pt x="1736" y="1769"/>
                  </a:lnTo>
                  <a:lnTo>
                    <a:pt x="1748" y="1769"/>
                  </a:lnTo>
                  <a:lnTo>
                    <a:pt x="1760" y="1771"/>
                  </a:lnTo>
                  <a:lnTo>
                    <a:pt x="1770" y="1774"/>
                  </a:lnTo>
                  <a:lnTo>
                    <a:pt x="1780" y="1780"/>
                  </a:lnTo>
                  <a:lnTo>
                    <a:pt x="1780" y="1810"/>
                  </a:lnTo>
                  <a:lnTo>
                    <a:pt x="1780" y="1810"/>
                  </a:lnTo>
                  <a:lnTo>
                    <a:pt x="1777" y="1814"/>
                  </a:lnTo>
                  <a:lnTo>
                    <a:pt x="1773" y="1819"/>
                  </a:lnTo>
                  <a:lnTo>
                    <a:pt x="1768" y="1823"/>
                  </a:lnTo>
                  <a:lnTo>
                    <a:pt x="1763" y="1827"/>
                  </a:lnTo>
                  <a:lnTo>
                    <a:pt x="1757" y="1830"/>
                  </a:lnTo>
                  <a:lnTo>
                    <a:pt x="1751" y="1832"/>
                  </a:lnTo>
                  <a:lnTo>
                    <a:pt x="1744" y="1833"/>
                  </a:lnTo>
                  <a:lnTo>
                    <a:pt x="1736" y="1834"/>
                  </a:lnTo>
                  <a:lnTo>
                    <a:pt x="1736" y="1834"/>
                  </a:lnTo>
                  <a:lnTo>
                    <a:pt x="1728" y="1833"/>
                  </a:lnTo>
                  <a:lnTo>
                    <a:pt x="1721" y="1831"/>
                  </a:lnTo>
                  <a:lnTo>
                    <a:pt x="1714" y="1829"/>
                  </a:lnTo>
                  <a:lnTo>
                    <a:pt x="1708" y="1824"/>
                  </a:lnTo>
                  <a:lnTo>
                    <a:pt x="1704" y="1820"/>
                  </a:lnTo>
                  <a:lnTo>
                    <a:pt x="1701" y="1814"/>
                  </a:lnTo>
                  <a:lnTo>
                    <a:pt x="1699" y="1808"/>
                  </a:lnTo>
                  <a:lnTo>
                    <a:pt x="1698" y="1800"/>
                  </a:lnTo>
                  <a:lnTo>
                    <a:pt x="1698" y="1800"/>
                  </a:lnTo>
                  <a:close/>
                  <a:moveTo>
                    <a:pt x="2350" y="1810"/>
                  </a:moveTo>
                  <a:lnTo>
                    <a:pt x="2350" y="1810"/>
                  </a:lnTo>
                  <a:lnTo>
                    <a:pt x="2342" y="1817"/>
                  </a:lnTo>
                  <a:lnTo>
                    <a:pt x="2332" y="1822"/>
                  </a:lnTo>
                  <a:lnTo>
                    <a:pt x="2326" y="1824"/>
                  </a:lnTo>
                  <a:lnTo>
                    <a:pt x="2320" y="1827"/>
                  </a:lnTo>
                  <a:lnTo>
                    <a:pt x="2313" y="1828"/>
                  </a:lnTo>
                  <a:lnTo>
                    <a:pt x="2306" y="1829"/>
                  </a:lnTo>
                  <a:lnTo>
                    <a:pt x="2306" y="1829"/>
                  </a:lnTo>
                  <a:lnTo>
                    <a:pt x="2301" y="1828"/>
                  </a:lnTo>
                  <a:lnTo>
                    <a:pt x="2294" y="1828"/>
                  </a:lnTo>
                  <a:lnTo>
                    <a:pt x="2286" y="1825"/>
                  </a:lnTo>
                  <a:lnTo>
                    <a:pt x="2277" y="1821"/>
                  </a:lnTo>
                  <a:lnTo>
                    <a:pt x="2270" y="1815"/>
                  </a:lnTo>
                  <a:lnTo>
                    <a:pt x="2266" y="1811"/>
                  </a:lnTo>
                  <a:lnTo>
                    <a:pt x="2263" y="1807"/>
                  </a:lnTo>
                  <a:lnTo>
                    <a:pt x="2261" y="1801"/>
                  </a:lnTo>
                  <a:lnTo>
                    <a:pt x="2259" y="1794"/>
                  </a:lnTo>
                  <a:lnTo>
                    <a:pt x="2257" y="1788"/>
                  </a:lnTo>
                  <a:lnTo>
                    <a:pt x="2256" y="1780"/>
                  </a:lnTo>
                  <a:lnTo>
                    <a:pt x="2393" y="1780"/>
                  </a:lnTo>
                  <a:lnTo>
                    <a:pt x="2393" y="1780"/>
                  </a:lnTo>
                  <a:lnTo>
                    <a:pt x="2394" y="1763"/>
                  </a:lnTo>
                  <a:lnTo>
                    <a:pt x="2394" y="1763"/>
                  </a:lnTo>
                  <a:lnTo>
                    <a:pt x="2394" y="1750"/>
                  </a:lnTo>
                  <a:lnTo>
                    <a:pt x="2392" y="1738"/>
                  </a:lnTo>
                  <a:lnTo>
                    <a:pt x="2391" y="1725"/>
                  </a:lnTo>
                  <a:lnTo>
                    <a:pt x="2388" y="1714"/>
                  </a:lnTo>
                  <a:lnTo>
                    <a:pt x="2384" y="1704"/>
                  </a:lnTo>
                  <a:lnTo>
                    <a:pt x="2380" y="1694"/>
                  </a:lnTo>
                  <a:lnTo>
                    <a:pt x="2374" y="1685"/>
                  </a:lnTo>
                  <a:lnTo>
                    <a:pt x="2369" y="1678"/>
                  </a:lnTo>
                  <a:lnTo>
                    <a:pt x="2362" y="1670"/>
                  </a:lnTo>
                  <a:lnTo>
                    <a:pt x="2355" y="1664"/>
                  </a:lnTo>
                  <a:lnTo>
                    <a:pt x="2348" y="1659"/>
                  </a:lnTo>
                  <a:lnTo>
                    <a:pt x="2339" y="1654"/>
                  </a:lnTo>
                  <a:lnTo>
                    <a:pt x="2330" y="1651"/>
                  </a:lnTo>
                  <a:lnTo>
                    <a:pt x="2321" y="1648"/>
                  </a:lnTo>
                  <a:lnTo>
                    <a:pt x="2311" y="1646"/>
                  </a:lnTo>
                  <a:lnTo>
                    <a:pt x="2300" y="1645"/>
                  </a:lnTo>
                  <a:lnTo>
                    <a:pt x="2300" y="1645"/>
                  </a:lnTo>
                  <a:lnTo>
                    <a:pt x="2290" y="1646"/>
                  </a:lnTo>
                  <a:lnTo>
                    <a:pt x="2280" y="1648"/>
                  </a:lnTo>
                  <a:lnTo>
                    <a:pt x="2270" y="1651"/>
                  </a:lnTo>
                  <a:lnTo>
                    <a:pt x="2260" y="1654"/>
                  </a:lnTo>
                  <a:lnTo>
                    <a:pt x="2251" y="1659"/>
                  </a:lnTo>
                  <a:lnTo>
                    <a:pt x="2243" y="1665"/>
                  </a:lnTo>
                  <a:lnTo>
                    <a:pt x="2235" y="1671"/>
                  </a:lnTo>
                  <a:lnTo>
                    <a:pt x="2229" y="1679"/>
                  </a:lnTo>
                  <a:lnTo>
                    <a:pt x="2222" y="1686"/>
                  </a:lnTo>
                  <a:lnTo>
                    <a:pt x="2216" y="1695"/>
                  </a:lnTo>
                  <a:lnTo>
                    <a:pt x="2212" y="1705"/>
                  </a:lnTo>
                  <a:lnTo>
                    <a:pt x="2207" y="1715"/>
                  </a:lnTo>
                  <a:lnTo>
                    <a:pt x="2204" y="1727"/>
                  </a:lnTo>
                  <a:lnTo>
                    <a:pt x="2202" y="1739"/>
                  </a:lnTo>
                  <a:lnTo>
                    <a:pt x="2201" y="1750"/>
                  </a:lnTo>
                  <a:lnTo>
                    <a:pt x="2200" y="1763"/>
                  </a:lnTo>
                  <a:lnTo>
                    <a:pt x="2200" y="1763"/>
                  </a:lnTo>
                  <a:lnTo>
                    <a:pt x="2201" y="1775"/>
                  </a:lnTo>
                  <a:lnTo>
                    <a:pt x="2202" y="1788"/>
                  </a:lnTo>
                  <a:lnTo>
                    <a:pt x="2204" y="1800"/>
                  </a:lnTo>
                  <a:lnTo>
                    <a:pt x="2207" y="1811"/>
                  </a:lnTo>
                  <a:lnTo>
                    <a:pt x="2212" y="1821"/>
                  </a:lnTo>
                  <a:lnTo>
                    <a:pt x="2216" y="1831"/>
                  </a:lnTo>
                  <a:lnTo>
                    <a:pt x="2222" y="1840"/>
                  </a:lnTo>
                  <a:lnTo>
                    <a:pt x="2229" y="1848"/>
                  </a:lnTo>
                  <a:lnTo>
                    <a:pt x="2236" y="1854"/>
                  </a:lnTo>
                  <a:lnTo>
                    <a:pt x="2244" y="1861"/>
                  </a:lnTo>
                  <a:lnTo>
                    <a:pt x="2253" y="1867"/>
                  </a:lnTo>
                  <a:lnTo>
                    <a:pt x="2262" y="1871"/>
                  </a:lnTo>
                  <a:lnTo>
                    <a:pt x="2272" y="1874"/>
                  </a:lnTo>
                  <a:lnTo>
                    <a:pt x="2283" y="1878"/>
                  </a:lnTo>
                  <a:lnTo>
                    <a:pt x="2294" y="1879"/>
                  </a:lnTo>
                  <a:lnTo>
                    <a:pt x="2306" y="1880"/>
                  </a:lnTo>
                  <a:lnTo>
                    <a:pt x="2306" y="1880"/>
                  </a:lnTo>
                  <a:lnTo>
                    <a:pt x="2317" y="1879"/>
                  </a:lnTo>
                  <a:lnTo>
                    <a:pt x="2327" y="1878"/>
                  </a:lnTo>
                  <a:lnTo>
                    <a:pt x="2339" y="1874"/>
                  </a:lnTo>
                  <a:lnTo>
                    <a:pt x="2349" y="1871"/>
                  </a:lnTo>
                  <a:lnTo>
                    <a:pt x="2359" y="1866"/>
                  </a:lnTo>
                  <a:lnTo>
                    <a:pt x="2368" y="1860"/>
                  </a:lnTo>
                  <a:lnTo>
                    <a:pt x="2376" y="1852"/>
                  </a:lnTo>
                  <a:lnTo>
                    <a:pt x="2385" y="1844"/>
                  </a:lnTo>
                  <a:lnTo>
                    <a:pt x="2350" y="1810"/>
                  </a:lnTo>
                  <a:close/>
                  <a:moveTo>
                    <a:pt x="2257" y="1739"/>
                  </a:moveTo>
                  <a:lnTo>
                    <a:pt x="2257" y="1739"/>
                  </a:lnTo>
                  <a:lnTo>
                    <a:pt x="2259" y="1729"/>
                  </a:lnTo>
                  <a:lnTo>
                    <a:pt x="2261" y="1720"/>
                  </a:lnTo>
                  <a:lnTo>
                    <a:pt x="2264" y="1712"/>
                  </a:lnTo>
                  <a:lnTo>
                    <a:pt x="2270" y="1705"/>
                  </a:lnTo>
                  <a:lnTo>
                    <a:pt x="2275" y="1700"/>
                  </a:lnTo>
                  <a:lnTo>
                    <a:pt x="2282" y="1696"/>
                  </a:lnTo>
                  <a:lnTo>
                    <a:pt x="2290" y="1693"/>
                  </a:lnTo>
                  <a:lnTo>
                    <a:pt x="2299" y="1693"/>
                  </a:lnTo>
                  <a:lnTo>
                    <a:pt x="2299" y="1693"/>
                  </a:lnTo>
                  <a:lnTo>
                    <a:pt x="2309" y="1694"/>
                  </a:lnTo>
                  <a:lnTo>
                    <a:pt x="2317" y="1696"/>
                  </a:lnTo>
                  <a:lnTo>
                    <a:pt x="2324" y="1701"/>
                  </a:lnTo>
                  <a:lnTo>
                    <a:pt x="2330" y="1708"/>
                  </a:lnTo>
                  <a:lnTo>
                    <a:pt x="2334" y="1714"/>
                  </a:lnTo>
                  <a:lnTo>
                    <a:pt x="2338" y="1722"/>
                  </a:lnTo>
                  <a:lnTo>
                    <a:pt x="2340" y="1731"/>
                  </a:lnTo>
                  <a:lnTo>
                    <a:pt x="2341" y="1739"/>
                  </a:lnTo>
                  <a:lnTo>
                    <a:pt x="2257" y="1739"/>
                  </a:lnTo>
                  <a:close/>
                  <a:moveTo>
                    <a:pt x="2884" y="1810"/>
                  </a:moveTo>
                  <a:lnTo>
                    <a:pt x="2884" y="1810"/>
                  </a:lnTo>
                  <a:lnTo>
                    <a:pt x="2875" y="1817"/>
                  </a:lnTo>
                  <a:lnTo>
                    <a:pt x="2867" y="1822"/>
                  </a:lnTo>
                  <a:lnTo>
                    <a:pt x="2860" y="1824"/>
                  </a:lnTo>
                  <a:lnTo>
                    <a:pt x="2854" y="1827"/>
                  </a:lnTo>
                  <a:lnTo>
                    <a:pt x="2848" y="1828"/>
                  </a:lnTo>
                  <a:lnTo>
                    <a:pt x="2840" y="1829"/>
                  </a:lnTo>
                  <a:lnTo>
                    <a:pt x="2840" y="1829"/>
                  </a:lnTo>
                  <a:lnTo>
                    <a:pt x="2834" y="1828"/>
                  </a:lnTo>
                  <a:lnTo>
                    <a:pt x="2828" y="1828"/>
                  </a:lnTo>
                  <a:lnTo>
                    <a:pt x="2820" y="1825"/>
                  </a:lnTo>
                  <a:lnTo>
                    <a:pt x="2812" y="1821"/>
                  </a:lnTo>
                  <a:lnTo>
                    <a:pt x="2804" y="1815"/>
                  </a:lnTo>
                  <a:lnTo>
                    <a:pt x="2801" y="1811"/>
                  </a:lnTo>
                  <a:lnTo>
                    <a:pt x="2798" y="1807"/>
                  </a:lnTo>
                  <a:lnTo>
                    <a:pt x="2795" y="1801"/>
                  </a:lnTo>
                  <a:lnTo>
                    <a:pt x="2793" y="1794"/>
                  </a:lnTo>
                  <a:lnTo>
                    <a:pt x="2791" y="1788"/>
                  </a:lnTo>
                  <a:lnTo>
                    <a:pt x="2790" y="1780"/>
                  </a:lnTo>
                  <a:lnTo>
                    <a:pt x="2928" y="1780"/>
                  </a:lnTo>
                  <a:lnTo>
                    <a:pt x="2928" y="1780"/>
                  </a:lnTo>
                  <a:lnTo>
                    <a:pt x="2929" y="1763"/>
                  </a:lnTo>
                  <a:lnTo>
                    <a:pt x="2929" y="1763"/>
                  </a:lnTo>
                  <a:lnTo>
                    <a:pt x="2928" y="1750"/>
                  </a:lnTo>
                  <a:lnTo>
                    <a:pt x="2927" y="1738"/>
                  </a:lnTo>
                  <a:lnTo>
                    <a:pt x="2924" y="1725"/>
                  </a:lnTo>
                  <a:lnTo>
                    <a:pt x="2922" y="1714"/>
                  </a:lnTo>
                  <a:lnTo>
                    <a:pt x="2918" y="1704"/>
                  </a:lnTo>
                  <a:lnTo>
                    <a:pt x="2913" y="1694"/>
                  </a:lnTo>
                  <a:lnTo>
                    <a:pt x="2909" y="1685"/>
                  </a:lnTo>
                  <a:lnTo>
                    <a:pt x="2903" y="1678"/>
                  </a:lnTo>
                  <a:lnTo>
                    <a:pt x="2897" y="1670"/>
                  </a:lnTo>
                  <a:lnTo>
                    <a:pt x="2889" y="1664"/>
                  </a:lnTo>
                  <a:lnTo>
                    <a:pt x="2881" y="1659"/>
                  </a:lnTo>
                  <a:lnTo>
                    <a:pt x="2873" y="1654"/>
                  </a:lnTo>
                  <a:lnTo>
                    <a:pt x="2864" y="1651"/>
                  </a:lnTo>
                  <a:lnTo>
                    <a:pt x="2854" y="1648"/>
                  </a:lnTo>
                  <a:lnTo>
                    <a:pt x="2844" y="1646"/>
                  </a:lnTo>
                  <a:lnTo>
                    <a:pt x="2834" y="1645"/>
                  </a:lnTo>
                  <a:lnTo>
                    <a:pt x="2834" y="1645"/>
                  </a:lnTo>
                  <a:lnTo>
                    <a:pt x="2823" y="1646"/>
                  </a:lnTo>
                  <a:lnTo>
                    <a:pt x="2813" y="1648"/>
                  </a:lnTo>
                  <a:lnTo>
                    <a:pt x="2803" y="1651"/>
                  </a:lnTo>
                  <a:lnTo>
                    <a:pt x="2794" y="1654"/>
                  </a:lnTo>
                  <a:lnTo>
                    <a:pt x="2785" y="1659"/>
                  </a:lnTo>
                  <a:lnTo>
                    <a:pt x="2777" y="1665"/>
                  </a:lnTo>
                  <a:lnTo>
                    <a:pt x="2770" y="1671"/>
                  </a:lnTo>
                  <a:lnTo>
                    <a:pt x="2762" y="1679"/>
                  </a:lnTo>
                  <a:lnTo>
                    <a:pt x="2755" y="1686"/>
                  </a:lnTo>
                  <a:lnTo>
                    <a:pt x="2750" y="1695"/>
                  </a:lnTo>
                  <a:lnTo>
                    <a:pt x="2745" y="1705"/>
                  </a:lnTo>
                  <a:lnTo>
                    <a:pt x="2741" y="1715"/>
                  </a:lnTo>
                  <a:lnTo>
                    <a:pt x="2739" y="1727"/>
                  </a:lnTo>
                  <a:lnTo>
                    <a:pt x="2735" y="1739"/>
                  </a:lnTo>
                  <a:lnTo>
                    <a:pt x="2734" y="1750"/>
                  </a:lnTo>
                  <a:lnTo>
                    <a:pt x="2734" y="1763"/>
                  </a:lnTo>
                  <a:lnTo>
                    <a:pt x="2734" y="1763"/>
                  </a:lnTo>
                  <a:lnTo>
                    <a:pt x="2734" y="1775"/>
                  </a:lnTo>
                  <a:lnTo>
                    <a:pt x="2735" y="1788"/>
                  </a:lnTo>
                  <a:lnTo>
                    <a:pt x="2738" y="1800"/>
                  </a:lnTo>
                  <a:lnTo>
                    <a:pt x="2741" y="1811"/>
                  </a:lnTo>
                  <a:lnTo>
                    <a:pt x="2745" y="1821"/>
                  </a:lnTo>
                  <a:lnTo>
                    <a:pt x="2751" y="1831"/>
                  </a:lnTo>
                  <a:lnTo>
                    <a:pt x="2757" y="1840"/>
                  </a:lnTo>
                  <a:lnTo>
                    <a:pt x="2763" y="1848"/>
                  </a:lnTo>
                  <a:lnTo>
                    <a:pt x="2770" y="1854"/>
                  </a:lnTo>
                  <a:lnTo>
                    <a:pt x="2778" y="1861"/>
                  </a:lnTo>
                  <a:lnTo>
                    <a:pt x="2787" y="1867"/>
                  </a:lnTo>
                  <a:lnTo>
                    <a:pt x="2797" y="1871"/>
                  </a:lnTo>
                  <a:lnTo>
                    <a:pt x="2807" y="1874"/>
                  </a:lnTo>
                  <a:lnTo>
                    <a:pt x="2817" y="1878"/>
                  </a:lnTo>
                  <a:lnTo>
                    <a:pt x="2829" y="1879"/>
                  </a:lnTo>
                  <a:lnTo>
                    <a:pt x="2840" y="1880"/>
                  </a:lnTo>
                  <a:lnTo>
                    <a:pt x="2840" y="1880"/>
                  </a:lnTo>
                  <a:lnTo>
                    <a:pt x="2851" y="1879"/>
                  </a:lnTo>
                  <a:lnTo>
                    <a:pt x="2862" y="1878"/>
                  </a:lnTo>
                  <a:lnTo>
                    <a:pt x="2872" y="1874"/>
                  </a:lnTo>
                  <a:lnTo>
                    <a:pt x="2882" y="1871"/>
                  </a:lnTo>
                  <a:lnTo>
                    <a:pt x="2892" y="1866"/>
                  </a:lnTo>
                  <a:lnTo>
                    <a:pt x="2902" y="1860"/>
                  </a:lnTo>
                  <a:lnTo>
                    <a:pt x="2911" y="1852"/>
                  </a:lnTo>
                  <a:lnTo>
                    <a:pt x="2919" y="1844"/>
                  </a:lnTo>
                  <a:lnTo>
                    <a:pt x="2884" y="1810"/>
                  </a:lnTo>
                  <a:close/>
                  <a:moveTo>
                    <a:pt x="2791" y="1739"/>
                  </a:moveTo>
                  <a:lnTo>
                    <a:pt x="2791" y="1739"/>
                  </a:lnTo>
                  <a:lnTo>
                    <a:pt x="2792" y="1729"/>
                  </a:lnTo>
                  <a:lnTo>
                    <a:pt x="2795" y="1720"/>
                  </a:lnTo>
                  <a:lnTo>
                    <a:pt x="2799" y="1712"/>
                  </a:lnTo>
                  <a:lnTo>
                    <a:pt x="2803" y="1705"/>
                  </a:lnTo>
                  <a:lnTo>
                    <a:pt x="2810" y="1700"/>
                  </a:lnTo>
                  <a:lnTo>
                    <a:pt x="2817" y="1696"/>
                  </a:lnTo>
                  <a:lnTo>
                    <a:pt x="2824" y="1693"/>
                  </a:lnTo>
                  <a:lnTo>
                    <a:pt x="2833" y="1693"/>
                  </a:lnTo>
                  <a:lnTo>
                    <a:pt x="2833" y="1693"/>
                  </a:lnTo>
                  <a:lnTo>
                    <a:pt x="2843" y="1694"/>
                  </a:lnTo>
                  <a:lnTo>
                    <a:pt x="2851" y="1696"/>
                  </a:lnTo>
                  <a:lnTo>
                    <a:pt x="2859" y="1701"/>
                  </a:lnTo>
                  <a:lnTo>
                    <a:pt x="2864" y="1708"/>
                  </a:lnTo>
                  <a:lnTo>
                    <a:pt x="2869" y="1714"/>
                  </a:lnTo>
                  <a:lnTo>
                    <a:pt x="2872" y="1722"/>
                  </a:lnTo>
                  <a:lnTo>
                    <a:pt x="2874" y="1731"/>
                  </a:lnTo>
                  <a:lnTo>
                    <a:pt x="2875" y="1739"/>
                  </a:lnTo>
                  <a:lnTo>
                    <a:pt x="2791" y="1739"/>
                  </a:lnTo>
                  <a:close/>
                  <a:moveTo>
                    <a:pt x="2658" y="1797"/>
                  </a:moveTo>
                  <a:lnTo>
                    <a:pt x="2658" y="1797"/>
                  </a:lnTo>
                  <a:lnTo>
                    <a:pt x="2658" y="1804"/>
                  </a:lnTo>
                  <a:lnTo>
                    <a:pt x="2659" y="1810"/>
                  </a:lnTo>
                  <a:lnTo>
                    <a:pt x="2661" y="1815"/>
                  </a:lnTo>
                  <a:lnTo>
                    <a:pt x="2663" y="1820"/>
                  </a:lnTo>
                  <a:lnTo>
                    <a:pt x="2667" y="1823"/>
                  </a:lnTo>
                  <a:lnTo>
                    <a:pt x="2671" y="1825"/>
                  </a:lnTo>
                  <a:lnTo>
                    <a:pt x="2675" y="1827"/>
                  </a:lnTo>
                  <a:lnTo>
                    <a:pt x="2682" y="1827"/>
                  </a:lnTo>
                  <a:lnTo>
                    <a:pt x="2682" y="1827"/>
                  </a:lnTo>
                  <a:lnTo>
                    <a:pt x="2690" y="1827"/>
                  </a:lnTo>
                  <a:lnTo>
                    <a:pt x="2699" y="1824"/>
                  </a:lnTo>
                  <a:lnTo>
                    <a:pt x="2708" y="1821"/>
                  </a:lnTo>
                  <a:lnTo>
                    <a:pt x="2715" y="1817"/>
                  </a:lnTo>
                  <a:lnTo>
                    <a:pt x="2709" y="1869"/>
                  </a:lnTo>
                  <a:lnTo>
                    <a:pt x="2709" y="1869"/>
                  </a:lnTo>
                  <a:lnTo>
                    <a:pt x="2699" y="1873"/>
                  </a:lnTo>
                  <a:lnTo>
                    <a:pt x="2687" y="1877"/>
                  </a:lnTo>
                  <a:lnTo>
                    <a:pt x="2674" y="1879"/>
                  </a:lnTo>
                  <a:lnTo>
                    <a:pt x="2662" y="1880"/>
                  </a:lnTo>
                  <a:lnTo>
                    <a:pt x="2662" y="1880"/>
                  </a:lnTo>
                  <a:lnTo>
                    <a:pt x="2654" y="1879"/>
                  </a:lnTo>
                  <a:lnTo>
                    <a:pt x="2647" y="1878"/>
                  </a:lnTo>
                  <a:lnTo>
                    <a:pt x="2640" y="1876"/>
                  </a:lnTo>
                  <a:lnTo>
                    <a:pt x="2634" y="1873"/>
                  </a:lnTo>
                  <a:lnTo>
                    <a:pt x="2629" y="1870"/>
                  </a:lnTo>
                  <a:lnTo>
                    <a:pt x="2623" y="1867"/>
                  </a:lnTo>
                  <a:lnTo>
                    <a:pt x="2620" y="1862"/>
                  </a:lnTo>
                  <a:lnTo>
                    <a:pt x="2615" y="1857"/>
                  </a:lnTo>
                  <a:lnTo>
                    <a:pt x="2610" y="1847"/>
                  </a:lnTo>
                  <a:lnTo>
                    <a:pt x="2605" y="1834"/>
                  </a:lnTo>
                  <a:lnTo>
                    <a:pt x="2603" y="1823"/>
                  </a:lnTo>
                  <a:lnTo>
                    <a:pt x="2602" y="1811"/>
                  </a:lnTo>
                  <a:lnTo>
                    <a:pt x="2602" y="1702"/>
                  </a:lnTo>
                  <a:lnTo>
                    <a:pt x="2568" y="1702"/>
                  </a:lnTo>
                  <a:lnTo>
                    <a:pt x="2568" y="1651"/>
                  </a:lnTo>
                  <a:lnTo>
                    <a:pt x="2602" y="1651"/>
                  </a:lnTo>
                  <a:lnTo>
                    <a:pt x="2602" y="1593"/>
                  </a:lnTo>
                  <a:lnTo>
                    <a:pt x="2658" y="1565"/>
                  </a:lnTo>
                  <a:lnTo>
                    <a:pt x="2658" y="1651"/>
                  </a:lnTo>
                  <a:lnTo>
                    <a:pt x="2708" y="1651"/>
                  </a:lnTo>
                  <a:lnTo>
                    <a:pt x="2708" y="1702"/>
                  </a:lnTo>
                  <a:lnTo>
                    <a:pt x="2658" y="1702"/>
                  </a:lnTo>
                  <a:lnTo>
                    <a:pt x="2658" y="1797"/>
                  </a:lnTo>
                  <a:close/>
                  <a:moveTo>
                    <a:pt x="2550" y="1869"/>
                  </a:moveTo>
                  <a:lnTo>
                    <a:pt x="2550" y="1869"/>
                  </a:lnTo>
                  <a:lnTo>
                    <a:pt x="2540" y="1873"/>
                  </a:lnTo>
                  <a:lnTo>
                    <a:pt x="2529" y="1877"/>
                  </a:lnTo>
                  <a:lnTo>
                    <a:pt x="2516" y="1879"/>
                  </a:lnTo>
                  <a:lnTo>
                    <a:pt x="2504" y="1880"/>
                  </a:lnTo>
                  <a:lnTo>
                    <a:pt x="2504" y="1880"/>
                  </a:lnTo>
                  <a:lnTo>
                    <a:pt x="2495" y="1879"/>
                  </a:lnTo>
                  <a:lnTo>
                    <a:pt x="2489" y="1878"/>
                  </a:lnTo>
                  <a:lnTo>
                    <a:pt x="2482" y="1876"/>
                  </a:lnTo>
                  <a:lnTo>
                    <a:pt x="2475" y="1873"/>
                  </a:lnTo>
                  <a:lnTo>
                    <a:pt x="2471" y="1870"/>
                  </a:lnTo>
                  <a:lnTo>
                    <a:pt x="2465" y="1867"/>
                  </a:lnTo>
                  <a:lnTo>
                    <a:pt x="2461" y="1862"/>
                  </a:lnTo>
                  <a:lnTo>
                    <a:pt x="2458" y="1857"/>
                  </a:lnTo>
                  <a:lnTo>
                    <a:pt x="2451" y="1847"/>
                  </a:lnTo>
                  <a:lnTo>
                    <a:pt x="2448" y="1834"/>
                  </a:lnTo>
                  <a:lnTo>
                    <a:pt x="2444" y="1823"/>
                  </a:lnTo>
                  <a:lnTo>
                    <a:pt x="2444" y="1811"/>
                  </a:lnTo>
                  <a:lnTo>
                    <a:pt x="2444" y="1702"/>
                  </a:lnTo>
                  <a:lnTo>
                    <a:pt x="2410" y="1702"/>
                  </a:lnTo>
                  <a:lnTo>
                    <a:pt x="2410" y="1651"/>
                  </a:lnTo>
                  <a:lnTo>
                    <a:pt x="2444" y="1651"/>
                  </a:lnTo>
                  <a:lnTo>
                    <a:pt x="2444" y="1593"/>
                  </a:lnTo>
                  <a:lnTo>
                    <a:pt x="2500" y="1565"/>
                  </a:lnTo>
                  <a:lnTo>
                    <a:pt x="2500" y="1651"/>
                  </a:lnTo>
                  <a:lnTo>
                    <a:pt x="2546" y="1651"/>
                  </a:lnTo>
                  <a:lnTo>
                    <a:pt x="2546" y="1702"/>
                  </a:lnTo>
                  <a:lnTo>
                    <a:pt x="2500" y="1702"/>
                  </a:lnTo>
                  <a:lnTo>
                    <a:pt x="2500" y="1797"/>
                  </a:lnTo>
                  <a:lnTo>
                    <a:pt x="2500" y="1797"/>
                  </a:lnTo>
                  <a:lnTo>
                    <a:pt x="2500" y="1804"/>
                  </a:lnTo>
                  <a:lnTo>
                    <a:pt x="2501" y="1810"/>
                  </a:lnTo>
                  <a:lnTo>
                    <a:pt x="2503" y="1815"/>
                  </a:lnTo>
                  <a:lnTo>
                    <a:pt x="2505" y="1820"/>
                  </a:lnTo>
                  <a:lnTo>
                    <a:pt x="2509" y="1823"/>
                  </a:lnTo>
                  <a:lnTo>
                    <a:pt x="2513" y="1825"/>
                  </a:lnTo>
                  <a:lnTo>
                    <a:pt x="2518" y="1827"/>
                  </a:lnTo>
                  <a:lnTo>
                    <a:pt x="2523" y="1827"/>
                  </a:lnTo>
                  <a:lnTo>
                    <a:pt x="2523" y="1827"/>
                  </a:lnTo>
                  <a:lnTo>
                    <a:pt x="2532" y="1827"/>
                  </a:lnTo>
                  <a:lnTo>
                    <a:pt x="2541" y="1824"/>
                  </a:lnTo>
                  <a:lnTo>
                    <a:pt x="2549" y="1821"/>
                  </a:lnTo>
                  <a:lnTo>
                    <a:pt x="2556" y="1817"/>
                  </a:lnTo>
                  <a:lnTo>
                    <a:pt x="2550" y="1869"/>
                  </a:lnTo>
                  <a:close/>
                  <a:moveTo>
                    <a:pt x="3096" y="1713"/>
                  </a:moveTo>
                  <a:lnTo>
                    <a:pt x="3096" y="1713"/>
                  </a:lnTo>
                  <a:lnTo>
                    <a:pt x="3088" y="1708"/>
                  </a:lnTo>
                  <a:lnTo>
                    <a:pt x="3079" y="1704"/>
                  </a:lnTo>
                  <a:lnTo>
                    <a:pt x="3069" y="1702"/>
                  </a:lnTo>
                  <a:lnTo>
                    <a:pt x="3059" y="1701"/>
                  </a:lnTo>
                  <a:lnTo>
                    <a:pt x="3059" y="1701"/>
                  </a:lnTo>
                  <a:lnTo>
                    <a:pt x="3050" y="1702"/>
                  </a:lnTo>
                  <a:lnTo>
                    <a:pt x="3041" y="1704"/>
                  </a:lnTo>
                  <a:lnTo>
                    <a:pt x="3034" y="1709"/>
                  </a:lnTo>
                  <a:lnTo>
                    <a:pt x="3029" y="1714"/>
                  </a:lnTo>
                  <a:lnTo>
                    <a:pt x="3024" y="1721"/>
                  </a:lnTo>
                  <a:lnTo>
                    <a:pt x="3022" y="1730"/>
                  </a:lnTo>
                  <a:lnTo>
                    <a:pt x="3020" y="1741"/>
                  </a:lnTo>
                  <a:lnTo>
                    <a:pt x="3019" y="1753"/>
                  </a:lnTo>
                  <a:lnTo>
                    <a:pt x="3019" y="1874"/>
                  </a:lnTo>
                  <a:lnTo>
                    <a:pt x="2964" y="1874"/>
                  </a:lnTo>
                  <a:lnTo>
                    <a:pt x="2964" y="1651"/>
                  </a:lnTo>
                  <a:lnTo>
                    <a:pt x="3019" y="1651"/>
                  </a:lnTo>
                  <a:lnTo>
                    <a:pt x="3019" y="1670"/>
                  </a:lnTo>
                  <a:lnTo>
                    <a:pt x="3019" y="1670"/>
                  </a:lnTo>
                  <a:lnTo>
                    <a:pt x="3024" y="1664"/>
                  </a:lnTo>
                  <a:lnTo>
                    <a:pt x="3030" y="1659"/>
                  </a:lnTo>
                  <a:lnTo>
                    <a:pt x="3036" y="1655"/>
                  </a:lnTo>
                  <a:lnTo>
                    <a:pt x="3042" y="1652"/>
                  </a:lnTo>
                  <a:lnTo>
                    <a:pt x="3048" y="1649"/>
                  </a:lnTo>
                  <a:lnTo>
                    <a:pt x="3054" y="1648"/>
                  </a:lnTo>
                  <a:lnTo>
                    <a:pt x="3061" y="1646"/>
                  </a:lnTo>
                  <a:lnTo>
                    <a:pt x="3069" y="1645"/>
                  </a:lnTo>
                  <a:lnTo>
                    <a:pt x="3069" y="1645"/>
                  </a:lnTo>
                  <a:lnTo>
                    <a:pt x="3080" y="1646"/>
                  </a:lnTo>
                  <a:lnTo>
                    <a:pt x="3091" y="1650"/>
                  </a:lnTo>
                  <a:lnTo>
                    <a:pt x="3101" y="1653"/>
                  </a:lnTo>
                  <a:lnTo>
                    <a:pt x="3110" y="1659"/>
                  </a:lnTo>
                  <a:lnTo>
                    <a:pt x="3096" y="1713"/>
                  </a:lnTo>
                  <a:close/>
                  <a:moveTo>
                    <a:pt x="597" y="1591"/>
                  </a:moveTo>
                  <a:lnTo>
                    <a:pt x="597" y="1619"/>
                  </a:lnTo>
                  <a:lnTo>
                    <a:pt x="541" y="1619"/>
                  </a:lnTo>
                  <a:lnTo>
                    <a:pt x="541" y="1563"/>
                  </a:lnTo>
                  <a:lnTo>
                    <a:pt x="597" y="1563"/>
                  </a:lnTo>
                  <a:lnTo>
                    <a:pt x="597" y="1591"/>
                  </a:lnTo>
                  <a:close/>
                  <a:moveTo>
                    <a:pt x="981" y="1651"/>
                  </a:moveTo>
                  <a:lnTo>
                    <a:pt x="1037" y="1651"/>
                  </a:lnTo>
                  <a:lnTo>
                    <a:pt x="1037" y="1751"/>
                  </a:lnTo>
                  <a:lnTo>
                    <a:pt x="1037" y="1874"/>
                  </a:lnTo>
                  <a:lnTo>
                    <a:pt x="981" y="1874"/>
                  </a:lnTo>
                  <a:lnTo>
                    <a:pt x="981" y="1651"/>
                  </a:lnTo>
                  <a:close/>
                  <a:moveTo>
                    <a:pt x="1037" y="1591"/>
                  </a:moveTo>
                  <a:lnTo>
                    <a:pt x="1037" y="1619"/>
                  </a:lnTo>
                  <a:lnTo>
                    <a:pt x="981" y="1619"/>
                  </a:lnTo>
                  <a:lnTo>
                    <a:pt x="981" y="1563"/>
                  </a:lnTo>
                  <a:lnTo>
                    <a:pt x="1037" y="1563"/>
                  </a:lnTo>
                  <a:lnTo>
                    <a:pt x="1037" y="1591"/>
                  </a:lnTo>
                  <a:close/>
                  <a:moveTo>
                    <a:pt x="2558" y="2058"/>
                  </a:moveTo>
                  <a:lnTo>
                    <a:pt x="2558" y="2058"/>
                  </a:lnTo>
                  <a:lnTo>
                    <a:pt x="2552" y="2053"/>
                  </a:lnTo>
                  <a:lnTo>
                    <a:pt x="2546" y="2049"/>
                  </a:lnTo>
                  <a:lnTo>
                    <a:pt x="2541" y="2046"/>
                  </a:lnTo>
                  <a:lnTo>
                    <a:pt x="2534" y="2042"/>
                  </a:lnTo>
                  <a:lnTo>
                    <a:pt x="2529" y="2040"/>
                  </a:lnTo>
                  <a:lnTo>
                    <a:pt x="2522" y="2039"/>
                  </a:lnTo>
                  <a:lnTo>
                    <a:pt x="2508" y="2037"/>
                  </a:lnTo>
                  <a:lnTo>
                    <a:pt x="2508" y="2037"/>
                  </a:lnTo>
                  <a:lnTo>
                    <a:pt x="2498" y="2038"/>
                  </a:lnTo>
                  <a:lnTo>
                    <a:pt x="2489" y="2039"/>
                  </a:lnTo>
                  <a:lnTo>
                    <a:pt x="2480" y="2042"/>
                  </a:lnTo>
                  <a:lnTo>
                    <a:pt x="2471" y="2046"/>
                  </a:lnTo>
                  <a:lnTo>
                    <a:pt x="2463" y="2050"/>
                  </a:lnTo>
                  <a:lnTo>
                    <a:pt x="2456" y="2055"/>
                  </a:lnTo>
                  <a:lnTo>
                    <a:pt x="2450" y="2061"/>
                  </a:lnTo>
                  <a:lnTo>
                    <a:pt x="2443" y="2068"/>
                  </a:lnTo>
                  <a:lnTo>
                    <a:pt x="2439" y="2076"/>
                  </a:lnTo>
                  <a:lnTo>
                    <a:pt x="2433" y="2085"/>
                  </a:lnTo>
                  <a:lnTo>
                    <a:pt x="2430" y="2093"/>
                  </a:lnTo>
                  <a:lnTo>
                    <a:pt x="2426" y="2105"/>
                  </a:lnTo>
                  <a:lnTo>
                    <a:pt x="2423" y="2115"/>
                  </a:lnTo>
                  <a:lnTo>
                    <a:pt x="2422" y="2127"/>
                  </a:lnTo>
                  <a:lnTo>
                    <a:pt x="2421" y="2139"/>
                  </a:lnTo>
                  <a:lnTo>
                    <a:pt x="2420" y="2152"/>
                  </a:lnTo>
                  <a:lnTo>
                    <a:pt x="2420" y="2152"/>
                  </a:lnTo>
                  <a:lnTo>
                    <a:pt x="2421" y="2166"/>
                  </a:lnTo>
                  <a:lnTo>
                    <a:pt x="2422" y="2178"/>
                  </a:lnTo>
                  <a:lnTo>
                    <a:pt x="2423" y="2190"/>
                  </a:lnTo>
                  <a:lnTo>
                    <a:pt x="2426" y="2202"/>
                  </a:lnTo>
                  <a:lnTo>
                    <a:pt x="2429" y="2212"/>
                  </a:lnTo>
                  <a:lnTo>
                    <a:pt x="2433" y="2222"/>
                  </a:lnTo>
                  <a:lnTo>
                    <a:pt x="2438" y="2231"/>
                  </a:lnTo>
                  <a:lnTo>
                    <a:pt x="2443" y="2239"/>
                  </a:lnTo>
                  <a:lnTo>
                    <a:pt x="2449" y="2247"/>
                  </a:lnTo>
                  <a:lnTo>
                    <a:pt x="2455" y="2252"/>
                  </a:lnTo>
                  <a:lnTo>
                    <a:pt x="2462" y="2258"/>
                  </a:lnTo>
                  <a:lnTo>
                    <a:pt x="2470" y="2262"/>
                  </a:lnTo>
                  <a:lnTo>
                    <a:pt x="2479" y="2267"/>
                  </a:lnTo>
                  <a:lnTo>
                    <a:pt x="2488" y="2269"/>
                  </a:lnTo>
                  <a:lnTo>
                    <a:pt x="2496" y="2270"/>
                  </a:lnTo>
                  <a:lnTo>
                    <a:pt x="2506" y="2271"/>
                  </a:lnTo>
                  <a:lnTo>
                    <a:pt x="2506" y="2271"/>
                  </a:lnTo>
                  <a:lnTo>
                    <a:pt x="2513" y="2270"/>
                  </a:lnTo>
                  <a:lnTo>
                    <a:pt x="2521" y="2269"/>
                  </a:lnTo>
                  <a:lnTo>
                    <a:pt x="2528" y="2268"/>
                  </a:lnTo>
                  <a:lnTo>
                    <a:pt x="2533" y="2266"/>
                  </a:lnTo>
                  <a:lnTo>
                    <a:pt x="2540" y="2262"/>
                  </a:lnTo>
                  <a:lnTo>
                    <a:pt x="2546" y="2259"/>
                  </a:lnTo>
                  <a:lnTo>
                    <a:pt x="2552" y="2255"/>
                  </a:lnTo>
                  <a:lnTo>
                    <a:pt x="2558" y="2249"/>
                  </a:lnTo>
                  <a:lnTo>
                    <a:pt x="2558" y="2266"/>
                  </a:lnTo>
                  <a:lnTo>
                    <a:pt x="2613" y="2266"/>
                  </a:lnTo>
                  <a:lnTo>
                    <a:pt x="2613" y="1949"/>
                  </a:lnTo>
                  <a:lnTo>
                    <a:pt x="2558" y="1977"/>
                  </a:lnTo>
                  <a:lnTo>
                    <a:pt x="2558" y="2058"/>
                  </a:lnTo>
                  <a:close/>
                  <a:moveTo>
                    <a:pt x="2519" y="2220"/>
                  </a:moveTo>
                  <a:lnTo>
                    <a:pt x="2519" y="2220"/>
                  </a:lnTo>
                  <a:lnTo>
                    <a:pt x="2511" y="2219"/>
                  </a:lnTo>
                  <a:lnTo>
                    <a:pt x="2504" y="2217"/>
                  </a:lnTo>
                  <a:lnTo>
                    <a:pt x="2496" y="2214"/>
                  </a:lnTo>
                  <a:lnTo>
                    <a:pt x="2490" y="2207"/>
                  </a:lnTo>
                  <a:lnTo>
                    <a:pt x="2484" y="2198"/>
                  </a:lnTo>
                  <a:lnTo>
                    <a:pt x="2480" y="2186"/>
                  </a:lnTo>
                  <a:lnTo>
                    <a:pt x="2478" y="2170"/>
                  </a:lnTo>
                  <a:lnTo>
                    <a:pt x="2476" y="2150"/>
                  </a:lnTo>
                  <a:lnTo>
                    <a:pt x="2476" y="2150"/>
                  </a:lnTo>
                  <a:lnTo>
                    <a:pt x="2478" y="2133"/>
                  </a:lnTo>
                  <a:lnTo>
                    <a:pt x="2480" y="2119"/>
                  </a:lnTo>
                  <a:lnTo>
                    <a:pt x="2484" y="2108"/>
                  </a:lnTo>
                  <a:lnTo>
                    <a:pt x="2490" y="2100"/>
                  </a:lnTo>
                  <a:lnTo>
                    <a:pt x="2496" y="2095"/>
                  </a:lnTo>
                  <a:lnTo>
                    <a:pt x="2503" y="2090"/>
                  </a:lnTo>
                  <a:lnTo>
                    <a:pt x="2511" y="2089"/>
                  </a:lnTo>
                  <a:lnTo>
                    <a:pt x="2518" y="2088"/>
                  </a:lnTo>
                  <a:lnTo>
                    <a:pt x="2518" y="2088"/>
                  </a:lnTo>
                  <a:lnTo>
                    <a:pt x="2525" y="2089"/>
                  </a:lnTo>
                  <a:lnTo>
                    <a:pt x="2532" y="2090"/>
                  </a:lnTo>
                  <a:lnTo>
                    <a:pt x="2538" y="2092"/>
                  </a:lnTo>
                  <a:lnTo>
                    <a:pt x="2543" y="2096"/>
                  </a:lnTo>
                  <a:lnTo>
                    <a:pt x="2548" y="2099"/>
                  </a:lnTo>
                  <a:lnTo>
                    <a:pt x="2552" y="2102"/>
                  </a:lnTo>
                  <a:lnTo>
                    <a:pt x="2558" y="2110"/>
                  </a:lnTo>
                  <a:lnTo>
                    <a:pt x="2558" y="2198"/>
                  </a:lnTo>
                  <a:lnTo>
                    <a:pt x="2558" y="2198"/>
                  </a:lnTo>
                  <a:lnTo>
                    <a:pt x="2551" y="2206"/>
                  </a:lnTo>
                  <a:lnTo>
                    <a:pt x="2543" y="2212"/>
                  </a:lnTo>
                  <a:lnTo>
                    <a:pt x="2538" y="2216"/>
                  </a:lnTo>
                  <a:lnTo>
                    <a:pt x="2532" y="2218"/>
                  </a:lnTo>
                  <a:lnTo>
                    <a:pt x="2525" y="2219"/>
                  </a:lnTo>
                  <a:lnTo>
                    <a:pt x="2519" y="2220"/>
                  </a:lnTo>
                  <a:lnTo>
                    <a:pt x="2519" y="2220"/>
                  </a:lnTo>
                  <a:close/>
                  <a:moveTo>
                    <a:pt x="677" y="2105"/>
                  </a:moveTo>
                  <a:lnTo>
                    <a:pt x="677" y="2105"/>
                  </a:lnTo>
                  <a:lnTo>
                    <a:pt x="669" y="2100"/>
                  </a:lnTo>
                  <a:lnTo>
                    <a:pt x="660" y="2096"/>
                  </a:lnTo>
                  <a:lnTo>
                    <a:pt x="650" y="2093"/>
                  </a:lnTo>
                  <a:lnTo>
                    <a:pt x="640" y="2092"/>
                  </a:lnTo>
                  <a:lnTo>
                    <a:pt x="640" y="2092"/>
                  </a:lnTo>
                  <a:lnTo>
                    <a:pt x="631" y="2093"/>
                  </a:lnTo>
                  <a:lnTo>
                    <a:pt x="622" y="2096"/>
                  </a:lnTo>
                  <a:lnTo>
                    <a:pt x="616" y="2100"/>
                  </a:lnTo>
                  <a:lnTo>
                    <a:pt x="610" y="2106"/>
                  </a:lnTo>
                  <a:lnTo>
                    <a:pt x="606" y="2112"/>
                  </a:lnTo>
                  <a:lnTo>
                    <a:pt x="604" y="2121"/>
                  </a:lnTo>
                  <a:lnTo>
                    <a:pt x="601" y="2132"/>
                  </a:lnTo>
                  <a:lnTo>
                    <a:pt x="600" y="2145"/>
                  </a:lnTo>
                  <a:lnTo>
                    <a:pt x="600" y="2266"/>
                  </a:lnTo>
                  <a:lnTo>
                    <a:pt x="546" y="2266"/>
                  </a:lnTo>
                  <a:lnTo>
                    <a:pt x="546" y="2042"/>
                  </a:lnTo>
                  <a:lnTo>
                    <a:pt x="600" y="2042"/>
                  </a:lnTo>
                  <a:lnTo>
                    <a:pt x="600" y="2061"/>
                  </a:lnTo>
                  <a:lnTo>
                    <a:pt x="600" y="2061"/>
                  </a:lnTo>
                  <a:lnTo>
                    <a:pt x="606" y="2056"/>
                  </a:lnTo>
                  <a:lnTo>
                    <a:pt x="611" y="2050"/>
                  </a:lnTo>
                  <a:lnTo>
                    <a:pt x="617" y="2047"/>
                  </a:lnTo>
                  <a:lnTo>
                    <a:pt x="624" y="2043"/>
                  </a:lnTo>
                  <a:lnTo>
                    <a:pt x="629" y="2040"/>
                  </a:lnTo>
                  <a:lnTo>
                    <a:pt x="636" y="2039"/>
                  </a:lnTo>
                  <a:lnTo>
                    <a:pt x="644" y="2038"/>
                  </a:lnTo>
                  <a:lnTo>
                    <a:pt x="650" y="2037"/>
                  </a:lnTo>
                  <a:lnTo>
                    <a:pt x="650" y="2037"/>
                  </a:lnTo>
                  <a:lnTo>
                    <a:pt x="661" y="2038"/>
                  </a:lnTo>
                  <a:lnTo>
                    <a:pt x="672" y="2041"/>
                  </a:lnTo>
                  <a:lnTo>
                    <a:pt x="684" y="2046"/>
                  </a:lnTo>
                  <a:lnTo>
                    <a:pt x="692" y="2051"/>
                  </a:lnTo>
                  <a:lnTo>
                    <a:pt x="677" y="2105"/>
                  </a:lnTo>
                  <a:close/>
                  <a:moveTo>
                    <a:pt x="242" y="2042"/>
                  </a:moveTo>
                  <a:lnTo>
                    <a:pt x="297" y="2042"/>
                  </a:lnTo>
                  <a:lnTo>
                    <a:pt x="233" y="2266"/>
                  </a:lnTo>
                  <a:lnTo>
                    <a:pt x="186" y="2266"/>
                  </a:lnTo>
                  <a:lnTo>
                    <a:pt x="161" y="2174"/>
                  </a:lnTo>
                  <a:lnTo>
                    <a:pt x="161" y="2174"/>
                  </a:lnTo>
                  <a:lnTo>
                    <a:pt x="149" y="2125"/>
                  </a:lnTo>
                  <a:lnTo>
                    <a:pt x="149" y="2125"/>
                  </a:lnTo>
                  <a:lnTo>
                    <a:pt x="143" y="2148"/>
                  </a:lnTo>
                  <a:lnTo>
                    <a:pt x="137" y="2175"/>
                  </a:lnTo>
                  <a:lnTo>
                    <a:pt x="111" y="2266"/>
                  </a:lnTo>
                  <a:lnTo>
                    <a:pt x="63" y="2266"/>
                  </a:lnTo>
                  <a:lnTo>
                    <a:pt x="63" y="2265"/>
                  </a:lnTo>
                  <a:lnTo>
                    <a:pt x="0" y="2042"/>
                  </a:lnTo>
                  <a:lnTo>
                    <a:pt x="58" y="2042"/>
                  </a:lnTo>
                  <a:lnTo>
                    <a:pt x="78" y="2126"/>
                  </a:lnTo>
                  <a:lnTo>
                    <a:pt x="78" y="2126"/>
                  </a:lnTo>
                  <a:lnTo>
                    <a:pt x="83" y="2152"/>
                  </a:lnTo>
                  <a:lnTo>
                    <a:pt x="89" y="2180"/>
                  </a:lnTo>
                  <a:lnTo>
                    <a:pt x="89" y="2180"/>
                  </a:lnTo>
                  <a:lnTo>
                    <a:pt x="96" y="2152"/>
                  </a:lnTo>
                  <a:lnTo>
                    <a:pt x="102" y="2125"/>
                  </a:lnTo>
                  <a:lnTo>
                    <a:pt x="126" y="2042"/>
                  </a:lnTo>
                  <a:lnTo>
                    <a:pt x="173" y="2042"/>
                  </a:lnTo>
                  <a:lnTo>
                    <a:pt x="197" y="2125"/>
                  </a:lnTo>
                  <a:lnTo>
                    <a:pt x="197" y="2125"/>
                  </a:lnTo>
                  <a:lnTo>
                    <a:pt x="203" y="2151"/>
                  </a:lnTo>
                  <a:lnTo>
                    <a:pt x="210" y="2181"/>
                  </a:lnTo>
                  <a:lnTo>
                    <a:pt x="210" y="2181"/>
                  </a:lnTo>
                  <a:lnTo>
                    <a:pt x="215" y="2156"/>
                  </a:lnTo>
                  <a:lnTo>
                    <a:pt x="221" y="2125"/>
                  </a:lnTo>
                  <a:lnTo>
                    <a:pt x="242" y="2042"/>
                  </a:lnTo>
                  <a:close/>
                  <a:moveTo>
                    <a:pt x="409" y="2037"/>
                  </a:moveTo>
                  <a:lnTo>
                    <a:pt x="409" y="2037"/>
                  </a:lnTo>
                  <a:lnTo>
                    <a:pt x="399" y="2038"/>
                  </a:lnTo>
                  <a:lnTo>
                    <a:pt x="388" y="2039"/>
                  </a:lnTo>
                  <a:lnTo>
                    <a:pt x="378" y="2042"/>
                  </a:lnTo>
                  <a:lnTo>
                    <a:pt x="369" y="2046"/>
                  </a:lnTo>
                  <a:lnTo>
                    <a:pt x="360" y="2050"/>
                  </a:lnTo>
                  <a:lnTo>
                    <a:pt x="351" y="2056"/>
                  </a:lnTo>
                  <a:lnTo>
                    <a:pt x="343" y="2062"/>
                  </a:lnTo>
                  <a:lnTo>
                    <a:pt x="337" y="2070"/>
                  </a:lnTo>
                  <a:lnTo>
                    <a:pt x="330" y="2078"/>
                  </a:lnTo>
                  <a:lnTo>
                    <a:pt x="325" y="2087"/>
                  </a:lnTo>
                  <a:lnTo>
                    <a:pt x="319" y="2097"/>
                  </a:lnTo>
                  <a:lnTo>
                    <a:pt x="316" y="2107"/>
                  </a:lnTo>
                  <a:lnTo>
                    <a:pt x="312" y="2118"/>
                  </a:lnTo>
                  <a:lnTo>
                    <a:pt x="310" y="2129"/>
                  </a:lnTo>
                  <a:lnTo>
                    <a:pt x="308" y="2141"/>
                  </a:lnTo>
                  <a:lnTo>
                    <a:pt x="308" y="2155"/>
                  </a:lnTo>
                  <a:lnTo>
                    <a:pt x="308" y="2155"/>
                  </a:lnTo>
                  <a:lnTo>
                    <a:pt x="308" y="2167"/>
                  </a:lnTo>
                  <a:lnTo>
                    <a:pt x="310" y="2179"/>
                  </a:lnTo>
                  <a:lnTo>
                    <a:pt x="312" y="2190"/>
                  </a:lnTo>
                  <a:lnTo>
                    <a:pt x="316" y="2201"/>
                  </a:lnTo>
                  <a:lnTo>
                    <a:pt x="319" y="2211"/>
                  </a:lnTo>
                  <a:lnTo>
                    <a:pt x="325" y="2221"/>
                  </a:lnTo>
                  <a:lnTo>
                    <a:pt x="330" y="2230"/>
                  </a:lnTo>
                  <a:lnTo>
                    <a:pt x="337" y="2238"/>
                  </a:lnTo>
                  <a:lnTo>
                    <a:pt x="343" y="2246"/>
                  </a:lnTo>
                  <a:lnTo>
                    <a:pt x="351" y="2252"/>
                  </a:lnTo>
                  <a:lnTo>
                    <a:pt x="360" y="2258"/>
                  </a:lnTo>
                  <a:lnTo>
                    <a:pt x="369" y="2262"/>
                  </a:lnTo>
                  <a:lnTo>
                    <a:pt x="378" y="2266"/>
                  </a:lnTo>
                  <a:lnTo>
                    <a:pt x="388" y="2269"/>
                  </a:lnTo>
                  <a:lnTo>
                    <a:pt x="399" y="2270"/>
                  </a:lnTo>
                  <a:lnTo>
                    <a:pt x="409" y="2271"/>
                  </a:lnTo>
                  <a:lnTo>
                    <a:pt x="409" y="2271"/>
                  </a:lnTo>
                  <a:lnTo>
                    <a:pt x="420" y="2270"/>
                  </a:lnTo>
                  <a:lnTo>
                    <a:pt x="431" y="2269"/>
                  </a:lnTo>
                  <a:lnTo>
                    <a:pt x="441" y="2266"/>
                  </a:lnTo>
                  <a:lnTo>
                    <a:pt x="450" y="2262"/>
                  </a:lnTo>
                  <a:lnTo>
                    <a:pt x="459" y="2258"/>
                  </a:lnTo>
                  <a:lnTo>
                    <a:pt x="468" y="2252"/>
                  </a:lnTo>
                  <a:lnTo>
                    <a:pt x="476" y="2246"/>
                  </a:lnTo>
                  <a:lnTo>
                    <a:pt x="482" y="2238"/>
                  </a:lnTo>
                  <a:lnTo>
                    <a:pt x="489" y="2230"/>
                  </a:lnTo>
                  <a:lnTo>
                    <a:pt x="495" y="2221"/>
                  </a:lnTo>
                  <a:lnTo>
                    <a:pt x="499" y="2211"/>
                  </a:lnTo>
                  <a:lnTo>
                    <a:pt x="504" y="2201"/>
                  </a:lnTo>
                  <a:lnTo>
                    <a:pt x="507" y="2190"/>
                  </a:lnTo>
                  <a:lnTo>
                    <a:pt x="509" y="2179"/>
                  </a:lnTo>
                  <a:lnTo>
                    <a:pt x="511" y="2167"/>
                  </a:lnTo>
                  <a:lnTo>
                    <a:pt x="511" y="2155"/>
                  </a:lnTo>
                  <a:lnTo>
                    <a:pt x="511" y="2155"/>
                  </a:lnTo>
                  <a:lnTo>
                    <a:pt x="511" y="2141"/>
                  </a:lnTo>
                  <a:lnTo>
                    <a:pt x="509" y="2129"/>
                  </a:lnTo>
                  <a:lnTo>
                    <a:pt x="507" y="2118"/>
                  </a:lnTo>
                  <a:lnTo>
                    <a:pt x="504" y="2107"/>
                  </a:lnTo>
                  <a:lnTo>
                    <a:pt x="499" y="2097"/>
                  </a:lnTo>
                  <a:lnTo>
                    <a:pt x="495" y="2087"/>
                  </a:lnTo>
                  <a:lnTo>
                    <a:pt x="489" y="2078"/>
                  </a:lnTo>
                  <a:lnTo>
                    <a:pt x="482" y="2070"/>
                  </a:lnTo>
                  <a:lnTo>
                    <a:pt x="476" y="2062"/>
                  </a:lnTo>
                  <a:lnTo>
                    <a:pt x="468" y="2056"/>
                  </a:lnTo>
                  <a:lnTo>
                    <a:pt x="459" y="2050"/>
                  </a:lnTo>
                  <a:lnTo>
                    <a:pt x="450" y="2046"/>
                  </a:lnTo>
                  <a:lnTo>
                    <a:pt x="441" y="2042"/>
                  </a:lnTo>
                  <a:lnTo>
                    <a:pt x="431" y="2039"/>
                  </a:lnTo>
                  <a:lnTo>
                    <a:pt x="420" y="2038"/>
                  </a:lnTo>
                  <a:lnTo>
                    <a:pt x="409" y="2037"/>
                  </a:lnTo>
                  <a:lnTo>
                    <a:pt x="409" y="2037"/>
                  </a:lnTo>
                  <a:close/>
                  <a:moveTo>
                    <a:pt x="409" y="2219"/>
                  </a:moveTo>
                  <a:lnTo>
                    <a:pt x="409" y="2219"/>
                  </a:lnTo>
                  <a:lnTo>
                    <a:pt x="399" y="2218"/>
                  </a:lnTo>
                  <a:lnTo>
                    <a:pt x="390" y="2215"/>
                  </a:lnTo>
                  <a:lnTo>
                    <a:pt x="383" y="2209"/>
                  </a:lnTo>
                  <a:lnTo>
                    <a:pt x="377" y="2201"/>
                  </a:lnTo>
                  <a:lnTo>
                    <a:pt x="371" y="2192"/>
                  </a:lnTo>
                  <a:lnTo>
                    <a:pt x="367" y="2181"/>
                  </a:lnTo>
                  <a:lnTo>
                    <a:pt x="365" y="2168"/>
                  </a:lnTo>
                  <a:lnTo>
                    <a:pt x="365" y="2155"/>
                  </a:lnTo>
                  <a:lnTo>
                    <a:pt x="365" y="2155"/>
                  </a:lnTo>
                  <a:lnTo>
                    <a:pt x="365" y="2140"/>
                  </a:lnTo>
                  <a:lnTo>
                    <a:pt x="367" y="2127"/>
                  </a:lnTo>
                  <a:lnTo>
                    <a:pt x="371" y="2117"/>
                  </a:lnTo>
                  <a:lnTo>
                    <a:pt x="377" y="2107"/>
                  </a:lnTo>
                  <a:lnTo>
                    <a:pt x="383" y="2099"/>
                  </a:lnTo>
                  <a:lnTo>
                    <a:pt x="390" y="2093"/>
                  </a:lnTo>
                  <a:lnTo>
                    <a:pt x="399" y="2090"/>
                  </a:lnTo>
                  <a:lnTo>
                    <a:pt x="409" y="2089"/>
                  </a:lnTo>
                  <a:lnTo>
                    <a:pt x="409" y="2089"/>
                  </a:lnTo>
                  <a:lnTo>
                    <a:pt x="419" y="2090"/>
                  </a:lnTo>
                  <a:lnTo>
                    <a:pt x="428" y="2093"/>
                  </a:lnTo>
                  <a:lnTo>
                    <a:pt x="436" y="2099"/>
                  </a:lnTo>
                  <a:lnTo>
                    <a:pt x="442" y="2107"/>
                  </a:lnTo>
                  <a:lnTo>
                    <a:pt x="448" y="2117"/>
                  </a:lnTo>
                  <a:lnTo>
                    <a:pt x="451" y="2127"/>
                  </a:lnTo>
                  <a:lnTo>
                    <a:pt x="453" y="2140"/>
                  </a:lnTo>
                  <a:lnTo>
                    <a:pt x="455" y="2155"/>
                  </a:lnTo>
                  <a:lnTo>
                    <a:pt x="455" y="2155"/>
                  </a:lnTo>
                  <a:lnTo>
                    <a:pt x="453" y="2168"/>
                  </a:lnTo>
                  <a:lnTo>
                    <a:pt x="451" y="2181"/>
                  </a:lnTo>
                  <a:lnTo>
                    <a:pt x="448" y="2192"/>
                  </a:lnTo>
                  <a:lnTo>
                    <a:pt x="442" y="2201"/>
                  </a:lnTo>
                  <a:lnTo>
                    <a:pt x="436" y="2209"/>
                  </a:lnTo>
                  <a:lnTo>
                    <a:pt x="428" y="2215"/>
                  </a:lnTo>
                  <a:lnTo>
                    <a:pt x="419" y="2218"/>
                  </a:lnTo>
                  <a:lnTo>
                    <a:pt x="409" y="2219"/>
                  </a:lnTo>
                  <a:lnTo>
                    <a:pt x="409" y="2219"/>
                  </a:lnTo>
                  <a:close/>
                  <a:moveTo>
                    <a:pt x="2285" y="2105"/>
                  </a:moveTo>
                  <a:lnTo>
                    <a:pt x="2285" y="2105"/>
                  </a:lnTo>
                  <a:lnTo>
                    <a:pt x="2276" y="2100"/>
                  </a:lnTo>
                  <a:lnTo>
                    <a:pt x="2267" y="2096"/>
                  </a:lnTo>
                  <a:lnTo>
                    <a:pt x="2257" y="2093"/>
                  </a:lnTo>
                  <a:lnTo>
                    <a:pt x="2249" y="2092"/>
                  </a:lnTo>
                  <a:lnTo>
                    <a:pt x="2249" y="2092"/>
                  </a:lnTo>
                  <a:lnTo>
                    <a:pt x="2239" y="2093"/>
                  </a:lnTo>
                  <a:lnTo>
                    <a:pt x="2231" y="2096"/>
                  </a:lnTo>
                  <a:lnTo>
                    <a:pt x="2224" y="2100"/>
                  </a:lnTo>
                  <a:lnTo>
                    <a:pt x="2219" y="2106"/>
                  </a:lnTo>
                  <a:lnTo>
                    <a:pt x="2214" y="2112"/>
                  </a:lnTo>
                  <a:lnTo>
                    <a:pt x="2211" y="2121"/>
                  </a:lnTo>
                  <a:lnTo>
                    <a:pt x="2209" y="2132"/>
                  </a:lnTo>
                  <a:lnTo>
                    <a:pt x="2209" y="2145"/>
                  </a:lnTo>
                  <a:lnTo>
                    <a:pt x="2209" y="2266"/>
                  </a:lnTo>
                  <a:lnTo>
                    <a:pt x="2153" y="2266"/>
                  </a:lnTo>
                  <a:lnTo>
                    <a:pt x="2153" y="2042"/>
                  </a:lnTo>
                  <a:lnTo>
                    <a:pt x="2209" y="2042"/>
                  </a:lnTo>
                  <a:lnTo>
                    <a:pt x="2209" y="2061"/>
                  </a:lnTo>
                  <a:lnTo>
                    <a:pt x="2209" y="2061"/>
                  </a:lnTo>
                  <a:lnTo>
                    <a:pt x="2213" y="2056"/>
                  </a:lnTo>
                  <a:lnTo>
                    <a:pt x="2219" y="2050"/>
                  </a:lnTo>
                  <a:lnTo>
                    <a:pt x="2224" y="2047"/>
                  </a:lnTo>
                  <a:lnTo>
                    <a:pt x="2231" y="2043"/>
                  </a:lnTo>
                  <a:lnTo>
                    <a:pt x="2237" y="2040"/>
                  </a:lnTo>
                  <a:lnTo>
                    <a:pt x="2244" y="2039"/>
                  </a:lnTo>
                  <a:lnTo>
                    <a:pt x="2251" y="2038"/>
                  </a:lnTo>
                  <a:lnTo>
                    <a:pt x="2257" y="2037"/>
                  </a:lnTo>
                  <a:lnTo>
                    <a:pt x="2257" y="2037"/>
                  </a:lnTo>
                  <a:lnTo>
                    <a:pt x="2269" y="2038"/>
                  </a:lnTo>
                  <a:lnTo>
                    <a:pt x="2280" y="2041"/>
                  </a:lnTo>
                  <a:lnTo>
                    <a:pt x="2291" y="2046"/>
                  </a:lnTo>
                  <a:lnTo>
                    <a:pt x="2300" y="2051"/>
                  </a:lnTo>
                  <a:lnTo>
                    <a:pt x="2285" y="2105"/>
                  </a:lnTo>
                  <a:close/>
                  <a:moveTo>
                    <a:pt x="1850" y="2042"/>
                  </a:moveTo>
                  <a:lnTo>
                    <a:pt x="1904" y="2042"/>
                  </a:lnTo>
                  <a:lnTo>
                    <a:pt x="1841" y="2266"/>
                  </a:lnTo>
                  <a:lnTo>
                    <a:pt x="1793" y="2266"/>
                  </a:lnTo>
                  <a:lnTo>
                    <a:pt x="1768" y="2174"/>
                  </a:lnTo>
                  <a:lnTo>
                    <a:pt x="1768" y="2174"/>
                  </a:lnTo>
                  <a:lnTo>
                    <a:pt x="1756" y="2125"/>
                  </a:lnTo>
                  <a:lnTo>
                    <a:pt x="1756" y="2125"/>
                  </a:lnTo>
                  <a:lnTo>
                    <a:pt x="1751" y="2148"/>
                  </a:lnTo>
                  <a:lnTo>
                    <a:pt x="1744" y="2175"/>
                  </a:lnTo>
                  <a:lnTo>
                    <a:pt x="1720" y="2266"/>
                  </a:lnTo>
                  <a:lnTo>
                    <a:pt x="1672" y="2266"/>
                  </a:lnTo>
                  <a:lnTo>
                    <a:pt x="1671" y="2265"/>
                  </a:lnTo>
                  <a:lnTo>
                    <a:pt x="1608" y="2042"/>
                  </a:lnTo>
                  <a:lnTo>
                    <a:pt x="1665" y="2042"/>
                  </a:lnTo>
                  <a:lnTo>
                    <a:pt x="1686" y="2126"/>
                  </a:lnTo>
                  <a:lnTo>
                    <a:pt x="1686" y="2126"/>
                  </a:lnTo>
                  <a:lnTo>
                    <a:pt x="1692" y="2152"/>
                  </a:lnTo>
                  <a:lnTo>
                    <a:pt x="1697" y="2180"/>
                  </a:lnTo>
                  <a:lnTo>
                    <a:pt x="1697" y="2180"/>
                  </a:lnTo>
                  <a:lnTo>
                    <a:pt x="1703" y="2152"/>
                  </a:lnTo>
                  <a:lnTo>
                    <a:pt x="1711" y="2125"/>
                  </a:lnTo>
                  <a:lnTo>
                    <a:pt x="1734" y="2042"/>
                  </a:lnTo>
                  <a:lnTo>
                    <a:pt x="1781" y="2042"/>
                  </a:lnTo>
                  <a:lnTo>
                    <a:pt x="1804" y="2125"/>
                  </a:lnTo>
                  <a:lnTo>
                    <a:pt x="1804" y="2125"/>
                  </a:lnTo>
                  <a:lnTo>
                    <a:pt x="1811" y="2151"/>
                  </a:lnTo>
                  <a:lnTo>
                    <a:pt x="1817" y="2181"/>
                  </a:lnTo>
                  <a:lnTo>
                    <a:pt x="1817" y="2181"/>
                  </a:lnTo>
                  <a:lnTo>
                    <a:pt x="1823" y="2156"/>
                  </a:lnTo>
                  <a:lnTo>
                    <a:pt x="1830" y="2125"/>
                  </a:lnTo>
                  <a:lnTo>
                    <a:pt x="1850" y="2042"/>
                  </a:lnTo>
                  <a:close/>
                  <a:moveTo>
                    <a:pt x="2016" y="2037"/>
                  </a:moveTo>
                  <a:lnTo>
                    <a:pt x="2016" y="2037"/>
                  </a:lnTo>
                  <a:lnTo>
                    <a:pt x="2006" y="2038"/>
                  </a:lnTo>
                  <a:lnTo>
                    <a:pt x="1995" y="2039"/>
                  </a:lnTo>
                  <a:lnTo>
                    <a:pt x="1985" y="2042"/>
                  </a:lnTo>
                  <a:lnTo>
                    <a:pt x="1976" y="2046"/>
                  </a:lnTo>
                  <a:lnTo>
                    <a:pt x="1967" y="2050"/>
                  </a:lnTo>
                  <a:lnTo>
                    <a:pt x="1958" y="2057"/>
                  </a:lnTo>
                  <a:lnTo>
                    <a:pt x="1951" y="2062"/>
                  </a:lnTo>
                  <a:lnTo>
                    <a:pt x="1944" y="2070"/>
                  </a:lnTo>
                  <a:lnTo>
                    <a:pt x="1937" y="2078"/>
                  </a:lnTo>
                  <a:lnTo>
                    <a:pt x="1932" y="2087"/>
                  </a:lnTo>
                  <a:lnTo>
                    <a:pt x="1926" y="2097"/>
                  </a:lnTo>
                  <a:lnTo>
                    <a:pt x="1923" y="2107"/>
                  </a:lnTo>
                  <a:lnTo>
                    <a:pt x="1920" y="2118"/>
                  </a:lnTo>
                  <a:lnTo>
                    <a:pt x="1916" y="2130"/>
                  </a:lnTo>
                  <a:lnTo>
                    <a:pt x="1915" y="2141"/>
                  </a:lnTo>
                  <a:lnTo>
                    <a:pt x="1915" y="2155"/>
                  </a:lnTo>
                  <a:lnTo>
                    <a:pt x="1915" y="2155"/>
                  </a:lnTo>
                  <a:lnTo>
                    <a:pt x="1915" y="2167"/>
                  </a:lnTo>
                  <a:lnTo>
                    <a:pt x="1916" y="2179"/>
                  </a:lnTo>
                  <a:lnTo>
                    <a:pt x="1920" y="2190"/>
                  </a:lnTo>
                  <a:lnTo>
                    <a:pt x="1923" y="2201"/>
                  </a:lnTo>
                  <a:lnTo>
                    <a:pt x="1926" y="2211"/>
                  </a:lnTo>
                  <a:lnTo>
                    <a:pt x="1932" y="2221"/>
                  </a:lnTo>
                  <a:lnTo>
                    <a:pt x="1937" y="2230"/>
                  </a:lnTo>
                  <a:lnTo>
                    <a:pt x="1944" y="2238"/>
                  </a:lnTo>
                  <a:lnTo>
                    <a:pt x="1951" y="2246"/>
                  </a:lnTo>
                  <a:lnTo>
                    <a:pt x="1958" y="2252"/>
                  </a:lnTo>
                  <a:lnTo>
                    <a:pt x="1967" y="2258"/>
                  </a:lnTo>
                  <a:lnTo>
                    <a:pt x="1976" y="2262"/>
                  </a:lnTo>
                  <a:lnTo>
                    <a:pt x="1985" y="2266"/>
                  </a:lnTo>
                  <a:lnTo>
                    <a:pt x="1995" y="2269"/>
                  </a:lnTo>
                  <a:lnTo>
                    <a:pt x="2006" y="2270"/>
                  </a:lnTo>
                  <a:lnTo>
                    <a:pt x="2016" y="2271"/>
                  </a:lnTo>
                  <a:lnTo>
                    <a:pt x="2016" y="2271"/>
                  </a:lnTo>
                  <a:lnTo>
                    <a:pt x="2027" y="2270"/>
                  </a:lnTo>
                  <a:lnTo>
                    <a:pt x="2039" y="2269"/>
                  </a:lnTo>
                  <a:lnTo>
                    <a:pt x="2049" y="2266"/>
                  </a:lnTo>
                  <a:lnTo>
                    <a:pt x="2057" y="2262"/>
                  </a:lnTo>
                  <a:lnTo>
                    <a:pt x="2066" y="2258"/>
                  </a:lnTo>
                  <a:lnTo>
                    <a:pt x="2075" y="2252"/>
                  </a:lnTo>
                  <a:lnTo>
                    <a:pt x="2083" y="2246"/>
                  </a:lnTo>
                  <a:lnTo>
                    <a:pt x="2090" y="2238"/>
                  </a:lnTo>
                  <a:lnTo>
                    <a:pt x="2096" y="2230"/>
                  </a:lnTo>
                  <a:lnTo>
                    <a:pt x="2102" y="2221"/>
                  </a:lnTo>
                  <a:lnTo>
                    <a:pt x="2106" y="2211"/>
                  </a:lnTo>
                  <a:lnTo>
                    <a:pt x="2111" y="2201"/>
                  </a:lnTo>
                  <a:lnTo>
                    <a:pt x="2114" y="2190"/>
                  </a:lnTo>
                  <a:lnTo>
                    <a:pt x="2116" y="2179"/>
                  </a:lnTo>
                  <a:lnTo>
                    <a:pt x="2119" y="2167"/>
                  </a:lnTo>
                  <a:lnTo>
                    <a:pt x="2119" y="2155"/>
                  </a:lnTo>
                  <a:lnTo>
                    <a:pt x="2119" y="2155"/>
                  </a:lnTo>
                  <a:lnTo>
                    <a:pt x="2119" y="2141"/>
                  </a:lnTo>
                  <a:lnTo>
                    <a:pt x="2116" y="2130"/>
                  </a:lnTo>
                  <a:lnTo>
                    <a:pt x="2114" y="2118"/>
                  </a:lnTo>
                  <a:lnTo>
                    <a:pt x="2111" y="2107"/>
                  </a:lnTo>
                  <a:lnTo>
                    <a:pt x="2106" y="2097"/>
                  </a:lnTo>
                  <a:lnTo>
                    <a:pt x="2102" y="2087"/>
                  </a:lnTo>
                  <a:lnTo>
                    <a:pt x="2096" y="2078"/>
                  </a:lnTo>
                  <a:lnTo>
                    <a:pt x="2090" y="2070"/>
                  </a:lnTo>
                  <a:lnTo>
                    <a:pt x="2083" y="2062"/>
                  </a:lnTo>
                  <a:lnTo>
                    <a:pt x="2075" y="2057"/>
                  </a:lnTo>
                  <a:lnTo>
                    <a:pt x="2066" y="2050"/>
                  </a:lnTo>
                  <a:lnTo>
                    <a:pt x="2057" y="2046"/>
                  </a:lnTo>
                  <a:lnTo>
                    <a:pt x="2049" y="2042"/>
                  </a:lnTo>
                  <a:lnTo>
                    <a:pt x="2039" y="2039"/>
                  </a:lnTo>
                  <a:lnTo>
                    <a:pt x="2027" y="2038"/>
                  </a:lnTo>
                  <a:lnTo>
                    <a:pt x="2016" y="2037"/>
                  </a:lnTo>
                  <a:lnTo>
                    <a:pt x="2016" y="2037"/>
                  </a:lnTo>
                  <a:close/>
                  <a:moveTo>
                    <a:pt x="2016" y="2219"/>
                  </a:moveTo>
                  <a:lnTo>
                    <a:pt x="2016" y="2219"/>
                  </a:lnTo>
                  <a:lnTo>
                    <a:pt x="2006" y="2218"/>
                  </a:lnTo>
                  <a:lnTo>
                    <a:pt x="1998" y="2215"/>
                  </a:lnTo>
                  <a:lnTo>
                    <a:pt x="1991" y="2209"/>
                  </a:lnTo>
                  <a:lnTo>
                    <a:pt x="1984" y="2201"/>
                  </a:lnTo>
                  <a:lnTo>
                    <a:pt x="1978" y="2192"/>
                  </a:lnTo>
                  <a:lnTo>
                    <a:pt x="1974" y="2181"/>
                  </a:lnTo>
                  <a:lnTo>
                    <a:pt x="1972" y="2168"/>
                  </a:lnTo>
                  <a:lnTo>
                    <a:pt x="1972" y="2155"/>
                  </a:lnTo>
                  <a:lnTo>
                    <a:pt x="1972" y="2155"/>
                  </a:lnTo>
                  <a:lnTo>
                    <a:pt x="1972" y="2140"/>
                  </a:lnTo>
                  <a:lnTo>
                    <a:pt x="1974" y="2128"/>
                  </a:lnTo>
                  <a:lnTo>
                    <a:pt x="1978" y="2117"/>
                  </a:lnTo>
                  <a:lnTo>
                    <a:pt x="1984" y="2107"/>
                  </a:lnTo>
                  <a:lnTo>
                    <a:pt x="1991" y="2099"/>
                  </a:lnTo>
                  <a:lnTo>
                    <a:pt x="1998" y="2093"/>
                  </a:lnTo>
                  <a:lnTo>
                    <a:pt x="2006" y="2090"/>
                  </a:lnTo>
                  <a:lnTo>
                    <a:pt x="2016" y="2089"/>
                  </a:lnTo>
                  <a:lnTo>
                    <a:pt x="2016" y="2089"/>
                  </a:lnTo>
                  <a:lnTo>
                    <a:pt x="2026" y="2090"/>
                  </a:lnTo>
                  <a:lnTo>
                    <a:pt x="2035" y="2093"/>
                  </a:lnTo>
                  <a:lnTo>
                    <a:pt x="2043" y="2099"/>
                  </a:lnTo>
                  <a:lnTo>
                    <a:pt x="2050" y="2107"/>
                  </a:lnTo>
                  <a:lnTo>
                    <a:pt x="2055" y="2117"/>
                  </a:lnTo>
                  <a:lnTo>
                    <a:pt x="2059" y="2128"/>
                  </a:lnTo>
                  <a:lnTo>
                    <a:pt x="2061" y="2140"/>
                  </a:lnTo>
                  <a:lnTo>
                    <a:pt x="2062" y="2155"/>
                  </a:lnTo>
                  <a:lnTo>
                    <a:pt x="2062" y="2155"/>
                  </a:lnTo>
                  <a:lnTo>
                    <a:pt x="2061" y="2168"/>
                  </a:lnTo>
                  <a:lnTo>
                    <a:pt x="2059" y="2181"/>
                  </a:lnTo>
                  <a:lnTo>
                    <a:pt x="2055" y="2192"/>
                  </a:lnTo>
                  <a:lnTo>
                    <a:pt x="2050" y="2201"/>
                  </a:lnTo>
                  <a:lnTo>
                    <a:pt x="2043" y="2209"/>
                  </a:lnTo>
                  <a:lnTo>
                    <a:pt x="2035" y="2215"/>
                  </a:lnTo>
                  <a:lnTo>
                    <a:pt x="2026" y="2218"/>
                  </a:lnTo>
                  <a:lnTo>
                    <a:pt x="2016" y="2219"/>
                  </a:lnTo>
                  <a:lnTo>
                    <a:pt x="2016" y="2219"/>
                  </a:lnTo>
                  <a:close/>
                  <a:moveTo>
                    <a:pt x="843" y="2116"/>
                  </a:moveTo>
                  <a:lnTo>
                    <a:pt x="910" y="2266"/>
                  </a:lnTo>
                  <a:lnTo>
                    <a:pt x="849" y="2266"/>
                  </a:lnTo>
                  <a:lnTo>
                    <a:pt x="803" y="2162"/>
                  </a:lnTo>
                  <a:lnTo>
                    <a:pt x="772" y="2199"/>
                  </a:lnTo>
                  <a:lnTo>
                    <a:pt x="772" y="2266"/>
                  </a:lnTo>
                  <a:lnTo>
                    <a:pt x="718" y="2266"/>
                  </a:lnTo>
                  <a:lnTo>
                    <a:pt x="718" y="1977"/>
                  </a:lnTo>
                  <a:lnTo>
                    <a:pt x="772" y="1949"/>
                  </a:lnTo>
                  <a:lnTo>
                    <a:pt x="772" y="2128"/>
                  </a:lnTo>
                  <a:lnTo>
                    <a:pt x="772" y="2128"/>
                  </a:lnTo>
                  <a:lnTo>
                    <a:pt x="794" y="2099"/>
                  </a:lnTo>
                  <a:lnTo>
                    <a:pt x="838" y="2042"/>
                  </a:lnTo>
                  <a:lnTo>
                    <a:pt x="903" y="2042"/>
                  </a:lnTo>
                  <a:lnTo>
                    <a:pt x="843" y="2116"/>
                  </a:lnTo>
                  <a:close/>
                  <a:moveTo>
                    <a:pt x="1105" y="2266"/>
                  </a:moveTo>
                  <a:lnTo>
                    <a:pt x="1049" y="2266"/>
                  </a:lnTo>
                  <a:lnTo>
                    <a:pt x="1049" y="2042"/>
                  </a:lnTo>
                  <a:lnTo>
                    <a:pt x="1105" y="2042"/>
                  </a:lnTo>
                  <a:lnTo>
                    <a:pt x="1105" y="2061"/>
                  </a:lnTo>
                  <a:lnTo>
                    <a:pt x="1105" y="2061"/>
                  </a:lnTo>
                  <a:lnTo>
                    <a:pt x="1110" y="2056"/>
                  </a:lnTo>
                  <a:lnTo>
                    <a:pt x="1116" y="2051"/>
                  </a:lnTo>
                  <a:lnTo>
                    <a:pt x="1123" y="2047"/>
                  </a:lnTo>
                  <a:lnTo>
                    <a:pt x="1129" y="2043"/>
                  </a:lnTo>
                  <a:lnTo>
                    <a:pt x="1137" y="2041"/>
                  </a:lnTo>
                  <a:lnTo>
                    <a:pt x="1145" y="2039"/>
                  </a:lnTo>
                  <a:lnTo>
                    <a:pt x="1153" y="2038"/>
                  </a:lnTo>
                  <a:lnTo>
                    <a:pt x="1162" y="2037"/>
                  </a:lnTo>
                  <a:lnTo>
                    <a:pt x="1162" y="2037"/>
                  </a:lnTo>
                  <a:lnTo>
                    <a:pt x="1172" y="2038"/>
                  </a:lnTo>
                  <a:lnTo>
                    <a:pt x="1180" y="2039"/>
                  </a:lnTo>
                  <a:lnTo>
                    <a:pt x="1188" y="2041"/>
                  </a:lnTo>
                  <a:lnTo>
                    <a:pt x="1197" y="2043"/>
                  </a:lnTo>
                  <a:lnTo>
                    <a:pt x="1204" y="2048"/>
                  </a:lnTo>
                  <a:lnTo>
                    <a:pt x="1210" y="2052"/>
                  </a:lnTo>
                  <a:lnTo>
                    <a:pt x="1217" y="2057"/>
                  </a:lnTo>
                  <a:lnTo>
                    <a:pt x="1223" y="2063"/>
                  </a:lnTo>
                  <a:lnTo>
                    <a:pt x="1227" y="2070"/>
                  </a:lnTo>
                  <a:lnTo>
                    <a:pt x="1232" y="2078"/>
                  </a:lnTo>
                  <a:lnTo>
                    <a:pt x="1235" y="2086"/>
                  </a:lnTo>
                  <a:lnTo>
                    <a:pt x="1238" y="2096"/>
                  </a:lnTo>
                  <a:lnTo>
                    <a:pt x="1240" y="2106"/>
                  </a:lnTo>
                  <a:lnTo>
                    <a:pt x="1242" y="2116"/>
                  </a:lnTo>
                  <a:lnTo>
                    <a:pt x="1243" y="2127"/>
                  </a:lnTo>
                  <a:lnTo>
                    <a:pt x="1244" y="2139"/>
                  </a:lnTo>
                  <a:lnTo>
                    <a:pt x="1244" y="2266"/>
                  </a:lnTo>
                  <a:lnTo>
                    <a:pt x="1188" y="2266"/>
                  </a:lnTo>
                  <a:lnTo>
                    <a:pt x="1188" y="2142"/>
                  </a:lnTo>
                  <a:lnTo>
                    <a:pt x="1188" y="2142"/>
                  </a:lnTo>
                  <a:lnTo>
                    <a:pt x="1187" y="2130"/>
                  </a:lnTo>
                  <a:lnTo>
                    <a:pt x="1186" y="2118"/>
                  </a:lnTo>
                  <a:lnTo>
                    <a:pt x="1183" y="2109"/>
                  </a:lnTo>
                  <a:lnTo>
                    <a:pt x="1178" y="2101"/>
                  </a:lnTo>
                  <a:lnTo>
                    <a:pt x="1173" y="2096"/>
                  </a:lnTo>
                  <a:lnTo>
                    <a:pt x="1166" y="2091"/>
                  </a:lnTo>
                  <a:lnTo>
                    <a:pt x="1157" y="2089"/>
                  </a:lnTo>
                  <a:lnTo>
                    <a:pt x="1147" y="2088"/>
                  </a:lnTo>
                  <a:lnTo>
                    <a:pt x="1147" y="2088"/>
                  </a:lnTo>
                  <a:lnTo>
                    <a:pt x="1138" y="2089"/>
                  </a:lnTo>
                  <a:lnTo>
                    <a:pt x="1129" y="2091"/>
                  </a:lnTo>
                  <a:lnTo>
                    <a:pt x="1122" y="2096"/>
                  </a:lnTo>
                  <a:lnTo>
                    <a:pt x="1116" y="2102"/>
                  </a:lnTo>
                  <a:lnTo>
                    <a:pt x="1112" y="2109"/>
                  </a:lnTo>
                  <a:lnTo>
                    <a:pt x="1108" y="2119"/>
                  </a:lnTo>
                  <a:lnTo>
                    <a:pt x="1106" y="2130"/>
                  </a:lnTo>
                  <a:lnTo>
                    <a:pt x="1105" y="2142"/>
                  </a:lnTo>
                  <a:lnTo>
                    <a:pt x="1105" y="2266"/>
                  </a:lnTo>
                  <a:close/>
                  <a:moveTo>
                    <a:pt x="1418" y="2058"/>
                  </a:moveTo>
                  <a:lnTo>
                    <a:pt x="1418" y="2058"/>
                  </a:lnTo>
                  <a:lnTo>
                    <a:pt x="1413" y="2053"/>
                  </a:lnTo>
                  <a:lnTo>
                    <a:pt x="1407" y="2049"/>
                  </a:lnTo>
                  <a:lnTo>
                    <a:pt x="1402" y="2046"/>
                  </a:lnTo>
                  <a:lnTo>
                    <a:pt x="1395" y="2042"/>
                  </a:lnTo>
                  <a:lnTo>
                    <a:pt x="1388" y="2040"/>
                  </a:lnTo>
                  <a:lnTo>
                    <a:pt x="1382" y="2039"/>
                  </a:lnTo>
                  <a:lnTo>
                    <a:pt x="1375" y="2038"/>
                  </a:lnTo>
                  <a:lnTo>
                    <a:pt x="1368" y="2037"/>
                  </a:lnTo>
                  <a:lnTo>
                    <a:pt x="1368" y="2037"/>
                  </a:lnTo>
                  <a:lnTo>
                    <a:pt x="1358" y="2038"/>
                  </a:lnTo>
                  <a:lnTo>
                    <a:pt x="1349" y="2039"/>
                  </a:lnTo>
                  <a:lnTo>
                    <a:pt x="1340" y="2041"/>
                  </a:lnTo>
                  <a:lnTo>
                    <a:pt x="1332" y="2046"/>
                  </a:lnTo>
                  <a:lnTo>
                    <a:pt x="1324" y="2049"/>
                  </a:lnTo>
                  <a:lnTo>
                    <a:pt x="1317" y="2055"/>
                  </a:lnTo>
                  <a:lnTo>
                    <a:pt x="1310" y="2061"/>
                  </a:lnTo>
                  <a:lnTo>
                    <a:pt x="1304" y="2068"/>
                  </a:lnTo>
                  <a:lnTo>
                    <a:pt x="1298" y="2076"/>
                  </a:lnTo>
                  <a:lnTo>
                    <a:pt x="1294" y="2085"/>
                  </a:lnTo>
                  <a:lnTo>
                    <a:pt x="1289" y="2093"/>
                  </a:lnTo>
                  <a:lnTo>
                    <a:pt x="1286" y="2105"/>
                  </a:lnTo>
                  <a:lnTo>
                    <a:pt x="1284" y="2115"/>
                  </a:lnTo>
                  <a:lnTo>
                    <a:pt x="1282" y="2127"/>
                  </a:lnTo>
                  <a:lnTo>
                    <a:pt x="1280" y="2139"/>
                  </a:lnTo>
                  <a:lnTo>
                    <a:pt x="1280" y="2151"/>
                  </a:lnTo>
                  <a:lnTo>
                    <a:pt x="1280" y="2151"/>
                  </a:lnTo>
                  <a:lnTo>
                    <a:pt x="1280" y="2166"/>
                  </a:lnTo>
                  <a:lnTo>
                    <a:pt x="1282" y="2178"/>
                  </a:lnTo>
                  <a:lnTo>
                    <a:pt x="1284" y="2190"/>
                  </a:lnTo>
                  <a:lnTo>
                    <a:pt x="1286" y="2202"/>
                  </a:lnTo>
                  <a:lnTo>
                    <a:pt x="1289" y="2212"/>
                  </a:lnTo>
                  <a:lnTo>
                    <a:pt x="1294" y="2222"/>
                  </a:lnTo>
                  <a:lnTo>
                    <a:pt x="1298" y="2231"/>
                  </a:lnTo>
                  <a:lnTo>
                    <a:pt x="1304" y="2239"/>
                  </a:lnTo>
                  <a:lnTo>
                    <a:pt x="1309" y="2247"/>
                  </a:lnTo>
                  <a:lnTo>
                    <a:pt x="1316" y="2252"/>
                  </a:lnTo>
                  <a:lnTo>
                    <a:pt x="1323" y="2258"/>
                  </a:lnTo>
                  <a:lnTo>
                    <a:pt x="1330" y="2262"/>
                  </a:lnTo>
                  <a:lnTo>
                    <a:pt x="1339" y="2266"/>
                  </a:lnTo>
                  <a:lnTo>
                    <a:pt x="1348" y="2269"/>
                  </a:lnTo>
                  <a:lnTo>
                    <a:pt x="1357" y="2270"/>
                  </a:lnTo>
                  <a:lnTo>
                    <a:pt x="1367" y="2271"/>
                  </a:lnTo>
                  <a:lnTo>
                    <a:pt x="1367" y="2271"/>
                  </a:lnTo>
                  <a:lnTo>
                    <a:pt x="1374" y="2270"/>
                  </a:lnTo>
                  <a:lnTo>
                    <a:pt x="1382" y="2269"/>
                  </a:lnTo>
                  <a:lnTo>
                    <a:pt x="1388" y="2268"/>
                  </a:lnTo>
                  <a:lnTo>
                    <a:pt x="1395" y="2266"/>
                  </a:lnTo>
                  <a:lnTo>
                    <a:pt x="1401" y="2262"/>
                  </a:lnTo>
                  <a:lnTo>
                    <a:pt x="1407" y="2259"/>
                  </a:lnTo>
                  <a:lnTo>
                    <a:pt x="1413" y="2255"/>
                  </a:lnTo>
                  <a:lnTo>
                    <a:pt x="1418" y="2249"/>
                  </a:lnTo>
                  <a:lnTo>
                    <a:pt x="1418" y="2255"/>
                  </a:lnTo>
                  <a:lnTo>
                    <a:pt x="1418" y="2255"/>
                  </a:lnTo>
                  <a:lnTo>
                    <a:pt x="1418" y="2264"/>
                  </a:lnTo>
                  <a:lnTo>
                    <a:pt x="1417" y="2274"/>
                  </a:lnTo>
                  <a:lnTo>
                    <a:pt x="1414" y="2284"/>
                  </a:lnTo>
                  <a:lnTo>
                    <a:pt x="1412" y="2288"/>
                  </a:lnTo>
                  <a:lnTo>
                    <a:pt x="1409" y="2293"/>
                  </a:lnTo>
                  <a:lnTo>
                    <a:pt x="1405" y="2297"/>
                  </a:lnTo>
                  <a:lnTo>
                    <a:pt x="1401" y="2301"/>
                  </a:lnTo>
                  <a:lnTo>
                    <a:pt x="1395" y="2305"/>
                  </a:lnTo>
                  <a:lnTo>
                    <a:pt x="1388" y="2308"/>
                  </a:lnTo>
                  <a:lnTo>
                    <a:pt x="1379" y="2310"/>
                  </a:lnTo>
                  <a:lnTo>
                    <a:pt x="1370" y="2313"/>
                  </a:lnTo>
                  <a:lnTo>
                    <a:pt x="1359" y="2314"/>
                  </a:lnTo>
                  <a:lnTo>
                    <a:pt x="1346" y="2314"/>
                  </a:lnTo>
                  <a:lnTo>
                    <a:pt x="1344" y="2314"/>
                  </a:lnTo>
                  <a:lnTo>
                    <a:pt x="1364" y="2357"/>
                  </a:lnTo>
                  <a:lnTo>
                    <a:pt x="1365" y="2357"/>
                  </a:lnTo>
                  <a:lnTo>
                    <a:pt x="1365" y="2357"/>
                  </a:lnTo>
                  <a:lnTo>
                    <a:pt x="1378" y="2357"/>
                  </a:lnTo>
                  <a:lnTo>
                    <a:pt x="1390" y="2356"/>
                  </a:lnTo>
                  <a:lnTo>
                    <a:pt x="1402" y="2353"/>
                  </a:lnTo>
                  <a:lnTo>
                    <a:pt x="1413" y="2350"/>
                  </a:lnTo>
                  <a:lnTo>
                    <a:pt x="1423" y="2346"/>
                  </a:lnTo>
                  <a:lnTo>
                    <a:pt x="1432" y="2341"/>
                  </a:lnTo>
                  <a:lnTo>
                    <a:pt x="1439" y="2336"/>
                  </a:lnTo>
                  <a:lnTo>
                    <a:pt x="1446" y="2329"/>
                  </a:lnTo>
                  <a:lnTo>
                    <a:pt x="1453" y="2321"/>
                  </a:lnTo>
                  <a:lnTo>
                    <a:pt x="1458" y="2314"/>
                  </a:lnTo>
                  <a:lnTo>
                    <a:pt x="1463" y="2304"/>
                  </a:lnTo>
                  <a:lnTo>
                    <a:pt x="1466" y="2294"/>
                  </a:lnTo>
                  <a:lnTo>
                    <a:pt x="1469" y="2284"/>
                  </a:lnTo>
                  <a:lnTo>
                    <a:pt x="1472" y="2271"/>
                  </a:lnTo>
                  <a:lnTo>
                    <a:pt x="1473" y="2259"/>
                  </a:lnTo>
                  <a:lnTo>
                    <a:pt x="1473" y="2246"/>
                  </a:lnTo>
                  <a:lnTo>
                    <a:pt x="1473" y="2042"/>
                  </a:lnTo>
                  <a:lnTo>
                    <a:pt x="1418" y="2042"/>
                  </a:lnTo>
                  <a:lnTo>
                    <a:pt x="1418" y="2058"/>
                  </a:lnTo>
                  <a:close/>
                  <a:moveTo>
                    <a:pt x="1418" y="2110"/>
                  </a:moveTo>
                  <a:lnTo>
                    <a:pt x="1418" y="2198"/>
                  </a:lnTo>
                  <a:lnTo>
                    <a:pt x="1418" y="2198"/>
                  </a:lnTo>
                  <a:lnTo>
                    <a:pt x="1411" y="2206"/>
                  </a:lnTo>
                  <a:lnTo>
                    <a:pt x="1403" y="2214"/>
                  </a:lnTo>
                  <a:lnTo>
                    <a:pt x="1397" y="2216"/>
                  </a:lnTo>
                  <a:lnTo>
                    <a:pt x="1392" y="2218"/>
                  </a:lnTo>
                  <a:lnTo>
                    <a:pt x="1386" y="2219"/>
                  </a:lnTo>
                  <a:lnTo>
                    <a:pt x="1378" y="2220"/>
                  </a:lnTo>
                  <a:lnTo>
                    <a:pt x="1378" y="2220"/>
                  </a:lnTo>
                  <a:lnTo>
                    <a:pt x="1372" y="2219"/>
                  </a:lnTo>
                  <a:lnTo>
                    <a:pt x="1364" y="2217"/>
                  </a:lnTo>
                  <a:lnTo>
                    <a:pt x="1357" y="2214"/>
                  </a:lnTo>
                  <a:lnTo>
                    <a:pt x="1350" y="2207"/>
                  </a:lnTo>
                  <a:lnTo>
                    <a:pt x="1345" y="2198"/>
                  </a:lnTo>
                  <a:lnTo>
                    <a:pt x="1340" y="2186"/>
                  </a:lnTo>
                  <a:lnTo>
                    <a:pt x="1338" y="2170"/>
                  </a:lnTo>
                  <a:lnTo>
                    <a:pt x="1337" y="2150"/>
                  </a:lnTo>
                  <a:lnTo>
                    <a:pt x="1337" y="2150"/>
                  </a:lnTo>
                  <a:lnTo>
                    <a:pt x="1338" y="2133"/>
                  </a:lnTo>
                  <a:lnTo>
                    <a:pt x="1340" y="2119"/>
                  </a:lnTo>
                  <a:lnTo>
                    <a:pt x="1345" y="2108"/>
                  </a:lnTo>
                  <a:lnTo>
                    <a:pt x="1350" y="2100"/>
                  </a:lnTo>
                  <a:lnTo>
                    <a:pt x="1357" y="2095"/>
                  </a:lnTo>
                  <a:lnTo>
                    <a:pt x="1364" y="2090"/>
                  </a:lnTo>
                  <a:lnTo>
                    <a:pt x="1372" y="2089"/>
                  </a:lnTo>
                  <a:lnTo>
                    <a:pt x="1378" y="2088"/>
                  </a:lnTo>
                  <a:lnTo>
                    <a:pt x="1378" y="2088"/>
                  </a:lnTo>
                  <a:lnTo>
                    <a:pt x="1386" y="2089"/>
                  </a:lnTo>
                  <a:lnTo>
                    <a:pt x="1393" y="2090"/>
                  </a:lnTo>
                  <a:lnTo>
                    <a:pt x="1398" y="2092"/>
                  </a:lnTo>
                  <a:lnTo>
                    <a:pt x="1404" y="2096"/>
                  </a:lnTo>
                  <a:lnTo>
                    <a:pt x="1408" y="2099"/>
                  </a:lnTo>
                  <a:lnTo>
                    <a:pt x="1412" y="2102"/>
                  </a:lnTo>
                  <a:lnTo>
                    <a:pt x="1418" y="2110"/>
                  </a:lnTo>
                  <a:lnTo>
                    <a:pt x="1418" y="2110"/>
                  </a:lnTo>
                  <a:close/>
                  <a:moveTo>
                    <a:pt x="945" y="2042"/>
                  </a:moveTo>
                  <a:lnTo>
                    <a:pt x="1000" y="2042"/>
                  </a:lnTo>
                  <a:lnTo>
                    <a:pt x="1000" y="2139"/>
                  </a:lnTo>
                  <a:lnTo>
                    <a:pt x="1000" y="2266"/>
                  </a:lnTo>
                  <a:lnTo>
                    <a:pt x="945" y="2266"/>
                  </a:lnTo>
                  <a:lnTo>
                    <a:pt x="945" y="2042"/>
                  </a:lnTo>
                  <a:close/>
                  <a:moveTo>
                    <a:pt x="1000" y="1982"/>
                  </a:moveTo>
                  <a:lnTo>
                    <a:pt x="1000" y="2010"/>
                  </a:lnTo>
                  <a:lnTo>
                    <a:pt x="945" y="2010"/>
                  </a:lnTo>
                  <a:lnTo>
                    <a:pt x="945" y="1954"/>
                  </a:lnTo>
                  <a:lnTo>
                    <a:pt x="1000" y="1954"/>
                  </a:lnTo>
                  <a:lnTo>
                    <a:pt x="1000" y="1982"/>
                  </a:lnTo>
                  <a:close/>
                  <a:moveTo>
                    <a:pt x="2325" y="1977"/>
                  </a:moveTo>
                  <a:lnTo>
                    <a:pt x="2381" y="1949"/>
                  </a:lnTo>
                  <a:lnTo>
                    <a:pt x="2381" y="2144"/>
                  </a:lnTo>
                  <a:lnTo>
                    <a:pt x="2381" y="2266"/>
                  </a:lnTo>
                  <a:lnTo>
                    <a:pt x="2325" y="2266"/>
                  </a:lnTo>
                  <a:lnTo>
                    <a:pt x="2325" y="1977"/>
                  </a:lnTo>
                  <a:close/>
                  <a:moveTo>
                    <a:pt x="400" y="762"/>
                  </a:moveTo>
                  <a:lnTo>
                    <a:pt x="856" y="762"/>
                  </a:lnTo>
                  <a:lnTo>
                    <a:pt x="856" y="498"/>
                  </a:lnTo>
                  <a:lnTo>
                    <a:pt x="400" y="498"/>
                  </a:lnTo>
                  <a:lnTo>
                    <a:pt x="400" y="290"/>
                  </a:lnTo>
                  <a:lnTo>
                    <a:pt x="905" y="290"/>
                  </a:lnTo>
                  <a:lnTo>
                    <a:pt x="737" y="0"/>
                  </a:lnTo>
                  <a:lnTo>
                    <a:pt x="22" y="0"/>
                  </a:lnTo>
                  <a:lnTo>
                    <a:pt x="22" y="1261"/>
                  </a:lnTo>
                  <a:lnTo>
                    <a:pt x="1030" y="1261"/>
                  </a:lnTo>
                  <a:lnTo>
                    <a:pt x="1030" y="970"/>
                  </a:lnTo>
                  <a:lnTo>
                    <a:pt x="400" y="970"/>
                  </a:lnTo>
                  <a:lnTo>
                    <a:pt x="400" y="762"/>
                  </a:lnTo>
                  <a:close/>
                  <a:moveTo>
                    <a:pt x="1702" y="0"/>
                  </a:moveTo>
                  <a:lnTo>
                    <a:pt x="1487" y="411"/>
                  </a:lnTo>
                  <a:lnTo>
                    <a:pt x="1274" y="0"/>
                  </a:lnTo>
                  <a:lnTo>
                    <a:pt x="856" y="0"/>
                  </a:lnTo>
                  <a:lnTo>
                    <a:pt x="1296" y="762"/>
                  </a:lnTo>
                  <a:lnTo>
                    <a:pt x="1296" y="1261"/>
                  </a:lnTo>
                  <a:lnTo>
                    <a:pt x="1673" y="1261"/>
                  </a:lnTo>
                  <a:lnTo>
                    <a:pt x="1673" y="762"/>
                  </a:lnTo>
                  <a:lnTo>
                    <a:pt x="2114" y="0"/>
                  </a:lnTo>
                  <a:lnTo>
                    <a:pt x="1702"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
        <p:nvSpPr>
          <p:cNvPr id="21" name="Picture Placeholder 19">
            <a:extLst>
              <a:ext uri="{FF2B5EF4-FFF2-40B4-BE49-F238E27FC236}">
                <a16:creationId xmlns:a16="http://schemas.microsoft.com/office/drawing/2014/main" id="{14F1DE27-AD0C-4A9A-9D8D-4F823ECEAD7F}"/>
              </a:ext>
            </a:extLst>
          </p:cNvPr>
          <p:cNvSpPr>
            <a:spLocks noGrp="1"/>
          </p:cNvSpPr>
          <p:nvPr>
            <p:ph type="pic" sz="quarter" idx="16"/>
          </p:nvPr>
        </p:nvSpPr>
        <p:spPr>
          <a:xfrm>
            <a:off x="346306" y="5914642"/>
            <a:ext cx="576000" cy="576000"/>
          </a:xfrm>
          <a:prstGeom prst="ellipse">
            <a:avLst/>
          </a:prstGeom>
        </p:spPr>
        <p:txBody>
          <a:bodyPr anchor="ctr"/>
          <a:lstStyle>
            <a:lvl1pPr marL="0" indent="0" algn="ctr">
              <a:buNone/>
              <a:defRPr sz="675">
                <a:solidFill>
                  <a:schemeClr val="bg1"/>
                </a:solidFill>
              </a:defRPr>
            </a:lvl1pPr>
          </a:lstStyle>
          <a:p>
            <a:r>
              <a:rPr lang="en-US"/>
              <a:t>Click icon to add picture</a:t>
            </a:r>
            <a:endParaRPr lang="en-GB" dirty="0"/>
          </a:p>
        </p:txBody>
      </p:sp>
    </p:spTree>
    <p:extLst>
      <p:ext uri="{BB962C8B-B14F-4D97-AF65-F5344CB8AC3E}">
        <p14:creationId xmlns:p14="http://schemas.microsoft.com/office/powerpoint/2010/main" val="1248739312"/>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Cover alternate">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93BD223-2224-476C-AB5C-300C248C1618}"/>
              </a:ext>
            </a:extLst>
          </p:cNvPr>
          <p:cNvCxnSpPr>
            <a:cxnSpLocks/>
          </p:cNvCxnSpPr>
          <p:nvPr/>
        </p:nvCxnSpPr>
        <p:spPr>
          <a:xfrm>
            <a:off x="999368" y="5709060"/>
            <a:ext cx="6088405" cy="0"/>
          </a:xfrm>
          <a:prstGeom prst="line">
            <a:avLst/>
          </a:prstGeom>
          <a:ln>
            <a:solidFill>
              <a:srgbClr val="82829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51B4C43-E5F8-400E-A971-58A3766B1BF0}"/>
              </a:ext>
            </a:extLst>
          </p:cNvPr>
          <p:cNvSpPr txBox="1"/>
          <p:nvPr/>
        </p:nvSpPr>
        <p:spPr>
          <a:xfrm>
            <a:off x="346308" y="5605201"/>
            <a:ext cx="783397" cy="197581"/>
          </a:xfrm>
          <a:prstGeom prst="rect">
            <a:avLst/>
          </a:prstGeom>
          <a:noFill/>
        </p:spPr>
        <p:txBody>
          <a:bodyPr wrap="square" lIns="0" tIns="0" rIns="0" bIns="0" rtlCol="0" anchor="ctr" anchorCtr="0">
            <a:noAutofit/>
          </a:bodyPr>
          <a:lstStyle/>
          <a:p>
            <a:r>
              <a:rPr lang="en-GB" sz="900" dirty="0">
                <a:solidFill>
                  <a:srgbClr val="828290"/>
                </a:solidFill>
                <a:latin typeface="EYInterstate Light" panose="02000506000000020004" pitchFamily="2" charset="0"/>
              </a:rPr>
              <a:t>Written by</a:t>
            </a:r>
          </a:p>
        </p:txBody>
      </p:sp>
      <p:sp>
        <p:nvSpPr>
          <p:cNvPr id="10" name="Text Placeholder 16">
            <a:extLst>
              <a:ext uri="{FF2B5EF4-FFF2-40B4-BE49-F238E27FC236}">
                <a16:creationId xmlns:a16="http://schemas.microsoft.com/office/drawing/2014/main" id="{A9465B6B-DFD4-4E0C-9ACE-E88CA2220464}"/>
              </a:ext>
            </a:extLst>
          </p:cNvPr>
          <p:cNvSpPr>
            <a:spLocks noGrp="1"/>
          </p:cNvSpPr>
          <p:nvPr>
            <p:ph type="body" sz="quarter" idx="14" hasCustomPrompt="1"/>
          </p:nvPr>
        </p:nvSpPr>
        <p:spPr>
          <a:xfrm>
            <a:off x="346308" y="6019189"/>
            <a:ext cx="2315750" cy="180000"/>
          </a:xfrm>
        </p:spPr>
        <p:txBody>
          <a:bodyPr/>
          <a:lstStyle>
            <a:lvl1pPr marL="0" indent="0">
              <a:buNone/>
              <a:defRPr sz="900">
                <a:solidFill>
                  <a:schemeClr val="bg1"/>
                </a:solidFill>
              </a:defRPr>
            </a:lvl1pPr>
          </a:lstStyle>
          <a:p>
            <a:pPr lvl="0"/>
            <a:r>
              <a:rPr lang="en-US" dirty="0"/>
              <a:t>Name Surname</a:t>
            </a:r>
            <a:endParaRPr lang="en-GB" dirty="0"/>
          </a:p>
        </p:txBody>
      </p:sp>
      <p:sp>
        <p:nvSpPr>
          <p:cNvPr id="13" name="Text Placeholder 16">
            <a:extLst>
              <a:ext uri="{FF2B5EF4-FFF2-40B4-BE49-F238E27FC236}">
                <a16:creationId xmlns:a16="http://schemas.microsoft.com/office/drawing/2014/main" id="{A1F2ED22-5637-4AB8-ABD8-3693A6EA55FD}"/>
              </a:ext>
            </a:extLst>
          </p:cNvPr>
          <p:cNvSpPr>
            <a:spLocks noGrp="1"/>
          </p:cNvSpPr>
          <p:nvPr>
            <p:ph type="body" sz="quarter" idx="15" hasCustomPrompt="1"/>
          </p:nvPr>
        </p:nvSpPr>
        <p:spPr>
          <a:xfrm>
            <a:off x="346308" y="6216807"/>
            <a:ext cx="2315750" cy="180000"/>
          </a:xfrm>
        </p:spPr>
        <p:txBody>
          <a:bodyPr/>
          <a:lstStyle>
            <a:lvl1pPr marL="0" indent="0">
              <a:buNone/>
              <a:defRPr sz="900">
                <a:solidFill>
                  <a:schemeClr val="bg1"/>
                </a:solidFill>
              </a:defRPr>
            </a:lvl1pPr>
          </a:lstStyle>
          <a:p>
            <a:pPr lvl="0"/>
            <a:r>
              <a:rPr lang="en-US" dirty="0"/>
              <a:t>Job Title</a:t>
            </a:r>
            <a:endParaRPr lang="en-GB" dirty="0"/>
          </a:p>
        </p:txBody>
      </p:sp>
      <p:sp>
        <p:nvSpPr>
          <p:cNvPr id="18" name="Freeform 5">
            <a:extLst>
              <a:ext uri="{FF2B5EF4-FFF2-40B4-BE49-F238E27FC236}">
                <a16:creationId xmlns:a16="http://schemas.microsoft.com/office/drawing/2014/main" id="{160A7550-5D67-4923-A7BC-21E832215440}"/>
              </a:ext>
            </a:extLst>
          </p:cNvPr>
          <p:cNvSpPr>
            <a:spLocks noChangeAspect="1"/>
          </p:cNvSpPr>
          <p:nvPr userDrawn="1"/>
        </p:nvSpPr>
        <p:spPr bwMode="gray">
          <a:xfrm rot="10800000">
            <a:off x="470054" y="457199"/>
            <a:ext cx="4507059" cy="3805316"/>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rgbClr val="FFE600"/>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Title 1">
            <a:extLst>
              <a:ext uri="{FF2B5EF4-FFF2-40B4-BE49-F238E27FC236}">
                <a16:creationId xmlns:a16="http://schemas.microsoft.com/office/drawing/2014/main" id="{D57A982A-5252-472B-BD55-97D51532138C}"/>
              </a:ext>
            </a:extLst>
          </p:cNvPr>
          <p:cNvSpPr>
            <a:spLocks noGrp="1"/>
          </p:cNvSpPr>
          <p:nvPr>
            <p:ph type="ctrTitle" hasCustomPrompt="1"/>
          </p:nvPr>
        </p:nvSpPr>
        <p:spPr>
          <a:xfrm>
            <a:off x="686326" y="1476597"/>
            <a:ext cx="3813414" cy="860400"/>
          </a:xfrm>
        </p:spPr>
        <p:txBody>
          <a:bodyPr/>
          <a:lstStyle>
            <a:lvl1pPr>
              <a:defRPr b="0">
                <a:solidFill>
                  <a:srgbClr val="404040"/>
                </a:solidFill>
                <a:latin typeface="EYInterstate Light" panose="02000506000000020004" pitchFamily="2" charset="0"/>
                <a:cs typeface="Arial" pitchFamily="34" charset="0"/>
              </a:defRPr>
            </a:lvl1pPr>
          </a:lstStyle>
          <a:p>
            <a:r>
              <a:rPr lang="en-GB" dirty="0"/>
              <a:t>Title (EY Interstate Light </a:t>
            </a:r>
            <a:br>
              <a:rPr lang="en-GB" dirty="0"/>
            </a:br>
            <a:r>
              <a:rPr lang="en-GB" dirty="0"/>
              <a:t>30 point)</a:t>
            </a:r>
          </a:p>
        </p:txBody>
      </p:sp>
      <p:sp>
        <p:nvSpPr>
          <p:cNvPr id="20" name="Subtitle 2">
            <a:extLst>
              <a:ext uri="{FF2B5EF4-FFF2-40B4-BE49-F238E27FC236}">
                <a16:creationId xmlns:a16="http://schemas.microsoft.com/office/drawing/2014/main" id="{F809C9F7-7674-4F00-8A7B-4EBDB5F94FBD}"/>
              </a:ext>
            </a:extLst>
          </p:cNvPr>
          <p:cNvSpPr>
            <a:spLocks noGrp="1"/>
          </p:cNvSpPr>
          <p:nvPr>
            <p:ph type="subTitle" idx="1" hasCustomPrompt="1"/>
          </p:nvPr>
        </p:nvSpPr>
        <p:spPr>
          <a:xfrm>
            <a:off x="686327" y="2422864"/>
            <a:ext cx="3813414" cy="645742"/>
          </a:xfrm>
        </p:spPr>
        <p:txBody>
          <a:bodyPr/>
          <a:lstStyle>
            <a:lvl1pPr marL="0" marR="0" indent="0" algn="l" defTabSz="914400" rtl="0" eaLnBrk="1" fontAlgn="auto" latinLnBrk="0" hangingPunct="1">
              <a:lnSpc>
                <a:spcPct val="100000"/>
              </a:lnSpc>
              <a:spcBef>
                <a:spcPct val="20000"/>
              </a:spcBef>
              <a:spcAft>
                <a:spcPts val="1200"/>
              </a:spcAft>
              <a:buClr>
                <a:schemeClr val="accent2"/>
              </a:buClr>
              <a:buSzPct val="70000"/>
              <a:buFont typeface="Arial" pitchFamily="34" charset="0"/>
              <a:buNone/>
              <a:tabLst/>
              <a:defRPr sz="1600">
                <a:solidFill>
                  <a:srgbClr val="404040"/>
                </a:solidFill>
                <a:latin typeface="EYInterstate" panose="0200050302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z="1600" dirty="0"/>
              <a:t>Subtitle (EY Interstate 16 point)</a:t>
            </a:r>
          </a:p>
          <a:p>
            <a:pPr marL="0" marR="0" lvl="0" indent="0" algn="l" defTabSz="914400" rtl="0" eaLnBrk="1" fontAlgn="auto" latinLnBrk="0" hangingPunct="1">
              <a:lnSpc>
                <a:spcPct val="100000"/>
              </a:lnSpc>
              <a:spcBef>
                <a:spcPct val="20000"/>
              </a:spcBef>
              <a:spcAft>
                <a:spcPts val="1200"/>
              </a:spcAft>
              <a:buClr>
                <a:schemeClr val="accent2"/>
              </a:buClr>
              <a:buSzPct val="70000"/>
              <a:buFont typeface="Arial" pitchFamily="34" charset="0"/>
              <a:buNone/>
              <a:tabLst/>
              <a:defRPr/>
            </a:pPr>
            <a:r>
              <a:rPr lang="en-IN" b="1" dirty="0"/>
              <a:t>XX Month 200X (EY Interstate bold 16 point)</a:t>
            </a:r>
            <a:endParaRPr lang="en-GB" sz="1600" dirty="0"/>
          </a:p>
        </p:txBody>
      </p:sp>
      <p:grpSp>
        <p:nvGrpSpPr>
          <p:cNvPr id="22" name="Group 4">
            <a:extLst>
              <a:ext uri="{FF2B5EF4-FFF2-40B4-BE49-F238E27FC236}">
                <a16:creationId xmlns:a16="http://schemas.microsoft.com/office/drawing/2014/main" id="{2FBA4DFB-2D74-4887-91FA-9FE36EADD25F}"/>
              </a:ext>
            </a:extLst>
          </p:cNvPr>
          <p:cNvGrpSpPr>
            <a:grpSpLocks noChangeAspect="1"/>
          </p:cNvGrpSpPr>
          <p:nvPr userDrawn="1"/>
        </p:nvGrpSpPr>
        <p:grpSpPr bwMode="auto">
          <a:xfrm>
            <a:off x="7710488" y="5340350"/>
            <a:ext cx="987425" cy="1157288"/>
            <a:chOff x="4857" y="3364"/>
            <a:chExt cx="622" cy="729"/>
          </a:xfrm>
        </p:grpSpPr>
        <p:sp>
          <p:nvSpPr>
            <p:cNvPr id="23" name="AutoShape 3">
              <a:extLst>
                <a:ext uri="{FF2B5EF4-FFF2-40B4-BE49-F238E27FC236}">
                  <a16:creationId xmlns:a16="http://schemas.microsoft.com/office/drawing/2014/main" id="{B223B0E3-13DC-4092-840F-C19C33D0170D}"/>
                </a:ext>
              </a:extLst>
            </p:cNvPr>
            <p:cNvSpPr>
              <a:spLocks noChangeAspect="1" noChangeArrowheads="1" noTextEdit="1"/>
            </p:cNvSpPr>
            <p:nvPr userDrawn="1"/>
          </p:nvSpPr>
          <p:spPr bwMode="auto">
            <a:xfrm>
              <a:off x="4857" y="3364"/>
              <a:ext cx="622" cy="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5">
              <a:extLst>
                <a:ext uri="{FF2B5EF4-FFF2-40B4-BE49-F238E27FC236}">
                  <a16:creationId xmlns:a16="http://schemas.microsoft.com/office/drawing/2014/main" id="{720F86E7-783D-48A5-9A99-BBE51AD8BB9F}"/>
                </a:ext>
              </a:extLst>
            </p:cNvPr>
            <p:cNvSpPr>
              <a:spLocks/>
            </p:cNvSpPr>
            <p:nvPr userDrawn="1"/>
          </p:nvSpPr>
          <p:spPr bwMode="auto">
            <a:xfrm>
              <a:off x="4857" y="3364"/>
              <a:ext cx="498" cy="182"/>
            </a:xfrm>
            <a:custGeom>
              <a:avLst/>
              <a:gdLst>
                <a:gd name="T0" fmla="*/ 2491 w 2491"/>
                <a:gd name="T1" fmla="*/ 0 h 910"/>
                <a:gd name="T2" fmla="*/ 0 w 2491"/>
                <a:gd name="T3" fmla="*/ 910 h 910"/>
                <a:gd name="T4" fmla="*/ 2491 w 2491"/>
                <a:gd name="T5" fmla="*/ 469 h 910"/>
                <a:gd name="T6" fmla="*/ 2491 w 2491"/>
                <a:gd name="T7" fmla="*/ 0 h 910"/>
              </a:gdLst>
              <a:ahLst/>
              <a:cxnLst>
                <a:cxn ang="0">
                  <a:pos x="T0" y="T1"/>
                </a:cxn>
                <a:cxn ang="0">
                  <a:pos x="T2" y="T3"/>
                </a:cxn>
                <a:cxn ang="0">
                  <a:pos x="T4" y="T5"/>
                </a:cxn>
                <a:cxn ang="0">
                  <a:pos x="T6" y="T7"/>
                </a:cxn>
              </a:cxnLst>
              <a:rect l="0" t="0" r="r" b="b"/>
              <a:pathLst>
                <a:path w="2491" h="910">
                  <a:moveTo>
                    <a:pt x="2491" y="0"/>
                  </a:moveTo>
                  <a:lnTo>
                    <a:pt x="0" y="910"/>
                  </a:lnTo>
                  <a:lnTo>
                    <a:pt x="2491" y="469"/>
                  </a:lnTo>
                  <a:lnTo>
                    <a:pt x="2491" y="0"/>
                  </a:lnTo>
                  <a:close/>
                </a:path>
              </a:pathLst>
            </a:custGeom>
            <a:solidFill>
              <a:srgbClr val="FE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5" name="Freeform 6">
              <a:extLst>
                <a:ext uri="{FF2B5EF4-FFF2-40B4-BE49-F238E27FC236}">
                  <a16:creationId xmlns:a16="http://schemas.microsoft.com/office/drawing/2014/main" id="{8EA618E4-F6E6-47C9-85C3-E1EF97EB6DF8}"/>
                </a:ext>
              </a:extLst>
            </p:cNvPr>
            <p:cNvSpPr>
              <a:spLocks noEditPoints="1"/>
            </p:cNvSpPr>
            <p:nvPr userDrawn="1"/>
          </p:nvSpPr>
          <p:spPr bwMode="auto">
            <a:xfrm>
              <a:off x="4857" y="3622"/>
              <a:ext cx="622" cy="471"/>
            </a:xfrm>
            <a:custGeom>
              <a:avLst/>
              <a:gdLst>
                <a:gd name="T0" fmla="*/ 235 w 3110"/>
                <a:gd name="T1" fmla="*/ 1600 h 2357"/>
                <a:gd name="T2" fmla="*/ 255 w 3110"/>
                <a:gd name="T3" fmla="*/ 1809 h 2357"/>
                <a:gd name="T4" fmla="*/ 152 w 3110"/>
                <a:gd name="T5" fmla="*/ 1823 h 2357"/>
                <a:gd name="T6" fmla="*/ 353 w 3110"/>
                <a:gd name="T7" fmla="*/ 1774 h 2357"/>
                <a:gd name="T8" fmla="*/ 419 w 3110"/>
                <a:gd name="T9" fmla="*/ 1871 h 2357"/>
                <a:gd name="T10" fmla="*/ 1148 w 3110"/>
                <a:gd name="T11" fmla="*/ 1664 h 2357"/>
                <a:gd name="T12" fmla="*/ 1225 w 3110"/>
                <a:gd name="T13" fmla="*/ 1751 h 2357"/>
                <a:gd name="T14" fmla="*/ 701 w 3110"/>
                <a:gd name="T15" fmla="*/ 1558 h 2357"/>
                <a:gd name="T16" fmla="*/ 744 w 3110"/>
                <a:gd name="T17" fmla="*/ 1723 h 2357"/>
                <a:gd name="T18" fmla="*/ 866 w 3110"/>
                <a:gd name="T19" fmla="*/ 1868 h 2357"/>
                <a:gd name="T20" fmla="*/ 838 w 3110"/>
                <a:gd name="T21" fmla="*/ 1696 h 2357"/>
                <a:gd name="T22" fmla="*/ 2035 w 3110"/>
                <a:gd name="T23" fmla="*/ 1874 h 2357"/>
                <a:gd name="T24" fmla="*/ 2173 w 3110"/>
                <a:gd name="T25" fmla="*/ 1760 h 2357"/>
                <a:gd name="T26" fmla="*/ 2115 w 3110"/>
                <a:gd name="T27" fmla="*/ 1743 h 2357"/>
                <a:gd name="T28" fmla="*/ 2074 w 3110"/>
                <a:gd name="T29" fmla="*/ 1696 h 2357"/>
                <a:gd name="T30" fmla="*/ 1318 w 3110"/>
                <a:gd name="T31" fmla="*/ 1748 h 2357"/>
                <a:gd name="T32" fmla="*/ 1455 w 3110"/>
                <a:gd name="T33" fmla="*/ 1858 h 2357"/>
                <a:gd name="T34" fmla="*/ 1484 w 3110"/>
                <a:gd name="T35" fmla="*/ 1938 h 2357"/>
                <a:gd name="T36" fmla="*/ 1378 w 3110"/>
                <a:gd name="T37" fmla="*/ 1794 h 2357"/>
                <a:gd name="T38" fmla="*/ 1740 w 3110"/>
                <a:gd name="T39" fmla="*/ 1690 h 2357"/>
                <a:gd name="T40" fmla="*/ 1644 w 3110"/>
                <a:gd name="T41" fmla="*/ 1791 h 2357"/>
                <a:gd name="T42" fmla="*/ 1835 w 3110"/>
                <a:gd name="T43" fmla="*/ 1723 h 2357"/>
                <a:gd name="T44" fmla="*/ 1698 w 3110"/>
                <a:gd name="T45" fmla="*/ 1800 h 2357"/>
                <a:gd name="T46" fmla="*/ 1721 w 3110"/>
                <a:gd name="T47" fmla="*/ 1831 h 2357"/>
                <a:gd name="T48" fmla="*/ 2256 w 3110"/>
                <a:gd name="T49" fmla="*/ 1780 h 2357"/>
                <a:gd name="T50" fmla="*/ 2243 w 3110"/>
                <a:gd name="T51" fmla="*/ 1665 h 2357"/>
                <a:gd name="T52" fmla="*/ 2306 w 3110"/>
                <a:gd name="T53" fmla="*/ 1880 h 2357"/>
                <a:gd name="T54" fmla="*/ 2338 w 3110"/>
                <a:gd name="T55" fmla="*/ 1722 h 2357"/>
                <a:gd name="T56" fmla="*/ 2929 w 3110"/>
                <a:gd name="T57" fmla="*/ 1763 h 2357"/>
                <a:gd name="T58" fmla="*/ 2750 w 3110"/>
                <a:gd name="T59" fmla="*/ 1695 h 2357"/>
                <a:gd name="T60" fmla="*/ 2872 w 3110"/>
                <a:gd name="T61" fmla="*/ 1874 h 2357"/>
                <a:gd name="T62" fmla="*/ 2658 w 3110"/>
                <a:gd name="T63" fmla="*/ 1797 h 2357"/>
                <a:gd name="T64" fmla="*/ 2623 w 3110"/>
                <a:gd name="T65" fmla="*/ 1867 h 2357"/>
                <a:gd name="T66" fmla="*/ 2482 w 3110"/>
                <a:gd name="T67" fmla="*/ 1876 h 2357"/>
                <a:gd name="T68" fmla="*/ 2513 w 3110"/>
                <a:gd name="T69" fmla="*/ 1825 h 2357"/>
                <a:gd name="T70" fmla="*/ 3019 w 3110"/>
                <a:gd name="T71" fmla="*/ 1651 h 2357"/>
                <a:gd name="T72" fmla="*/ 981 w 3110"/>
                <a:gd name="T73" fmla="*/ 1874 h 2357"/>
                <a:gd name="T74" fmla="*/ 2433 w 3110"/>
                <a:gd name="T75" fmla="*/ 2085 h 2357"/>
                <a:gd name="T76" fmla="*/ 2528 w 3110"/>
                <a:gd name="T77" fmla="*/ 2268 h 2357"/>
                <a:gd name="T78" fmla="*/ 2503 w 3110"/>
                <a:gd name="T79" fmla="*/ 2090 h 2357"/>
                <a:gd name="T80" fmla="*/ 631 w 3110"/>
                <a:gd name="T81" fmla="*/ 2093 h 2357"/>
                <a:gd name="T82" fmla="*/ 677 w 3110"/>
                <a:gd name="T83" fmla="*/ 2105 h 2357"/>
                <a:gd name="T84" fmla="*/ 203 w 3110"/>
                <a:gd name="T85" fmla="*/ 2151 h 2357"/>
                <a:gd name="T86" fmla="*/ 312 w 3110"/>
                <a:gd name="T87" fmla="*/ 2190 h 2357"/>
                <a:gd name="T88" fmla="*/ 507 w 3110"/>
                <a:gd name="T89" fmla="*/ 2190 h 2357"/>
                <a:gd name="T90" fmla="*/ 377 w 3110"/>
                <a:gd name="T91" fmla="*/ 2201 h 2357"/>
                <a:gd name="T92" fmla="*/ 442 w 3110"/>
                <a:gd name="T93" fmla="*/ 2201 h 2357"/>
                <a:gd name="T94" fmla="*/ 2213 w 3110"/>
                <a:gd name="T95" fmla="*/ 2056 h 2357"/>
                <a:gd name="T96" fmla="*/ 1608 w 3110"/>
                <a:gd name="T97" fmla="*/ 2042 h 2357"/>
                <a:gd name="T98" fmla="*/ 1951 w 3110"/>
                <a:gd name="T99" fmla="*/ 2062 h 2357"/>
                <a:gd name="T100" fmla="*/ 2016 w 3110"/>
                <a:gd name="T101" fmla="*/ 2271 h 2357"/>
                <a:gd name="T102" fmla="*/ 2075 w 3110"/>
                <a:gd name="T103" fmla="*/ 2057 h 2357"/>
                <a:gd name="T104" fmla="*/ 2016 w 3110"/>
                <a:gd name="T105" fmla="*/ 2089 h 2357"/>
                <a:gd name="T106" fmla="*/ 772 w 3110"/>
                <a:gd name="T107" fmla="*/ 1949 h 2357"/>
                <a:gd name="T108" fmla="*/ 1210 w 3110"/>
                <a:gd name="T109" fmla="*/ 2052 h 2357"/>
                <a:gd name="T110" fmla="*/ 1116 w 3110"/>
                <a:gd name="T111" fmla="*/ 2102 h 2357"/>
                <a:gd name="T112" fmla="*/ 1289 w 3110"/>
                <a:gd name="T113" fmla="*/ 2093 h 2357"/>
                <a:gd name="T114" fmla="*/ 1395 w 3110"/>
                <a:gd name="T115" fmla="*/ 2266 h 2357"/>
                <a:gd name="T116" fmla="*/ 1413 w 3110"/>
                <a:gd name="T117" fmla="*/ 2350 h 2357"/>
                <a:gd name="T118" fmla="*/ 1364 w 3110"/>
                <a:gd name="T119" fmla="*/ 2217 h 2357"/>
                <a:gd name="T120" fmla="*/ 1000 w 3110"/>
                <a:gd name="T121" fmla="*/ 2139 h 2357"/>
                <a:gd name="T122" fmla="*/ 400 w 3110"/>
                <a:gd name="T123" fmla="*/ 970 h 2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10" h="2357">
                  <a:moveTo>
                    <a:pt x="259" y="1777"/>
                  </a:moveTo>
                  <a:lnTo>
                    <a:pt x="259" y="1777"/>
                  </a:lnTo>
                  <a:lnTo>
                    <a:pt x="259" y="1769"/>
                  </a:lnTo>
                  <a:lnTo>
                    <a:pt x="258" y="1762"/>
                  </a:lnTo>
                  <a:lnTo>
                    <a:pt x="255" y="1749"/>
                  </a:lnTo>
                  <a:lnTo>
                    <a:pt x="249" y="1738"/>
                  </a:lnTo>
                  <a:lnTo>
                    <a:pt x="242" y="1729"/>
                  </a:lnTo>
                  <a:lnTo>
                    <a:pt x="235" y="1722"/>
                  </a:lnTo>
                  <a:lnTo>
                    <a:pt x="227" y="1717"/>
                  </a:lnTo>
                  <a:lnTo>
                    <a:pt x="220" y="1712"/>
                  </a:lnTo>
                  <a:lnTo>
                    <a:pt x="213" y="1709"/>
                  </a:lnTo>
                  <a:lnTo>
                    <a:pt x="213" y="1709"/>
                  </a:lnTo>
                  <a:lnTo>
                    <a:pt x="221" y="1703"/>
                  </a:lnTo>
                  <a:lnTo>
                    <a:pt x="228" y="1698"/>
                  </a:lnTo>
                  <a:lnTo>
                    <a:pt x="233" y="1691"/>
                  </a:lnTo>
                  <a:lnTo>
                    <a:pt x="239" y="1683"/>
                  </a:lnTo>
                  <a:lnTo>
                    <a:pt x="243" y="1675"/>
                  </a:lnTo>
                  <a:lnTo>
                    <a:pt x="246" y="1666"/>
                  </a:lnTo>
                  <a:lnTo>
                    <a:pt x="248" y="1658"/>
                  </a:lnTo>
                  <a:lnTo>
                    <a:pt x="248" y="1648"/>
                  </a:lnTo>
                  <a:lnTo>
                    <a:pt x="248" y="1648"/>
                  </a:lnTo>
                  <a:lnTo>
                    <a:pt x="248" y="1639"/>
                  </a:lnTo>
                  <a:lnTo>
                    <a:pt x="247" y="1630"/>
                  </a:lnTo>
                  <a:lnTo>
                    <a:pt x="245" y="1622"/>
                  </a:lnTo>
                  <a:lnTo>
                    <a:pt x="242" y="1614"/>
                  </a:lnTo>
                  <a:lnTo>
                    <a:pt x="239" y="1606"/>
                  </a:lnTo>
                  <a:lnTo>
                    <a:pt x="235" y="1600"/>
                  </a:lnTo>
                  <a:lnTo>
                    <a:pt x="229" y="1594"/>
                  </a:lnTo>
                  <a:lnTo>
                    <a:pt x="223" y="1589"/>
                  </a:lnTo>
                  <a:lnTo>
                    <a:pt x="217" y="1584"/>
                  </a:lnTo>
                  <a:lnTo>
                    <a:pt x="210" y="1580"/>
                  </a:lnTo>
                  <a:lnTo>
                    <a:pt x="202" y="1576"/>
                  </a:lnTo>
                  <a:lnTo>
                    <a:pt x="193" y="1573"/>
                  </a:lnTo>
                  <a:lnTo>
                    <a:pt x="185" y="1571"/>
                  </a:lnTo>
                  <a:lnTo>
                    <a:pt x="175" y="1569"/>
                  </a:lnTo>
                  <a:lnTo>
                    <a:pt x="165" y="1569"/>
                  </a:lnTo>
                  <a:lnTo>
                    <a:pt x="153" y="1568"/>
                  </a:lnTo>
                  <a:lnTo>
                    <a:pt x="22" y="1568"/>
                  </a:lnTo>
                  <a:lnTo>
                    <a:pt x="22" y="1874"/>
                  </a:lnTo>
                  <a:lnTo>
                    <a:pt x="152" y="1874"/>
                  </a:lnTo>
                  <a:lnTo>
                    <a:pt x="152" y="1874"/>
                  </a:lnTo>
                  <a:lnTo>
                    <a:pt x="165" y="1874"/>
                  </a:lnTo>
                  <a:lnTo>
                    <a:pt x="176" y="1873"/>
                  </a:lnTo>
                  <a:lnTo>
                    <a:pt x="187" y="1871"/>
                  </a:lnTo>
                  <a:lnTo>
                    <a:pt x="197" y="1868"/>
                  </a:lnTo>
                  <a:lnTo>
                    <a:pt x="207" y="1864"/>
                  </a:lnTo>
                  <a:lnTo>
                    <a:pt x="216" y="1860"/>
                  </a:lnTo>
                  <a:lnTo>
                    <a:pt x="223" y="1854"/>
                  </a:lnTo>
                  <a:lnTo>
                    <a:pt x="230" y="1849"/>
                  </a:lnTo>
                  <a:lnTo>
                    <a:pt x="237" y="1842"/>
                  </a:lnTo>
                  <a:lnTo>
                    <a:pt x="242" y="1834"/>
                  </a:lnTo>
                  <a:lnTo>
                    <a:pt x="248" y="1827"/>
                  </a:lnTo>
                  <a:lnTo>
                    <a:pt x="251" y="1818"/>
                  </a:lnTo>
                  <a:lnTo>
                    <a:pt x="255" y="1809"/>
                  </a:lnTo>
                  <a:lnTo>
                    <a:pt x="257" y="1799"/>
                  </a:lnTo>
                  <a:lnTo>
                    <a:pt x="258" y="1788"/>
                  </a:lnTo>
                  <a:lnTo>
                    <a:pt x="259" y="1777"/>
                  </a:lnTo>
                  <a:lnTo>
                    <a:pt x="259" y="1777"/>
                  </a:lnTo>
                  <a:close/>
                  <a:moveTo>
                    <a:pt x="152" y="1823"/>
                  </a:moveTo>
                  <a:lnTo>
                    <a:pt x="79" y="1823"/>
                  </a:lnTo>
                  <a:lnTo>
                    <a:pt x="79" y="1735"/>
                  </a:lnTo>
                  <a:lnTo>
                    <a:pt x="152" y="1735"/>
                  </a:lnTo>
                  <a:lnTo>
                    <a:pt x="152" y="1735"/>
                  </a:lnTo>
                  <a:lnTo>
                    <a:pt x="163" y="1737"/>
                  </a:lnTo>
                  <a:lnTo>
                    <a:pt x="172" y="1738"/>
                  </a:lnTo>
                  <a:lnTo>
                    <a:pt x="180" y="1741"/>
                  </a:lnTo>
                  <a:lnTo>
                    <a:pt x="187" y="1747"/>
                  </a:lnTo>
                  <a:lnTo>
                    <a:pt x="192" y="1752"/>
                  </a:lnTo>
                  <a:lnTo>
                    <a:pt x="196" y="1760"/>
                  </a:lnTo>
                  <a:lnTo>
                    <a:pt x="198" y="1769"/>
                  </a:lnTo>
                  <a:lnTo>
                    <a:pt x="199" y="1779"/>
                  </a:lnTo>
                  <a:lnTo>
                    <a:pt x="199" y="1779"/>
                  </a:lnTo>
                  <a:lnTo>
                    <a:pt x="198" y="1789"/>
                  </a:lnTo>
                  <a:lnTo>
                    <a:pt x="196" y="1798"/>
                  </a:lnTo>
                  <a:lnTo>
                    <a:pt x="191" y="1805"/>
                  </a:lnTo>
                  <a:lnTo>
                    <a:pt x="187" y="1811"/>
                  </a:lnTo>
                  <a:lnTo>
                    <a:pt x="180" y="1817"/>
                  </a:lnTo>
                  <a:lnTo>
                    <a:pt x="172" y="1820"/>
                  </a:lnTo>
                  <a:lnTo>
                    <a:pt x="162" y="1822"/>
                  </a:lnTo>
                  <a:lnTo>
                    <a:pt x="152" y="1823"/>
                  </a:lnTo>
                  <a:lnTo>
                    <a:pt x="152" y="1823"/>
                  </a:lnTo>
                  <a:close/>
                  <a:moveTo>
                    <a:pt x="151" y="1685"/>
                  </a:moveTo>
                  <a:lnTo>
                    <a:pt x="79" y="1685"/>
                  </a:lnTo>
                  <a:lnTo>
                    <a:pt x="79" y="1620"/>
                  </a:lnTo>
                  <a:lnTo>
                    <a:pt x="149" y="1620"/>
                  </a:lnTo>
                  <a:lnTo>
                    <a:pt x="149" y="1620"/>
                  </a:lnTo>
                  <a:lnTo>
                    <a:pt x="158" y="1621"/>
                  </a:lnTo>
                  <a:lnTo>
                    <a:pt x="167" y="1622"/>
                  </a:lnTo>
                  <a:lnTo>
                    <a:pt x="173" y="1624"/>
                  </a:lnTo>
                  <a:lnTo>
                    <a:pt x="179" y="1628"/>
                  </a:lnTo>
                  <a:lnTo>
                    <a:pt x="183" y="1633"/>
                  </a:lnTo>
                  <a:lnTo>
                    <a:pt x="187" y="1639"/>
                  </a:lnTo>
                  <a:lnTo>
                    <a:pt x="188" y="1645"/>
                  </a:lnTo>
                  <a:lnTo>
                    <a:pt x="189" y="1653"/>
                  </a:lnTo>
                  <a:lnTo>
                    <a:pt x="189" y="1653"/>
                  </a:lnTo>
                  <a:lnTo>
                    <a:pt x="189" y="1659"/>
                  </a:lnTo>
                  <a:lnTo>
                    <a:pt x="188" y="1664"/>
                  </a:lnTo>
                  <a:lnTo>
                    <a:pt x="186" y="1670"/>
                  </a:lnTo>
                  <a:lnTo>
                    <a:pt x="182" y="1674"/>
                  </a:lnTo>
                  <a:lnTo>
                    <a:pt x="177" y="1679"/>
                  </a:lnTo>
                  <a:lnTo>
                    <a:pt x="170" y="1682"/>
                  </a:lnTo>
                  <a:lnTo>
                    <a:pt x="162" y="1684"/>
                  </a:lnTo>
                  <a:lnTo>
                    <a:pt x="151" y="1685"/>
                  </a:lnTo>
                  <a:lnTo>
                    <a:pt x="151" y="1685"/>
                  </a:lnTo>
                  <a:close/>
                  <a:moveTo>
                    <a:pt x="298" y="1778"/>
                  </a:moveTo>
                  <a:lnTo>
                    <a:pt x="298" y="1651"/>
                  </a:lnTo>
                  <a:lnTo>
                    <a:pt x="353" y="1651"/>
                  </a:lnTo>
                  <a:lnTo>
                    <a:pt x="353" y="1774"/>
                  </a:lnTo>
                  <a:lnTo>
                    <a:pt x="353" y="1774"/>
                  </a:lnTo>
                  <a:lnTo>
                    <a:pt x="353" y="1787"/>
                  </a:lnTo>
                  <a:lnTo>
                    <a:pt x="356" y="1799"/>
                  </a:lnTo>
                  <a:lnTo>
                    <a:pt x="359" y="1808"/>
                  </a:lnTo>
                  <a:lnTo>
                    <a:pt x="363" y="1815"/>
                  </a:lnTo>
                  <a:lnTo>
                    <a:pt x="369" y="1821"/>
                  </a:lnTo>
                  <a:lnTo>
                    <a:pt x="376" y="1825"/>
                  </a:lnTo>
                  <a:lnTo>
                    <a:pt x="385" y="1828"/>
                  </a:lnTo>
                  <a:lnTo>
                    <a:pt x="395" y="1829"/>
                  </a:lnTo>
                  <a:lnTo>
                    <a:pt x="395" y="1829"/>
                  </a:lnTo>
                  <a:lnTo>
                    <a:pt x="405" y="1828"/>
                  </a:lnTo>
                  <a:lnTo>
                    <a:pt x="412" y="1825"/>
                  </a:lnTo>
                  <a:lnTo>
                    <a:pt x="420" y="1821"/>
                  </a:lnTo>
                  <a:lnTo>
                    <a:pt x="426" y="1815"/>
                  </a:lnTo>
                  <a:lnTo>
                    <a:pt x="430" y="1808"/>
                  </a:lnTo>
                  <a:lnTo>
                    <a:pt x="433" y="1798"/>
                  </a:lnTo>
                  <a:lnTo>
                    <a:pt x="436" y="1787"/>
                  </a:lnTo>
                  <a:lnTo>
                    <a:pt x="436" y="1774"/>
                  </a:lnTo>
                  <a:lnTo>
                    <a:pt x="436" y="1651"/>
                  </a:lnTo>
                  <a:lnTo>
                    <a:pt x="491" y="1651"/>
                  </a:lnTo>
                  <a:lnTo>
                    <a:pt x="491" y="1874"/>
                  </a:lnTo>
                  <a:lnTo>
                    <a:pt x="436" y="1874"/>
                  </a:lnTo>
                  <a:lnTo>
                    <a:pt x="436" y="1857"/>
                  </a:lnTo>
                  <a:lnTo>
                    <a:pt x="436" y="1857"/>
                  </a:lnTo>
                  <a:lnTo>
                    <a:pt x="431" y="1862"/>
                  </a:lnTo>
                  <a:lnTo>
                    <a:pt x="425" y="1867"/>
                  </a:lnTo>
                  <a:lnTo>
                    <a:pt x="419" y="1871"/>
                  </a:lnTo>
                  <a:lnTo>
                    <a:pt x="412" y="1873"/>
                  </a:lnTo>
                  <a:lnTo>
                    <a:pt x="406" y="1877"/>
                  </a:lnTo>
                  <a:lnTo>
                    <a:pt x="398" y="1878"/>
                  </a:lnTo>
                  <a:lnTo>
                    <a:pt x="390" y="1879"/>
                  </a:lnTo>
                  <a:lnTo>
                    <a:pt x="382" y="1880"/>
                  </a:lnTo>
                  <a:lnTo>
                    <a:pt x="382" y="1880"/>
                  </a:lnTo>
                  <a:lnTo>
                    <a:pt x="369" y="1879"/>
                  </a:lnTo>
                  <a:lnTo>
                    <a:pt x="358" y="1877"/>
                  </a:lnTo>
                  <a:lnTo>
                    <a:pt x="348" y="1873"/>
                  </a:lnTo>
                  <a:lnTo>
                    <a:pt x="338" y="1869"/>
                  </a:lnTo>
                  <a:lnTo>
                    <a:pt x="330" y="1863"/>
                  </a:lnTo>
                  <a:lnTo>
                    <a:pt x="323" y="1858"/>
                  </a:lnTo>
                  <a:lnTo>
                    <a:pt x="318" y="1850"/>
                  </a:lnTo>
                  <a:lnTo>
                    <a:pt x="312" y="1842"/>
                  </a:lnTo>
                  <a:lnTo>
                    <a:pt x="309" y="1834"/>
                  </a:lnTo>
                  <a:lnTo>
                    <a:pt x="306" y="1827"/>
                  </a:lnTo>
                  <a:lnTo>
                    <a:pt x="301" y="1809"/>
                  </a:lnTo>
                  <a:lnTo>
                    <a:pt x="299" y="1792"/>
                  </a:lnTo>
                  <a:lnTo>
                    <a:pt x="298" y="1778"/>
                  </a:lnTo>
                  <a:lnTo>
                    <a:pt x="298" y="1778"/>
                  </a:lnTo>
                  <a:close/>
                  <a:moveTo>
                    <a:pt x="1143" y="1874"/>
                  </a:moveTo>
                  <a:lnTo>
                    <a:pt x="1087" y="1874"/>
                  </a:lnTo>
                  <a:lnTo>
                    <a:pt x="1087" y="1651"/>
                  </a:lnTo>
                  <a:lnTo>
                    <a:pt x="1143" y="1651"/>
                  </a:lnTo>
                  <a:lnTo>
                    <a:pt x="1143" y="1670"/>
                  </a:lnTo>
                  <a:lnTo>
                    <a:pt x="1143" y="1670"/>
                  </a:lnTo>
                  <a:lnTo>
                    <a:pt x="1148" y="1664"/>
                  </a:lnTo>
                  <a:lnTo>
                    <a:pt x="1154" y="1659"/>
                  </a:lnTo>
                  <a:lnTo>
                    <a:pt x="1160" y="1655"/>
                  </a:lnTo>
                  <a:lnTo>
                    <a:pt x="1167" y="1652"/>
                  </a:lnTo>
                  <a:lnTo>
                    <a:pt x="1175" y="1649"/>
                  </a:lnTo>
                  <a:lnTo>
                    <a:pt x="1182" y="1648"/>
                  </a:lnTo>
                  <a:lnTo>
                    <a:pt x="1190" y="1646"/>
                  </a:lnTo>
                  <a:lnTo>
                    <a:pt x="1198" y="1645"/>
                  </a:lnTo>
                  <a:lnTo>
                    <a:pt x="1198" y="1645"/>
                  </a:lnTo>
                  <a:lnTo>
                    <a:pt x="1208" y="1646"/>
                  </a:lnTo>
                  <a:lnTo>
                    <a:pt x="1217" y="1648"/>
                  </a:lnTo>
                  <a:lnTo>
                    <a:pt x="1226" y="1650"/>
                  </a:lnTo>
                  <a:lnTo>
                    <a:pt x="1234" y="1652"/>
                  </a:lnTo>
                  <a:lnTo>
                    <a:pt x="1242" y="1655"/>
                  </a:lnTo>
                  <a:lnTo>
                    <a:pt x="1248" y="1661"/>
                  </a:lnTo>
                  <a:lnTo>
                    <a:pt x="1254" y="1665"/>
                  </a:lnTo>
                  <a:lnTo>
                    <a:pt x="1259" y="1672"/>
                  </a:lnTo>
                  <a:lnTo>
                    <a:pt x="1265" y="1679"/>
                  </a:lnTo>
                  <a:lnTo>
                    <a:pt x="1268" y="1686"/>
                  </a:lnTo>
                  <a:lnTo>
                    <a:pt x="1273" y="1694"/>
                  </a:lnTo>
                  <a:lnTo>
                    <a:pt x="1275" y="1703"/>
                  </a:lnTo>
                  <a:lnTo>
                    <a:pt x="1277" y="1713"/>
                  </a:lnTo>
                  <a:lnTo>
                    <a:pt x="1279" y="1724"/>
                  </a:lnTo>
                  <a:lnTo>
                    <a:pt x="1280" y="1735"/>
                  </a:lnTo>
                  <a:lnTo>
                    <a:pt x="1280" y="1748"/>
                  </a:lnTo>
                  <a:lnTo>
                    <a:pt x="1280" y="1874"/>
                  </a:lnTo>
                  <a:lnTo>
                    <a:pt x="1225" y="1874"/>
                  </a:lnTo>
                  <a:lnTo>
                    <a:pt x="1225" y="1751"/>
                  </a:lnTo>
                  <a:lnTo>
                    <a:pt x="1225" y="1751"/>
                  </a:lnTo>
                  <a:lnTo>
                    <a:pt x="1225" y="1738"/>
                  </a:lnTo>
                  <a:lnTo>
                    <a:pt x="1223" y="1727"/>
                  </a:lnTo>
                  <a:lnTo>
                    <a:pt x="1219" y="1718"/>
                  </a:lnTo>
                  <a:lnTo>
                    <a:pt x="1215" y="1710"/>
                  </a:lnTo>
                  <a:lnTo>
                    <a:pt x="1209" y="1704"/>
                  </a:lnTo>
                  <a:lnTo>
                    <a:pt x="1203" y="1700"/>
                  </a:lnTo>
                  <a:lnTo>
                    <a:pt x="1195" y="1698"/>
                  </a:lnTo>
                  <a:lnTo>
                    <a:pt x="1185" y="1696"/>
                  </a:lnTo>
                  <a:lnTo>
                    <a:pt x="1185" y="1696"/>
                  </a:lnTo>
                  <a:lnTo>
                    <a:pt x="1175" y="1698"/>
                  </a:lnTo>
                  <a:lnTo>
                    <a:pt x="1166" y="1700"/>
                  </a:lnTo>
                  <a:lnTo>
                    <a:pt x="1159" y="1704"/>
                  </a:lnTo>
                  <a:lnTo>
                    <a:pt x="1154" y="1710"/>
                  </a:lnTo>
                  <a:lnTo>
                    <a:pt x="1148" y="1718"/>
                  </a:lnTo>
                  <a:lnTo>
                    <a:pt x="1145" y="1728"/>
                  </a:lnTo>
                  <a:lnTo>
                    <a:pt x="1143" y="1739"/>
                  </a:lnTo>
                  <a:lnTo>
                    <a:pt x="1143" y="1751"/>
                  </a:lnTo>
                  <a:lnTo>
                    <a:pt x="1143" y="1874"/>
                  </a:lnTo>
                  <a:close/>
                  <a:moveTo>
                    <a:pt x="597" y="1755"/>
                  </a:moveTo>
                  <a:lnTo>
                    <a:pt x="597" y="1874"/>
                  </a:lnTo>
                  <a:lnTo>
                    <a:pt x="541" y="1874"/>
                  </a:lnTo>
                  <a:lnTo>
                    <a:pt x="541" y="1651"/>
                  </a:lnTo>
                  <a:lnTo>
                    <a:pt x="597" y="1651"/>
                  </a:lnTo>
                  <a:lnTo>
                    <a:pt x="597" y="1755"/>
                  </a:lnTo>
                  <a:close/>
                  <a:moveTo>
                    <a:pt x="646" y="1585"/>
                  </a:moveTo>
                  <a:lnTo>
                    <a:pt x="701" y="1558"/>
                  </a:lnTo>
                  <a:lnTo>
                    <a:pt x="701" y="1760"/>
                  </a:lnTo>
                  <a:lnTo>
                    <a:pt x="701" y="1874"/>
                  </a:lnTo>
                  <a:lnTo>
                    <a:pt x="646" y="1874"/>
                  </a:lnTo>
                  <a:lnTo>
                    <a:pt x="646" y="1585"/>
                  </a:lnTo>
                  <a:close/>
                  <a:moveTo>
                    <a:pt x="877" y="1666"/>
                  </a:moveTo>
                  <a:lnTo>
                    <a:pt x="877" y="1666"/>
                  </a:lnTo>
                  <a:lnTo>
                    <a:pt x="873" y="1661"/>
                  </a:lnTo>
                  <a:lnTo>
                    <a:pt x="867" y="1658"/>
                  </a:lnTo>
                  <a:lnTo>
                    <a:pt x="860" y="1653"/>
                  </a:lnTo>
                  <a:lnTo>
                    <a:pt x="855" y="1651"/>
                  </a:lnTo>
                  <a:lnTo>
                    <a:pt x="848" y="1649"/>
                  </a:lnTo>
                  <a:lnTo>
                    <a:pt x="841" y="1646"/>
                  </a:lnTo>
                  <a:lnTo>
                    <a:pt x="828" y="1645"/>
                  </a:lnTo>
                  <a:lnTo>
                    <a:pt x="828" y="1645"/>
                  </a:lnTo>
                  <a:lnTo>
                    <a:pt x="818" y="1646"/>
                  </a:lnTo>
                  <a:lnTo>
                    <a:pt x="808" y="1648"/>
                  </a:lnTo>
                  <a:lnTo>
                    <a:pt x="799" y="1650"/>
                  </a:lnTo>
                  <a:lnTo>
                    <a:pt x="791" y="1653"/>
                  </a:lnTo>
                  <a:lnTo>
                    <a:pt x="784" y="1658"/>
                  </a:lnTo>
                  <a:lnTo>
                    <a:pt x="776" y="1663"/>
                  </a:lnTo>
                  <a:lnTo>
                    <a:pt x="769" y="1670"/>
                  </a:lnTo>
                  <a:lnTo>
                    <a:pt x="764" y="1676"/>
                  </a:lnTo>
                  <a:lnTo>
                    <a:pt x="758" y="1684"/>
                  </a:lnTo>
                  <a:lnTo>
                    <a:pt x="754" y="1693"/>
                  </a:lnTo>
                  <a:lnTo>
                    <a:pt x="749" y="1702"/>
                  </a:lnTo>
                  <a:lnTo>
                    <a:pt x="746" y="1712"/>
                  </a:lnTo>
                  <a:lnTo>
                    <a:pt x="744" y="1723"/>
                  </a:lnTo>
                  <a:lnTo>
                    <a:pt x="741" y="1735"/>
                  </a:lnTo>
                  <a:lnTo>
                    <a:pt x="740" y="1748"/>
                  </a:lnTo>
                  <a:lnTo>
                    <a:pt x="740" y="1760"/>
                  </a:lnTo>
                  <a:lnTo>
                    <a:pt x="740" y="1760"/>
                  </a:lnTo>
                  <a:lnTo>
                    <a:pt x="740" y="1774"/>
                  </a:lnTo>
                  <a:lnTo>
                    <a:pt x="741" y="1787"/>
                  </a:lnTo>
                  <a:lnTo>
                    <a:pt x="744" y="1799"/>
                  </a:lnTo>
                  <a:lnTo>
                    <a:pt x="746" y="1810"/>
                  </a:lnTo>
                  <a:lnTo>
                    <a:pt x="749" y="1821"/>
                  </a:lnTo>
                  <a:lnTo>
                    <a:pt x="752" y="1831"/>
                  </a:lnTo>
                  <a:lnTo>
                    <a:pt x="757" y="1840"/>
                  </a:lnTo>
                  <a:lnTo>
                    <a:pt x="762" y="1848"/>
                  </a:lnTo>
                  <a:lnTo>
                    <a:pt x="769" y="1856"/>
                  </a:lnTo>
                  <a:lnTo>
                    <a:pt x="775" y="1861"/>
                  </a:lnTo>
                  <a:lnTo>
                    <a:pt x="783" y="1867"/>
                  </a:lnTo>
                  <a:lnTo>
                    <a:pt x="790" y="1871"/>
                  </a:lnTo>
                  <a:lnTo>
                    <a:pt x="798" y="1874"/>
                  </a:lnTo>
                  <a:lnTo>
                    <a:pt x="807" y="1878"/>
                  </a:lnTo>
                  <a:lnTo>
                    <a:pt x="817" y="1879"/>
                  </a:lnTo>
                  <a:lnTo>
                    <a:pt x="827" y="1880"/>
                  </a:lnTo>
                  <a:lnTo>
                    <a:pt x="827" y="1880"/>
                  </a:lnTo>
                  <a:lnTo>
                    <a:pt x="834" y="1879"/>
                  </a:lnTo>
                  <a:lnTo>
                    <a:pt x="840" y="1878"/>
                  </a:lnTo>
                  <a:lnTo>
                    <a:pt x="847" y="1877"/>
                  </a:lnTo>
                  <a:lnTo>
                    <a:pt x="854" y="1874"/>
                  </a:lnTo>
                  <a:lnTo>
                    <a:pt x="859" y="1871"/>
                  </a:lnTo>
                  <a:lnTo>
                    <a:pt x="866" y="1868"/>
                  </a:lnTo>
                  <a:lnTo>
                    <a:pt x="871" y="1863"/>
                  </a:lnTo>
                  <a:lnTo>
                    <a:pt x="877" y="1858"/>
                  </a:lnTo>
                  <a:lnTo>
                    <a:pt x="877" y="1874"/>
                  </a:lnTo>
                  <a:lnTo>
                    <a:pt x="933" y="1874"/>
                  </a:lnTo>
                  <a:lnTo>
                    <a:pt x="933" y="1558"/>
                  </a:lnTo>
                  <a:lnTo>
                    <a:pt x="877" y="1585"/>
                  </a:lnTo>
                  <a:lnTo>
                    <a:pt x="877" y="1666"/>
                  </a:lnTo>
                  <a:close/>
                  <a:moveTo>
                    <a:pt x="838" y="1829"/>
                  </a:moveTo>
                  <a:lnTo>
                    <a:pt x="838" y="1829"/>
                  </a:lnTo>
                  <a:lnTo>
                    <a:pt x="831" y="1828"/>
                  </a:lnTo>
                  <a:lnTo>
                    <a:pt x="824" y="1825"/>
                  </a:lnTo>
                  <a:lnTo>
                    <a:pt x="817" y="1822"/>
                  </a:lnTo>
                  <a:lnTo>
                    <a:pt x="810" y="1815"/>
                  </a:lnTo>
                  <a:lnTo>
                    <a:pt x="805" y="1807"/>
                  </a:lnTo>
                  <a:lnTo>
                    <a:pt x="800" y="1794"/>
                  </a:lnTo>
                  <a:lnTo>
                    <a:pt x="797" y="1779"/>
                  </a:lnTo>
                  <a:lnTo>
                    <a:pt x="796" y="1759"/>
                  </a:lnTo>
                  <a:lnTo>
                    <a:pt x="796" y="1759"/>
                  </a:lnTo>
                  <a:lnTo>
                    <a:pt x="797" y="1741"/>
                  </a:lnTo>
                  <a:lnTo>
                    <a:pt x="800" y="1728"/>
                  </a:lnTo>
                  <a:lnTo>
                    <a:pt x="805" y="1717"/>
                  </a:lnTo>
                  <a:lnTo>
                    <a:pt x="810" y="1709"/>
                  </a:lnTo>
                  <a:lnTo>
                    <a:pt x="816" y="1702"/>
                  </a:lnTo>
                  <a:lnTo>
                    <a:pt x="824" y="1699"/>
                  </a:lnTo>
                  <a:lnTo>
                    <a:pt x="830" y="1696"/>
                  </a:lnTo>
                  <a:lnTo>
                    <a:pt x="838" y="1696"/>
                  </a:lnTo>
                  <a:lnTo>
                    <a:pt x="838" y="1696"/>
                  </a:lnTo>
                  <a:lnTo>
                    <a:pt x="845" y="1696"/>
                  </a:lnTo>
                  <a:lnTo>
                    <a:pt x="851" y="1699"/>
                  </a:lnTo>
                  <a:lnTo>
                    <a:pt x="858" y="1701"/>
                  </a:lnTo>
                  <a:lnTo>
                    <a:pt x="863" y="1704"/>
                  </a:lnTo>
                  <a:lnTo>
                    <a:pt x="867" y="1708"/>
                  </a:lnTo>
                  <a:lnTo>
                    <a:pt x="871" y="1711"/>
                  </a:lnTo>
                  <a:lnTo>
                    <a:pt x="877" y="1719"/>
                  </a:lnTo>
                  <a:lnTo>
                    <a:pt x="877" y="1807"/>
                  </a:lnTo>
                  <a:lnTo>
                    <a:pt x="877" y="1807"/>
                  </a:lnTo>
                  <a:lnTo>
                    <a:pt x="870" y="1814"/>
                  </a:lnTo>
                  <a:lnTo>
                    <a:pt x="863" y="1821"/>
                  </a:lnTo>
                  <a:lnTo>
                    <a:pt x="858" y="1824"/>
                  </a:lnTo>
                  <a:lnTo>
                    <a:pt x="851" y="1827"/>
                  </a:lnTo>
                  <a:lnTo>
                    <a:pt x="846" y="1828"/>
                  </a:lnTo>
                  <a:lnTo>
                    <a:pt x="838" y="1829"/>
                  </a:lnTo>
                  <a:lnTo>
                    <a:pt x="838" y="1829"/>
                  </a:lnTo>
                  <a:close/>
                  <a:moveTo>
                    <a:pt x="2084" y="1645"/>
                  </a:moveTo>
                  <a:lnTo>
                    <a:pt x="2084" y="1645"/>
                  </a:lnTo>
                  <a:lnTo>
                    <a:pt x="2079" y="1646"/>
                  </a:lnTo>
                  <a:lnTo>
                    <a:pt x="2072" y="1648"/>
                  </a:lnTo>
                  <a:lnTo>
                    <a:pt x="2059" y="1651"/>
                  </a:lnTo>
                  <a:lnTo>
                    <a:pt x="2046" y="1658"/>
                  </a:lnTo>
                  <a:lnTo>
                    <a:pt x="2035" y="1666"/>
                  </a:lnTo>
                  <a:lnTo>
                    <a:pt x="2035" y="1563"/>
                  </a:lnTo>
                  <a:lnTo>
                    <a:pt x="1980" y="1591"/>
                  </a:lnTo>
                  <a:lnTo>
                    <a:pt x="1980" y="1874"/>
                  </a:lnTo>
                  <a:lnTo>
                    <a:pt x="2035" y="1874"/>
                  </a:lnTo>
                  <a:lnTo>
                    <a:pt x="2035" y="1858"/>
                  </a:lnTo>
                  <a:lnTo>
                    <a:pt x="2035" y="1858"/>
                  </a:lnTo>
                  <a:lnTo>
                    <a:pt x="2040" y="1863"/>
                  </a:lnTo>
                  <a:lnTo>
                    <a:pt x="2046" y="1868"/>
                  </a:lnTo>
                  <a:lnTo>
                    <a:pt x="2052" y="1871"/>
                  </a:lnTo>
                  <a:lnTo>
                    <a:pt x="2059" y="1874"/>
                  </a:lnTo>
                  <a:lnTo>
                    <a:pt x="2064" y="1877"/>
                  </a:lnTo>
                  <a:lnTo>
                    <a:pt x="2072" y="1878"/>
                  </a:lnTo>
                  <a:lnTo>
                    <a:pt x="2079" y="1879"/>
                  </a:lnTo>
                  <a:lnTo>
                    <a:pt x="2085" y="1880"/>
                  </a:lnTo>
                  <a:lnTo>
                    <a:pt x="2085" y="1880"/>
                  </a:lnTo>
                  <a:lnTo>
                    <a:pt x="2095" y="1879"/>
                  </a:lnTo>
                  <a:lnTo>
                    <a:pt x="2105" y="1878"/>
                  </a:lnTo>
                  <a:lnTo>
                    <a:pt x="2114" y="1876"/>
                  </a:lnTo>
                  <a:lnTo>
                    <a:pt x="2123" y="1871"/>
                  </a:lnTo>
                  <a:lnTo>
                    <a:pt x="2131" y="1867"/>
                  </a:lnTo>
                  <a:lnTo>
                    <a:pt x="2137" y="1862"/>
                  </a:lnTo>
                  <a:lnTo>
                    <a:pt x="2144" y="1856"/>
                  </a:lnTo>
                  <a:lnTo>
                    <a:pt x="2150" y="1849"/>
                  </a:lnTo>
                  <a:lnTo>
                    <a:pt x="2155" y="1840"/>
                  </a:lnTo>
                  <a:lnTo>
                    <a:pt x="2160" y="1831"/>
                  </a:lnTo>
                  <a:lnTo>
                    <a:pt x="2163" y="1821"/>
                  </a:lnTo>
                  <a:lnTo>
                    <a:pt x="2166" y="1811"/>
                  </a:lnTo>
                  <a:lnTo>
                    <a:pt x="2170" y="1800"/>
                  </a:lnTo>
                  <a:lnTo>
                    <a:pt x="2171" y="1788"/>
                  </a:lnTo>
                  <a:lnTo>
                    <a:pt x="2172" y="1774"/>
                  </a:lnTo>
                  <a:lnTo>
                    <a:pt x="2173" y="1760"/>
                  </a:lnTo>
                  <a:lnTo>
                    <a:pt x="2173" y="1760"/>
                  </a:lnTo>
                  <a:lnTo>
                    <a:pt x="2172" y="1748"/>
                  </a:lnTo>
                  <a:lnTo>
                    <a:pt x="2171" y="1735"/>
                  </a:lnTo>
                  <a:lnTo>
                    <a:pt x="2169" y="1723"/>
                  </a:lnTo>
                  <a:lnTo>
                    <a:pt x="2166" y="1712"/>
                  </a:lnTo>
                  <a:lnTo>
                    <a:pt x="2163" y="1702"/>
                  </a:lnTo>
                  <a:lnTo>
                    <a:pt x="2159" y="1693"/>
                  </a:lnTo>
                  <a:lnTo>
                    <a:pt x="2154" y="1684"/>
                  </a:lnTo>
                  <a:lnTo>
                    <a:pt x="2149" y="1676"/>
                  </a:lnTo>
                  <a:lnTo>
                    <a:pt x="2143" y="1670"/>
                  </a:lnTo>
                  <a:lnTo>
                    <a:pt x="2136" y="1663"/>
                  </a:lnTo>
                  <a:lnTo>
                    <a:pt x="2129" y="1658"/>
                  </a:lnTo>
                  <a:lnTo>
                    <a:pt x="2121" y="1653"/>
                  </a:lnTo>
                  <a:lnTo>
                    <a:pt x="2113" y="1650"/>
                  </a:lnTo>
                  <a:lnTo>
                    <a:pt x="2104" y="1648"/>
                  </a:lnTo>
                  <a:lnTo>
                    <a:pt x="2094" y="1646"/>
                  </a:lnTo>
                  <a:lnTo>
                    <a:pt x="2084" y="1645"/>
                  </a:lnTo>
                  <a:lnTo>
                    <a:pt x="2084" y="1645"/>
                  </a:lnTo>
                  <a:close/>
                  <a:moveTo>
                    <a:pt x="2074" y="1696"/>
                  </a:moveTo>
                  <a:lnTo>
                    <a:pt x="2074" y="1696"/>
                  </a:lnTo>
                  <a:lnTo>
                    <a:pt x="2082" y="1698"/>
                  </a:lnTo>
                  <a:lnTo>
                    <a:pt x="2090" y="1700"/>
                  </a:lnTo>
                  <a:lnTo>
                    <a:pt x="2096" y="1704"/>
                  </a:lnTo>
                  <a:lnTo>
                    <a:pt x="2103" y="1711"/>
                  </a:lnTo>
                  <a:lnTo>
                    <a:pt x="2109" y="1719"/>
                  </a:lnTo>
                  <a:lnTo>
                    <a:pt x="2112" y="1730"/>
                  </a:lnTo>
                  <a:lnTo>
                    <a:pt x="2115" y="1743"/>
                  </a:lnTo>
                  <a:lnTo>
                    <a:pt x="2116" y="1759"/>
                  </a:lnTo>
                  <a:lnTo>
                    <a:pt x="2116" y="1759"/>
                  </a:lnTo>
                  <a:lnTo>
                    <a:pt x="2115" y="1775"/>
                  </a:lnTo>
                  <a:lnTo>
                    <a:pt x="2113" y="1790"/>
                  </a:lnTo>
                  <a:lnTo>
                    <a:pt x="2111" y="1801"/>
                  </a:lnTo>
                  <a:lnTo>
                    <a:pt x="2106" y="1811"/>
                  </a:lnTo>
                  <a:lnTo>
                    <a:pt x="2100" y="1819"/>
                  </a:lnTo>
                  <a:lnTo>
                    <a:pt x="2093" y="1824"/>
                  </a:lnTo>
                  <a:lnTo>
                    <a:pt x="2085" y="1828"/>
                  </a:lnTo>
                  <a:lnTo>
                    <a:pt x="2075" y="1829"/>
                  </a:lnTo>
                  <a:lnTo>
                    <a:pt x="2075" y="1829"/>
                  </a:lnTo>
                  <a:lnTo>
                    <a:pt x="2067" y="1828"/>
                  </a:lnTo>
                  <a:lnTo>
                    <a:pt x="2061" y="1827"/>
                  </a:lnTo>
                  <a:lnTo>
                    <a:pt x="2055" y="1823"/>
                  </a:lnTo>
                  <a:lnTo>
                    <a:pt x="2050" y="1821"/>
                  </a:lnTo>
                  <a:lnTo>
                    <a:pt x="2041" y="1813"/>
                  </a:lnTo>
                  <a:lnTo>
                    <a:pt x="2035" y="1808"/>
                  </a:lnTo>
                  <a:lnTo>
                    <a:pt x="2035" y="1719"/>
                  </a:lnTo>
                  <a:lnTo>
                    <a:pt x="2035" y="1719"/>
                  </a:lnTo>
                  <a:lnTo>
                    <a:pt x="2039" y="1714"/>
                  </a:lnTo>
                  <a:lnTo>
                    <a:pt x="2043" y="1710"/>
                  </a:lnTo>
                  <a:lnTo>
                    <a:pt x="2047" y="1705"/>
                  </a:lnTo>
                  <a:lnTo>
                    <a:pt x="2052" y="1702"/>
                  </a:lnTo>
                  <a:lnTo>
                    <a:pt x="2057" y="1700"/>
                  </a:lnTo>
                  <a:lnTo>
                    <a:pt x="2063" y="1698"/>
                  </a:lnTo>
                  <a:lnTo>
                    <a:pt x="2069" y="1696"/>
                  </a:lnTo>
                  <a:lnTo>
                    <a:pt x="2074" y="1696"/>
                  </a:lnTo>
                  <a:lnTo>
                    <a:pt x="2074" y="1696"/>
                  </a:lnTo>
                  <a:close/>
                  <a:moveTo>
                    <a:pt x="1455" y="1666"/>
                  </a:moveTo>
                  <a:lnTo>
                    <a:pt x="1455" y="1666"/>
                  </a:lnTo>
                  <a:lnTo>
                    <a:pt x="1451" y="1662"/>
                  </a:lnTo>
                  <a:lnTo>
                    <a:pt x="1445" y="1658"/>
                  </a:lnTo>
                  <a:lnTo>
                    <a:pt x="1438" y="1654"/>
                  </a:lnTo>
                  <a:lnTo>
                    <a:pt x="1433" y="1651"/>
                  </a:lnTo>
                  <a:lnTo>
                    <a:pt x="1426" y="1649"/>
                  </a:lnTo>
                  <a:lnTo>
                    <a:pt x="1419" y="1646"/>
                  </a:lnTo>
                  <a:lnTo>
                    <a:pt x="1413" y="1646"/>
                  </a:lnTo>
                  <a:lnTo>
                    <a:pt x="1406" y="1645"/>
                  </a:lnTo>
                  <a:lnTo>
                    <a:pt x="1406" y="1645"/>
                  </a:lnTo>
                  <a:lnTo>
                    <a:pt x="1396" y="1646"/>
                  </a:lnTo>
                  <a:lnTo>
                    <a:pt x="1386" y="1648"/>
                  </a:lnTo>
                  <a:lnTo>
                    <a:pt x="1377" y="1650"/>
                  </a:lnTo>
                  <a:lnTo>
                    <a:pt x="1369" y="1653"/>
                  </a:lnTo>
                  <a:lnTo>
                    <a:pt x="1362" y="1658"/>
                  </a:lnTo>
                  <a:lnTo>
                    <a:pt x="1354" y="1663"/>
                  </a:lnTo>
                  <a:lnTo>
                    <a:pt x="1347" y="1670"/>
                  </a:lnTo>
                  <a:lnTo>
                    <a:pt x="1342" y="1676"/>
                  </a:lnTo>
                  <a:lnTo>
                    <a:pt x="1336" y="1684"/>
                  </a:lnTo>
                  <a:lnTo>
                    <a:pt x="1332" y="1693"/>
                  </a:lnTo>
                  <a:lnTo>
                    <a:pt x="1327" y="1702"/>
                  </a:lnTo>
                  <a:lnTo>
                    <a:pt x="1324" y="1712"/>
                  </a:lnTo>
                  <a:lnTo>
                    <a:pt x="1322" y="1723"/>
                  </a:lnTo>
                  <a:lnTo>
                    <a:pt x="1319" y="1735"/>
                  </a:lnTo>
                  <a:lnTo>
                    <a:pt x="1318" y="1748"/>
                  </a:lnTo>
                  <a:lnTo>
                    <a:pt x="1318" y="1760"/>
                  </a:lnTo>
                  <a:lnTo>
                    <a:pt x="1318" y="1760"/>
                  </a:lnTo>
                  <a:lnTo>
                    <a:pt x="1318" y="1774"/>
                  </a:lnTo>
                  <a:lnTo>
                    <a:pt x="1319" y="1787"/>
                  </a:lnTo>
                  <a:lnTo>
                    <a:pt x="1322" y="1799"/>
                  </a:lnTo>
                  <a:lnTo>
                    <a:pt x="1324" y="1810"/>
                  </a:lnTo>
                  <a:lnTo>
                    <a:pt x="1327" y="1821"/>
                  </a:lnTo>
                  <a:lnTo>
                    <a:pt x="1330" y="1831"/>
                  </a:lnTo>
                  <a:lnTo>
                    <a:pt x="1336" y="1840"/>
                  </a:lnTo>
                  <a:lnTo>
                    <a:pt x="1340" y="1848"/>
                  </a:lnTo>
                  <a:lnTo>
                    <a:pt x="1347" y="1856"/>
                  </a:lnTo>
                  <a:lnTo>
                    <a:pt x="1353" y="1861"/>
                  </a:lnTo>
                  <a:lnTo>
                    <a:pt x="1360" y="1867"/>
                  </a:lnTo>
                  <a:lnTo>
                    <a:pt x="1368" y="1871"/>
                  </a:lnTo>
                  <a:lnTo>
                    <a:pt x="1376" y="1874"/>
                  </a:lnTo>
                  <a:lnTo>
                    <a:pt x="1385" y="1878"/>
                  </a:lnTo>
                  <a:lnTo>
                    <a:pt x="1395" y="1879"/>
                  </a:lnTo>
                  <a:lnTo>
                    <a:pt x="1405" y="1879"/>
                  </a:lnTo>
                  <a:lnTo>
                    <a:pt x="1405" y="1879"/>
                  </a:lnTo>
                  <a:lnTo>
                    <a:pt x="1412" y="1879"/>
                  </a:lnTo>
                  <a:lnTo>
                    <a:pt x="1418" y="1878"/>
                  </a:lnTo>
                  <a:lnTo>
                    <a:pt x="1425" y="1877"/>
                  </a:lnTo>
                  <a:lnTo>
                    <a:pt x="1432" y="1874"/>
                  </a:lnTo>
                  <a:lnTo>
                    <a:pt x="1438" y="1871"/>
                  </a:lnTo>
                  <a:lnTo>
                    <a:pt x="1444" y="1867"/>
                  </a:lnTo>
                  <a:lnTo>
                    <a:pt x="1449" y="1863"/>
                  </a:lnTo>
                  <a:lnTo>
                    <a:pt x="1455" y="1858"/>
                  </a:lnTo>
                  <a:lnTo>
                    <a:pt x="1455" y="1863"/>
                  </a:lnTo>
                  <a:lnTo>
                    <a:pt x="1455" y="1863"/>
                  </a:lnTo>
                  <a:lnTo>
                    <a:pt x="1455" y="1872"/>
                  </a:lnTo>
                  <a:lnTo>
                    <a:pt x="1454" y="1882"/>
                  </a:lnTo>
                  <a:lnTo>
                    <a:pt x="1452" y="1892"/>
                  </a:lnTo>
                  <a:lnTo>
                    <a:pt x="1449" y="1897"/>
                  </a:lnTo>
                  <a:lnTo>
                    <a:pt x="1446" y="1901"/>
                  </a:lnTo>
                  <a:lnTo>
                    <a:pt x="1443" y="1906"/>
                  </a:lnTo>
                  <a:lnTo>
                    <a:pt x="1438" y="1910"/>
                  </a:lnTo>
                  <a:lnTo>
                    <a:pt x="1432" y="1913"/>
                  </a:lnTo>
                  <a:lnTo>
                    <a:pt x="1425" y="1916"/>
                  </a:lnTo>
                  <a:lnTo>
                    <a:pt x="1417" y="1919"/>
                  </a:lnTo>
                  <a:lnTo>
                    <a:pt x="1407" y="1920"/>
                  </a:lnTo>
                  <a:lnTo>
                    <a:pt x="1396" y="1922"/>
                  </a:lnTo>
                  <a:lnTo>
                    <a:pt x="1384" y="1922"/>
                  </a:lnTo>
                  <a:lnTo>
                    <a:pt x="1382" y="1922"/>
                  </a:lnTo>
                  <a:lnTo>
                    <a:pt x="1401" y="1966"/>
                  </a:lnTo>
                  <a:lnTo>
                    <a:pt x="1402" y="1966"/>
                  </a:lnTo>
                  <a:lnTo>
                    <a:pt x="1402" y="1966"/>
                  </a:lnTo>
                  <a:lnTo>
                    <a:pt x="1415" y="1966"/>
                  </a:lnTo>
                  <a:lnTo>
                    <a:pt x="1427" y="1963"/>
                  </a:lnTo>
                  <a:lnTo>
                    <a:pt x="1439" y="1961"/>
                  </a:lnTo>
                  <a:lnTo>
                    <a:pt x="1449" y="1958"/>
                  </a:lnTo>
                  <a:lnTo>
                    <a:pt x="1459" y="1954"/>
                  </a:lnTo>
                  <a:lnTo>
                    <a:pt x="1468" y="1950"/>
                  </a:lnTo>
                  <a:lnTo>
                    <a:pt x="1476" y="1943"/>
                  </a:lnTo>
                  <a:lnTo>
                    <a:pt x="1484" y="1938"/>
                  </a:lnTo>
                  <a:lnTo>
                    <a:pt x="1491" y="1930"/>
                  </a:lnTo>
                  <a:lnTo>
                    <a:pt x="1495" y="1921"/>
                  </a:lnTo>
                  <a:lnTo>
                    <a:pt x="1501" y="1912"/>
                  </a:lnTo>
                  <a:lnTo>
                    <a:pt x="1504" y="1902"/>
                  </a:lnTo>
                  <a:lnTo>
                    <a:pt x="1507" y="1891"/>
                  </a:lnTo>
                  <a:lnTo>
                    <a:pt x="1509" y="1880"/>
                  </a:lnTo>
                  <a:lnTo>
                    <a:pt x="1511" y="1868"/>
                  </a:lnTo>
                  <a:lnTo>
                    <a:pt x="1511" y="1853"/>
                  </a:lnTo>
                  <a:lnTo>
                    <a:pt x="1511" y="1651"/>
                  </a:lnTo>
                  <a:lnTo>
                    <a:pt x="1455" y="1651"/>
                  </a:lnTo>
                  <a:lnTo>
                    <a:pt x="1455" y="1666"/>
                  </a:lnTo>
                  <a:close/>
                  <a:moveTo>
                    <a:pt x="1455" y="1719"/>
                  </a:moveTo>
                  <a:lnTo>
                    <a:pt x="1455" y="1807"/>
                  </a:lnTo>
                  <a:lnTo>
                    <a:pt x="1455" y="1807"/>
                  </a:lnTo>
                  <a:lnTo>
                    <a:pt x="1448" y="1814"/>
                  </a:lnTo>
                  <a:lnTo>
                    <a:pt x="1439" y="1822"/>
                  </a:lnTo>
                  <a:lnTo>
                    <a:pt x="1435" y="1824"/>
                  </a:lnTo>
                  <a:lnTo>
                    <a:pt x="1429" y="1827"/>
                  </a:lnTo>
                  <a:lnTo>
                    <a:pt x="1423" y="1828"/>
                  </a:lnTo>
                  <a:lnTo>
                    <a:pt x="1416" y="1829"/>
                  </a:lnTo>
                  <a:lnTo>
                    <a:pt x="1416" y="1829"/>
                  </a:lnTo>
                  <a:lnTo>
                    <a:pt x="1408" y="1828"/>
                  </a:lnTo>
                  <a:lnTo>
                    <a:pt x="1402" y="1825"/>
                  </a:lnTo>
                  <a:lnTo>
                    <a:pt x="1394" y="1821"/>
                  </a:lnTo>
                  <a:lnTo>
                    <a:pt x="1388" y="1815"/>
                  </a:lnTo>
                  <a:lnTo>
                    <a:pt x="1383" y="1807"/>
                  </a:lnTo>
                  <a:lnTo>
                    <a:pt x="1378" y="1794"/>
                  </a:lnTo>
                  <a:lnTo>
                    <a:pt x="1375" y="1779"/>
                  </a:lnTo>
                  <a:lnTo>
                    <a:pt x="1374" y="1759"/>
                  </a:lnTo>
                  <a:lnTo>
                    <a:pt x="1374" y="1759"/>
                  </a:lnTo>
                  <a:lnTo>
                    <a:pt x="1375" y="1741"/>
                  </a:lnTo>
                  <a:lnTo>
                    <a:pt x="1378" y="1728"/>
                  </a:lnTo>
                  <a:lnTo>
                    <a:pt x="1383" y="1717"/>
                  </a:lnTo>
                  <a:lnTo>
                    <a:pt x="1388" y="1709"/>
                  </a:lnTo>
                  <a:lnTo>
                    <a:pt x="1394" y="1702"/>
                  </a:lnTo>
                  <a:lnTo>
                    <a:pt x="1402" y="1699"/>
                  </a:lnTo>
                  <a:lnTo>
                    <a:pt x="1408" y="1696"/>
                  </a:lnTo>
                  <a:lnTo>
                    <a:pt x="1416" y="1696"/>
                  </a:lnTo>
                  <a:lnTo>
                    <a:pt x="1416" y="1696"/>
                  </a:lnTo>
                  <a:lnTo>
                    <a:pt x="1423" y="1696"/>
                  </a:lnTo>
                  <a:lnTo>
                    <a:pt x="1429" y="1699"/>
                  </a:lnTo>
                  <a:lnTo>
                    <a:pt x="1436" y="1701"/>
                  </a:lnTo>
                  <a:lnTo>
                    <a:pt x="1441" y="1703"/>
                  </a:lnTo>
                  <a:lnTo>
                    <a:pt x="1445" y="1708"/>
                  </a:lnTo>
                  <a:lnTo>
                    <a:pt x="1449" y="1711"/>
                  </a:lnTo>
                  <a:lnTo>
                    <a:pt x="1455" y="1719"/>
                  </a:lnTo>
                  <a:lnTo>
                    <a:pt x="1455" y="1719"/>
                  </a:lnTo>
                  <a:close/>
                  <a:moveTo>
                    <a:pt x="1683" y="1705"/>
                  </a:moveTo>
                  <a:lnTo>
                    <a:pt x="1683" y="1705"/>
                  </a:lnTo>
                  <a:lnTo>
                    <a:pt x="1696" y="1699"/>
                  </a:lnTo>
                  <a:lnTo>
                    <a:pt x="1709" y="1694"/>
                  </a:lnTo>
                  <a:lnTo>
                    <a:pt x="1724" y="1691"/>
                  </a:lnTo>
                  <a:lnTo>
                    <a:pt x="1740" y="1690"/>
                  </a:lnTo>
                  <a:lnTo>
                    <a:pt x="1740" y="1690"/>
                  </a:lnTo>
                  <a:lnTo>
                    <a:pt x="1750" y="1691"/>
                  </a:lnTo>
                  <a:lnTo>
                    <a:pt x="1757" y="1692"/>
                  </a:lnTo>
                  <a:lnTo>
                    <a:pt x="1764" y="1694"/>
                  </a:lnTo>
                  <a:lnTo>
                    <a:pt x="1770" y="1699"/>
                  </a:lnTo>
                  <a:lnTo>
                    <a:pt x="1774" y="1703"/>
                  </a:lnTo>
                  <a:lnTo>
                    <a:pt x="1777" y="1709"/>
                  </a:lnTo>
                  <a:lnTo>
                    <a:pt x="1780" y="1714"/>
                  </a:lnTo>
                  <a:lnTo>
                    <a:pt x="1780" y="1722"/>
                  </a:lnTo>
                  <a:lnTo>
                    <a:pt x="1780" y="1738"/>
                  </a:lnTo>
                  <a:lnTo>
                    <a:pt x="1780" y="1738"/>
                  </a:lnTo>
                  <a:lnTo>
                    <a:pt x="1770" y="1733"/>
                  </a:lnTo>
                  <a:lnTo>
                    <a:pt x="1757" y="1730"/>
                  </a:lnTo>
                  <a:lnTo>
                    <a:pt x="1745" y="1728"/>
                  </a:lnTo>
                  <a:lnTo>
                    <a:pt x="1732" y="1727"/>
                  </a:lnTo>
                  <a:lnTo>
                    <a:pt x="1732" y="1727"/>
                  </a:lnTo>
                  <a:lnTo>
                    <a:pt x="1716" y="1728"/>
                  </a:lnTo>
                  <a:lnTo>
                    <a:pt x="1701" y="1731"/>
                  </a:lnTo>
                  <a:lnTo>
                    <a:pt x="1686" y="1735"/>
                  </a:lnTo>
                  <a:lnTo>
                    <a:pt x="1678" y="1739"/>
                  </a:lnTo>
                  <a:lnTo>
                    <a:pt x="1672" y="1743"/>
                  </a:lnTo>
                  <a:lnTo>
                    <a:pt x="1666" y="1748"/>
                  </a:lnTo>
                  <a:lnTo>
                    <a:pt x="1661" y="1753"/>
                  </a:lnTo>
                  <a:lnTo>
                    <a:pt x="1655" y="1759"/>
                  </a:lnTo>
                  <a:lnTo>
                    <a:pt x="1651" y="1765"/>
                  </a:lnTo>
                  <a:lnTo>
                    <a:pt x="1647" y="1773"/>
                  </a:lnTo>
                  <a:lnTo>
                    <a:pt x="1645" y="1782"/>
                  </a:lnTo>
                  <a:lnTo>
                    <a:pt x="1644" y="1791"/>
                  </a:lnTo>
                  <a:lnTo>
                    <a:pt x="1643" y="1800"/>
                  </a:lnTo>
                  <a:lnTo>
                    <a:pt x="1643" y="1800"/>
                  </a:lnTo>
                  <a:lnTo>
                    <a:pt x="1644" y="1811"/>
                  </a:lnTo>
                  <a:lnTo>
                    <a:pt x="1645" y="1821"/>
                  </a:lnTo>
                  <a:lnTo>
                    <a:pt x="1647" y="1829"/>
                  </a:lnTo>
                  <a:lnTo>
                    <a:pt x="1651" y="1838"/>
                  </a:lnTo>
                  <a:lnTo>
                    <a:pt x="1654" y="1844"/>
                  </a:lnTo>
                  <a:lnTo>
                    <a:pt x="1659" y="1851"/>
                  </a:lnTo>
                  <a:lnTo>
                    <a:pt x="1664" y="1857"/>
                  </a:lnTo>
                  <a:lnTo>
                    <a:pt x="1671" y="1862"/>
                  </a:lnTo>
                  <a:lnTo>
                    <a:pt x="1676" y="1867"/>
                  </a:lnTo>
                  <a:lnTo>
                    <a:pt x="1683" y="1870"/>
                  </a:lnTo>
                  <a:lnTo>
                    <a:pt x="1697" y="1876"/>
                  </a:lnTo>
                  <a:lnTo>
                    <a:pt x="1712" y="1879"/>
                  </a:lnTo>
                  <a:lnTo>
                    <a:pt x="1726" y="1880"/>
                  </a:lnTo>
                  <a:lnTo>
                    <a:pt x="1726" y="1880"/>
                  </a:lnTo>
                  <a:lnTo>
                    <a:pt x="1738" y="1878"/>
                  </a:lnTo>
                  <a:lnTo>
                    <a:pt x="1746" y="1877"/>
                  </a:lnTo>
                  <a:lnTo>
                    <a:pt x="1753" y="1874"/>
                  </a:lnTo>
                  <a:lnTo>
                    <a:pt x="1761" y="1871"/>
                  </a:lnTo>
                  <a:lnTo>
                    <a:pt x="1767" y="1867"/>
                  </a:lnTo>
                  <a:lnTo>
                    <a:pt x="1774" y="1862"/>
                  </a:lnTo>
                  <a:lnTo>
                    <a:pt x="1780" y="1857"/>
                  </a:lnTo>
                  <a:lnTo>
                    <a:pt x="1780" y="1874"/>
                  </a:lnTo>
                  <a:lnTo>
                    <a:pt x="1835" y="1874"/>
                  </a:lnTo>
                  <a:lnTo>
                    <a:pt x="1835" y="1723"/>
                  </a:lnTo>
                  <a:lnTo>
                    <a:pt x="1835" y="1723"/>
                  </a:lnTo>
                  <a:lnTo>
                    <a:pt x="1835" y="1714"/>
                  </a:lnTo>
                  <a:lnTo>
                    <a:pt x="1834" y="1707"/>
                  </a:lnTo>
                  <a:lnTo>
                    <a:pt x="1832" y="1699"/>
                  </a:lnTo>
                  <a:lnTo>
                    <a:pt x="1830" y="1691"/>
                  </a:lnTo>
                  <a:lnTo>
                    <a:pt x="1825" y="1684"/>
                  </a:lnTo>
                  <a:lnTo>
                    <a:pt x="1822" y="1678"/>
                  </a:lnTo>
                  <a:lnTo>
                    <a:pt x="1816" y="1672"/>
                  </a:lnTo>
                  <a:lnTo>
                    <a:pt x="1811" y="1666"/>
                  </a:lnTo>
                  <a:lnTo>
                    <a:pt x="1805" y="1662"/>
                  </a:lnTo>
                  <a:lnTo>
                    <a:pt x="1798" y="1658"/>
                  </a:lnTo>
                  <a:lnTo>
                    <a:pt x="1791" y="1654"/>
                  </a:lnTo>
                  <a:lnTo>
                    <a:pt x="1783" y="1651"/>
                  </a:lnTo>
                  <a:lnTo>
                    <a:pt x="1774" y="1649"/>
                  </a:lnTo>
                  <a:lnTo>
                    <a:pt x="1765" y="1648"/>
                  </a:lnTo>
                  <a:lnTo>
                    <a:pt x="1755" y="1646"/>
                  </a:lnTo>
                  <a:lnTo>
                    <a:pt x="1745" y="1645"/>
                  </a:lnTo>
                  <a:lnTo>
                    <a:pt x="1745" y="1645"/>
                  </a:lnTo>
                  <a:lnTo>
                    <a:pt x="1733" y="1646"/>
                  </a:lnTo>
                  <a:lnTo>
                    <a:pt x="1723" y="1646"/>
                  </a:lnTo>
                  <a:lnTo>
                    <a:pt x="1712" y="1649"/>
                  </a:lnTo>
                  <a:lnTo>
                    <a:pt x="1701" y="1651"/>
                  </a:lnTo>
                  <a:lnTo>
                    <a:pt x="1691" y="1654"/>
                  </a:lnTo>
                  <a:lnTo>
                    <a:pt x="1681" y="1658"/>
                  </a:lnTo>
                  <a:lnTo>
                    <a:pt x="1671" y="1662"/>
                  </a:lnTo>
                  <a:lnTo>
                    <a:pt x="1661" y="1668"/>
                  </a:lnTo>
                  <a:lnTo>
                    <a:pt x="1683" y="1705"/>
                  </a:lnTo>
                  <a:close/>
                  <a:moveTo>
                    <a:pt x="1698" y="1800"/>
                  </a:moveTo>
                  <a:lnTo>
                    <a:pt x="1698" y="1800"/>
                  </a:lnTo>
                  <a:lnTo>
                    <a:pt x="1698" y="1793"/>
                  </a:lnTo>
                  <a:lnTo>
                    <a:pt x="1701" y="1787"/>
                  </a:lnTo>
                  <a:lnTo>
                    <a:pt x="1704" y="1781"/>
                  </a:lnTo>
                  <a:lnTo>
                    <a:pt x="1708" y="1777"/>
                  </a:lnTo>
                  <a:lnTo>
                    <a:pt x="1714" y="1773"/>
                  </a:lnTo>
                  <a:lnTo>
                    <a:pt x="1721" y="1771"/>
                  </a:lnTo>
                  <a:lnTo>
                    <a:pt x="1728" y="1769"/>
                  </a:lnTo>
                  <a:lnTo>
                    <a:pt x="1736" y="1769"/>
                  </a:lnTo>
                  <a:lnTo>
                    <a:pt x="1736" y="1769"/>
                  </a:lnTo>
                  <a:lnTo>
                    <a:pt x="1748" y="1769"/>
                  </a:lnTo>
                  <a:lnTo>
                    <a:pt x="1760" y="1771"/>
                  </a:lnTo>
                  <a:lnTo>
                    <a:pt x="1770" y="1774"/>
                  </a:lnTo>
                  <a:lnTo>
                    <a:pt x="1780" y="1780"/>
                  </a:lnTo>
                  <a:lnTo>
                    <a:pt x="1780" y="1810"/>
                  </a:lnTo>
                  <a:lnTo>
                    <a:pt x="1780" y="1810"/>
                  </a:lnTo>
                  <a:lnTo>
                    <a:pt x="1777" y="1814"/>
                  </a:lnTo>
                  <a:lnTo>
                    <a:pt x="1773" y="1819"/>
                  </a:lnTo>
                  <a:lnTo>
                    <a:pt x="1768" y="1823"/>
                  </a:lnTo>
                  <a:lnTo>
                    <a:pt x="1763" y="1827"/>
                  </a:lnTo>
                  <a:lnTo>
                    <a:pt x="1757" y="1830"/>
                  </a:lnTo>
                  <a:lnTo>
                    <a:pt x="1751" y="1832"/>
                  </a:lnTo>
                  <a:lnTo>
                    <a:pt x="1744" y="1833"/>
                  </a:lnTo>
                  <a:lnTo>
                    <a:pt x="1736" y="1834"/>
                  </a:lnTo>
                  <a:lnTo>
                    <a:pt x="1736" y="1834"/>
                  </a:lnTo>
                  <a:lnTo>
                    <a:pt x="1728" y="1833"/>
                  </a:lnTo>
                  <a:lnTo>
                    <a:pt x="1721" y="1831"/>
                  </a:lnTo>
                  <a:lnTo>
                    <a:pt x="1714" y="1829"/>
                  </a:lnTo>
                  <a:lnTo>
                    <a:pt x="1708" y="1824"/>
                  </a:lnTo>
                  <a:lnTo>
                    <a:pt x="1704" y="1820"/>
                  </a:lnTo>
                  <a:lnTo>
                    <a:pt x="1701" y="1814"/>
                  </a:lnTo>
                  <a:lnTo>
                    <a:pt x="1699" y="1808"/>
                  </a:lnTo>
                  <a:lnTo>
                    <a:pt x="1698" y="1800"/>
                  </a:lnTo>
                  <a:lnTo>
                    <a:pt x="1698" y="1800"/>
                  </a:lnTo>
                  <a:close/>
                  <a:moveTo>
                    <a:pt x="2350" y="1810"/>
                  </a:moveTo>
                  <a:lnTo>
                    <a:pt x="2350" y="1810"/>
                  </a:lnTo>
                  <a:lnTo>
                    <a:pt x="2342" y="1817"/>
                  </a:lnTo>
                  <a:lnTo>
                    <a:pt x="2332" y="1822"/>
                  </a:lnTo>
                  <a:lnTo>
                    <a:pt x="2326" y="1824"/>
                  </a:lnTo>
                  <a:lnTo>
                    <a:pt x="2320" y="1827"/>
                  </a:lnTo>
                  <a:lnTo>
                    <a:pt x="2313" y="1828"/>
                  </a:lnTo>
                  <a:lnTo>
                    <a:pt x="2306" y="1829"/>
                  </a:lnTo>
                  <a:lnTo>
                    <a:pt x="2306" y="1829"/>
                  </a:lnTo>
                  <a:lnTo>
                    <a:pt x="2301" y="1828"/>
                  </a:lnTo>
                  <a:lnTo>
                    <a:pt x="2294" y="1828"/>
                  </a:lnTo>
                  <a:lnTo>
                    <a:pt x="2286" y="1825"/>
                  </a:lnTo>
                  <a:lnTo>
                    <a:pt x="2277" y="1821"/>
                  </a:lnTo>
                  <a:lnTo>
                    <a:pt x="2270" y="1815"/>
                  </a:lnTo>
                  <a:lnTo>
                    <a:pt x="2266" y="1811"/>
                  </a:lnTo>
                  <a:lnTo>
                    <a:pt x="2263" y="1807"/>
                  </a:lnTo>
                  <a:lnTo>
                    <a:pt x="2261" y="1801"/>
                  </a:lnTo>
                  <a:lnTo>
                    <a:pt x="2259" y="1794"/>
                  </a:lnTo>
                  <a:lnTo>
                    <a:pt x="2257" y="1788"/>
                  </a:lnTo>
                  <a:lnTo>
                    <a:pt x="2256" y="1780"/>
                  </a:lnTo>
                  <a:lnTo>
                    <a:pt x="2393" y="1780"/>
                  </a:lnTo>
                  <a:lnTo>
                    <a:pt x="2393" y="1780"/>
                  </a:lnTo>
                  <a:lnTo>
                    <a:pt x="2394" y="1763"/>
                  </a:lnTo>
                  <a:lnTo>
                    <a:pt x="2394" y="1763"/>
                  </a:lnTo>
                  <a:lnTo>
                    <a:pt x="2394" y="1750"/>
                  </a:lnTo>
                  <a:lnTo>
                    <a:pt x="2392" y="1738"/>
                  </a:lnTo>
                  <a:lnTo>
                    <a:pt x="2391" y="1725"/>
                  </a:lnTo>
                  <a:lnTo>
                    <a:pt x="2388" y="1714"/>
                  </a:lnTo>
                  <a:lnTo>
                    <a:pt x="2384" y="1704"/>
                  </a:lnTo>
                  <a:lnTo>
                    <a:pt x="2380" y="1694"/>
                  </a:lnTo>
                  <a:lnTo>
                    <a:pt x="2374" y="1685"/>
                  </a:lnTo>
                  <a:lnTo>
                    <a:pt x="2369" y="1678"/>
                  </a:lnTo>
                  <a:lnTo>
                    <a:pt x="2362" y="1670"/>
                  </a:lnTo>
                  <a:lnTo>
                    <a:pt x="2355" y="1664"/>
                  </a:lnTo>
                  <a:lnTo>
                    <a:pt x="2348" y="1659"/>
                  </a:lnTo>
                  <a:lnTo>
                    <a:pt x="2339" y="1654"/>
                  </a:lnTo>
                  <a:lnTo>
                    <a:pt x="2330" y="1651"/>
                  </a:lnTo>
                  <a:lnTo>
                    <a:pt x="2321" y="1648"/>
                  </a:lnTo>
                  <a:lnTo>
                    <a:pt x="2311" y="1646"/>
                  </a:lnTo>
                  <a:lnTo>
                    <a:pt x="2300" y="1645"/>
                  </a:lnTo>
                  <a:lnTo>
                    <a:pt x="2300" y="1645"/>
                  </a:lnTo>
                  <a:lnTo>
                    <a:pt x="2290" y="1646"/>
                  </a:lnTo>
                  <a:lnTo>
                    <a:pt x="2280" y="1648"/>
                  </a:lnTo>
                  <a:lnTo>
                    <a:pt x="2270" y="1651"/>
                  </a:lnTo>
                  <a:lnTo>
                    <a:pt x="2260" y="1654"/>
                  </a:lnTo>
                  <a:lnTo>
                    <a:pt x="2251" y="1659"/>
                  </a:lnTo>
                  <a:lnTo>
                    <a:pt x="2243" y="1665"/>
                  </a:lnTo>
                  <a:lnTo>
                    <a:pt x="2235" y="1671"/>
                  </a:lnTo>
                  <a:lnTo>
                    <a:pt x="2229" y="1679"/>
                  </a:lnTo>
                  <a:lnTo>
                    <a:pt x="2222" y="1686"/>
                  </a:lnTo>
                  <a:lnTo>
                    <a:pt x="2216" y="1695"/>
                  </a:lnTo>
                  <a:lnTo>
                    <a:pt x="2212" y="1705"/>
                  </a:lnTo>
                  <a:lnTo>
                    <a:pt x="2207" y="1715"/>
                  </a:lnTo>
                  <a:lnTo>
                    <a:pt x="2204" y="1727"/>
                  </a:lnTo>
                  <a:lnTo>
                    <a:pt x="2202" y="1739"/>
                  </a:lnTo>
                  <a:lnTo>
                    <a:pt x="2201" y="1750"/>
                  </a:lnTo>
                  <a:lnTo>
                    <a:pt x="2200" y="1763"/>
                  </a:lnTo>
                  <a:lnTo>
                    <a:pt x="2200" y="1763"/>
                  </a:lnTo>
                  <a:lnTo>
                    <a:pt x="2201" y="1775"/>
                  </a:lnTo>
                  <a:lnTo>
                    <a:pt x="2202" y="1788"/>
                  </a:lnTo>
                  <a:lnTo>
                    <a:pt x="2204" y="1800"/>
                  </a:lnTo>
                  <a:lnTo>
                    <a:pt x="2207" y="1811"/>
                  </a:lnTo>
                  <a:lnTo>
                    <a:pt x="2212" y="1821"/>
                  </a:lnTo>
                  <a:lnTo>
                    <a:pt x="2216" y="1831"/>
                  </a:lnTo>
                  <a:lnTo>
                    <a:pt x="2222" y="1840"/>
                  </a:lnTo>
                  <a:lnTo>
                    <a:pt x="2229" y="1848"/>
                  </a:lnTo>
                  <a:lnTo>
                    <a:pt x="2236" y="1854"/>
                  </a:lnTo>
                  <a:lnTo>
                    <a:pt x="2244" y="1861"/>
                  </a:lnTo>
                  <a:lnTo>
                    <a:pt x="2253" y="1867"/>
                  </a:lnTo>
                  <a:lnTo>
                    <a:pt x="2262" y="1871"/>
                  </a:lnTo>
                  <a:lnTo>
                    <a:pt x="2272" y="1874"/>
                  </a:lnTo>
                  <a:lnTo>
                    <a:pt x="2283" y="1878"/>
                  </a:lnTo>
                  <a:lnTo>
                    <a:pt x="2294" y="1879"/>
                  </a:lnTo>
                  <a:lnTo>
                    <a:pt x="2306" y="1880"/>
                  </a:lnTo>
                  <a:lnTo>
                    <a:pt x="2306" y="1880"/>
                  </a:lnTo>
                  <a:lnTo>
                    <a:pt x="2317" y="1879"/>
                  </a:lnTo>
                  <a:lnTo>
                    <a:pt x="2327" y="1878"/>
                  </a:lnTo>
                  <a:lnTo>
                    <a:pt x="2339" y="1874"/>
                  </a:lnTo>
                  <a:lnTo>
                    <a:pt x="2349" y="1871"/>
                  </a:lnTo>
                  <a:lnTo>
                    <a:pt x="2359" y="1866"/>
                  </a:lnTo>
                  <a:lnTo>
                    <a:pt x="2368" y="1860"/>
                  </a:lnTo>
                  <a:lnTo>
                    <a:pt x="2376" y="1852"/>
                  </a:lnTo>
                  <a:lnTo>
                    <a:pt x="2385" y="1844"/>
                  </a:lnTo>
                  <a:lnTo>
                    <a:pt x="2350" y="1810"/>
                  </a:lnTo>
                  <a:close/>
                  <a:moveTo>
                    <a:pt x="2257" y="1739"/>
                  </a:moveTo>
                  <a:lnTo>
                    <a:pt x="2257" y="1739"/>
                  </a:lnTo>
                  <a:lnTo>
                    <a:pt x="2259" y="1729"/>
                  </a:lnTo>
                  <a:lnTo>
                    <a:pt x="2261" y="1720"/>
                  </a:lnTo>
                  <a:lnTo>
                    <a:pt x="2264" y="1712"/>
                  </a:lnTo>
                  <a:lnTo>
                    <a:pt x="2270" y="1705"/>
                  </a:lnTo>
                  <a:lnTo>
                    <a:pt x="2275" y="1700"/>
                  </a:lnTo>
                  <a:lnTo>
                    <a:pt x="2282" y="1696"/>
                  </a:lnTo>
                  <a:lnTo>
                    <a:pt x="2290" y="1693"/>
                  </a:lnTo>
                  <a:lnTo>
                    <a:pt x="2299" y="1693"/>
                  </a:lnTo>
                  <a:lnTo>
                    <a:pt x="2299" y="1693"/>
                  </a:lnTo>
                  <a:lnTo>
                    <a:pt x="2309" y="1694"/>
                  </a:lnTo>
                  <a:lnTo>
                    <a:pt x="2317" y="1696"/>
                  </a:lnTo>
                  <a:lnTo>
                    <a:pt x="2324" y="1701"/>
                  </a:lnTo>
                  <a:lnTo>
                    <a:pt x="2330" y="1708"/>
                  </a:lnTo>
                  <a:lnTo>
                    <a:pt x="2334" y="1714"/>
                  </a:lnTo>
                  <a:lnTo>
                    <a:pt x="2338" y="1722"/>
                  </a:lnTo>
                  <a:lnTo>
                    <a:pt x="2340" y="1731"/>
                  </a:lnTo>
                  <a:lnTo>
                    <a:pt x="2341" y="1739"/>
                  </a:lnTo>
                  <a:lnTo>
                    <a:pt x="2257" y="1739"/>
                  </a:lnTo>
                  <a:close/>
                  <a:moveTo>
                    <a:pt x="2884" y="1810"/>
                  </a:moveTo>
                  <a:lnTo>
                    <a:pt x="2884" y="1810"/>
                  </a:lnTo>
                  <a:lnTo>
                    <a:pt x="2875" y="1817"/>
                  </a:lnTo>
                  <a:lnTo>
                    <a:pt x="2867" y="1822"/>
                  </a:lnTo>
                  <a:lnTo>
                    <a:pt x="2860" y="1824"/>
                  </a:lnTo>
                  <a:lnTo>
                    <a:pt x="2854" y="1827"/>
                  </a:lnTo>
                  <a:lnTo>
                    <a:pt x="2848" y="1828"/>
                  </a:lnTo>
                  <a:lnTo>
                    <a:pt x="2840" y="1829"/>
                  </a:lnTo>
                  <a:lnTo>
                    <a:pt x="2840" y="1829"/>
                  </a:lnTo>
                  <a:lnTo>
                    <a:pt x="2834" y="1828"/>
                  </a:lnTo>
                  <a:lnTo>
                    <a:pt x="2828" y="1828"/>
                  </a:lnTo>
                  <a:lnTo>
                    <a:pt x="2820" y="1825"/>
                  </a:lnTo>
                  <a:lnTo>
                    <a:pt x="2812" y="1821"/>
                  </a:lnTo>
                  <a:lnTo>
                    <a:pt x="2804" y="1815"/>
                  </a:lnTo>
                  <a:lnTo>
                    <a:pt x="2801" y="1811"/>
                  </a:lnTo>
                  <a:lnTo>
                    <a:pt x="2798" y="1807"/>
                  </a:lnTo>
                  <a:lnTo>
                    <a:pt x="2795" y="1801"/>
                  </a:lnTo>
                  <a:lnTo>
                    <a:pt x="2793" y="1794"/>
                  </a:lnTo>
                  <a:lnTo>
                    <a:pt x="2791" y="1788"/>
                  </a:lnTo>
                  <a:lnTo>
                    <a:pt x="2790" y="1780"/>
                  </a:lnTo>
                  <a:lnTo>
                    <a:pt x="2928" y="1780"/>
                  </a:lnTo>
                  <a:lnTo>
                    <a:pt x="2928" y="1780"/>
                  </a:lnTo>
                  <a:lnTo>
                    <a:pt x="2929" y="1763"/>
                  </a:lnTo>
                  <a:lnTo>
                    <a:pt x="2929" y="1763"/>
                  </a:lnTo>
                  <a:lnTo>
                    <a:pt x="2928" y="1750"/>
                  </a:lnTo>
                  <a:lnTo>
                    <a:pt x="2927" y="1738"/>
                  </a:lnTo>
                  <a:lnTo>
                    <a:pt x="2924" y="1725"/>
                  </a:lnTo>
                  <a:lnTo>
                    <a:pt x="2922" y="1714"/>
                  </a:lnTo>
                  <a:lnTo>
                    <a:pt x="2918" y="1704"/>
                  </a:lnTo>
                  <a:lnTo>
                    <a:pt x="2913" y="1694"/>
                  </a:lnTo>
                  <a:lnTo>
                    <a:pt x="2909" y="1685"/>
                  </a:lnTo>
                  <a:lnTo>
                    <a:pt x="2903" y="1678"/>
                  </a:lnTo>
                  <a:lnTo>
                    <a:pt x="2897" y="1670"/>
                  </a:lnTo>
                  <a:lnTo>
                    <a:pt x="2889" y="1664"/>
                  </a:lnTo>
                  <a:lnTo>
                    <a:pt x="2881" y="1659"/>
                  </a:lnTo>
                  <a:lnTo>
                    <a:pt x="2873" y="1654"/>
                  </a:lnTo>
                  <a:lnTo>
                    <a:pt x="2864" y="1651"/>
                  </a:lnTo>
                  <a:lnTo>
                    <a:pt x="2854" y="1648"/>
                  </a:lnTo>
                  <a:lnTo>
                    <a:pt x="2844" y="1646"/>
                  </a:lnTo>
                  <a:lnTo>
                    <a:pt x="2834" y="1645"/>
                  </a:lnTo>
                  <a:lnTo>
                    <a:pt x="2834" y="1645"/>
                  </a:lnTo>
                  <a:lnTo>
                    <a:pt x="2823" y="1646"/>
                  </a:lnTo>
                  <a:lnTo>
                    <a:pt x="2813" y="1648"/>
                  </a:lnTo>
                  <a:lnTo>
                    <a:pt x="2803" y="1651"/>
                  </a:lnTo>
                  <a:lnTo>
                    <a:pt x="2794" y="1654"/>
                  </a:lnTo>
                  <a:lnTo>
                    <a:pt x="2785" y="1659"/>
                  </a:lnTo>
                  <a:lnTo>
                    <a:pt x="2777" y="1665"/>
                  </a:lnTo>
                  <a:lnTo>
                    <a:pt x="2770" y="1671"/>
                  </a:lnTo>
                  <a:lnTo>
                    <a:pt x="2762" y="1679"/>
                  </a:lnTo>
                  <a:lnTo>
                    <a:pt x="2755" y="1686"/>
                  </a:lnTo>
                  <a:lnTo>
                    <a:pt x="2750" y="1695"/>
                  </a:lnTo>
                  <a:lnTo>
                    <a:pt x="2745" y="1705"/>
                  </a:lnTo>
                  <a:lnTo>
                    <a:pt x="2741" y="1715"/>
                  </a:lnTo>
                  <a:lnTo>
                    <a:pt x="2739" y="1727"/>
                  </a:lnTo>
                  <a:lnTo>
                    <a:pt x="2735" y="1739"/>
                  </a:lnTo>
                  <a:lnTo>
                    <a:pt x="2734" y="1750"/>
                  </a:lnTo>
                  <a:lnTo>
                    <a:pt x="2734" y="1763"/>
                  </a:lnTo>
                  <a:lnTo>
                    <a:pt x="2734" y="1763"/>
                  </a:lnTo>
                  <a:lnTo>
                    <a:pt x="2734" y="1775"/>
                  </a:lnTo>
                  <a:lnTo>
                    <a:pt x="2735" y="1788"/>
                  </a:lnTo>
                  <a:lnTo>
                    <a:pt x="2738" y="1800"/>
                  </a:lnTo>
                  <a:lnTo>
                    <a:pt x="2741" y="1811"/>
                  </a:lnTo>
                  <a:lnTo>
                    <a:pt x="2745" y="1821"/>
                  </a:lnTo>
                  <a:lnTo>
                    <a:pt x="2751" y="1831"/>
                  </a:lnTo>
                  <a:lnTo>
                    <a:pt x="2757" y="1840"/>
                  </a:lnTo>
                  <a:lnTo>
                    <a:pt x="2763" y="1848"/>
                  </a:lnTo>
                  <a:lnTo>
                    <a:pt x="2770" y="1854"/>
                  </a:lnTo>
                  <a:lnTo>
                    <a:pt x="2778" y="1861"/>
                  </a:lnTo>
                  <a:lnTo>
                    <a:pt x="2787" y="1867"/>
                  </a:lnTo>
                  <a:lnTo>
                    <a:pt x="2797" y="1871"/>
                  </a:lnTo>
                  <a:lnTo>
                    <a:pt x="2807" y="1874"/>
                  </a:lnTo>
                  <a:lnTo>
                    <a:pt x="2817" y="1878"/>
                  </a:lnTo>
                  <a:lnTo>
                    <a:pt x="2829" y="1879"/>
                  </a:lnTo>
                  <a:lnTo>
                    <a:pt x="2840" y="1880"/>
                  </a:lnTo>
                  <a:lnTo>
                    <a:pt x="2840" y="1880"/>
                  </a:lnTo>
                  <a:lnTo>
                    <a:pt x="2851" y="1879"/>
                  </a:lnTo>
                  <a:lnTo>
                    <a:pt x="2862" y="1878"/>
                  </a:lnTo>
                  <a:lnTo>
                    <a:pt x="2872" y="1874"/>
                  </a:lnTo>
                  <a:lnTo>
                    <a:pt x="2882" y="1871"/>
                  </a:lnTo>
                  <a:lnTo>
                    <a:pt x="2892" y="1866"/>
                  </a:lnTo>
                  <a:lnTo>
                    <a:pt x="2902" y="1860"/>
                  </a:lnTo>
                  <a:lnTo>
                    <a:pt x="2911" y="1852"/>
                  </a:lnTo>
                  <a:lnTo>
                    <a:pt x="2919" y="1844"/>
                  </a:lnTo>
                  <a:lnTo>
                    <a:pt x="2884" y="1810"/>
                  </a:lnTo>
                  <a:close/>
                  <a:moveTo>
                    <a:pt x="2791" y="1739"/>
                  </a:moveTo>
                  <a:lnTo>
                    <a:pt x="2791" y="1739"/>
                  </a:lnTo>
                  <a:lnTo>
                    <a:pt x="2792" y="1729"/>
                  </a:lnTo>
                  <a:lnTo>
                    <a:pt x="2795" y="1720"/>
                  </a:lnTo>
                  <a:lnTo>
                    <a:pt x="2799" y="1712"/>
                  </a:lnTo>
                  <a:lnTo>
                    <a:pt x="2803" y="1705"/>
                  </a:lnTo>
                  <a:lnTo>
                    <a:pt x="2810" y="1700"/>
                  </a:lnTo>
                  <a:lnTo>
                    <a:pt x="2817" y="1696"/>
                  </a:lnTo>
                  <a:lnTo>
                    <a:pt x="2824" y="1693"/>
                  </a:lnTo>
                  <a:lnTo>
                    <a:pt x="2833" y="1693"/>
                  </a:lnTo>
                  <a:lnTo>
                    <a:pt x="2833" y="1693"/>
                  </a:lnTo>
                  <a:lnTo>
                    <a:pt x="2843" y="1694"/>
                  </a:lnTo>
                  <a:lnTo>
                    <a:pt x="2851" y="1696"/>
                  </a:lnTo>
                  <a:lnTo>
                    <a:pt x="2859" y="1701"/>
                  </a:lnTo>
                  <a:lnTo>
                    <a:pt x="2864" y="1708"/>
                  </a:lnTo>
                  <a:lnTo>
                    <a:pt x="2869" y="1714"/>
                  </a:lnTo>
                  <a:lnTo>
                    <a:pt x="2872" y="1722"/>
                  </a:lnTo>
                  <a:lnTo>
                    <a:pt x="2874" y="1731"/>
                  </a:lnTo>
                  <a:lnTo>
                    <a:pt x="2875" y="1739"/>
                  </a:lnTo>
                  <a:lnTo>
                    <a:pt x="2791" y="1739"/>
                  </a:lnTo>
                  <a:close/>
                  <a:moveTo>
                    <a:pt x="2658" y="1797"/>
                  </a:moveTo>
                  <a:lnTo>
                    <a:pt x="2658" y="1797"/>
                  </a:lnTo>
                  <a:lnTo>
                    <a:pt x="2658" y="1804"/>
                  </a:lnTo>
                  <a:lnTo>
                    <a:pt x="2659" y="1810"/>
                  </a:lnTo>
                  <a:lnTo>
                    <a:pt x="2661" y="1815"/>
                  </a:lnTo>
                  <a:lnTo>
                    <a:pt x="2663" y="1820"/>
                  </a:lnTo>
                  <a:lnTo>
                    <a:pt x="2667" y="1823"/>
                  </a:lnTo>
                  <a:lnTo>
                    <a:pt x="2671" y="1825"/>
                  </a:lnTo>
                  <a:lnTo>
                    <a:pt x="2675" y="1827"/>
                  </a:lnTo>
                  <a:lnTo>
                    <a:pt x="2682" y="1827"/>
                  </a:lnTo>
                  <a:lnTo>
                    <a:pt x="2682" y="1827"/>
                  </a:lnTo>
                  <a:lnTo>
                    <a:pt x="2690" y="1827"/>
                  </a:lnTo>
                  <a:lnTo>
                    <a:pt x="2699" y="1824"/>
                  </a:lnTo>
                  <a:lnTo>
                    <a:pt x="2708" y="1821"/>
                  </a:lnTo>
                  <a:lnTo>
                    <a:pt x="2715" y="1817"/>
                  </a:lnTo>
                  <a:lnTo>
                    <a:pt x="2709" y="1869"/>
                  </a:lnTo>
                  <a:lnTo>
                    <a:pt x="2709" y="1869"/>
                  </a:lnTo>
                  <a:lnTo>
                    <a:pt x="2699" y="1873"/>
                  </a:lnTo>
                  <a:lnTo>
                    <a:pt x="2687" y="1877"/>
                  </a:lnTo>
                  <a:lnTo>
                    <a:pt x="2674" y="1879"/>
                  </a:lnTo>
                  <a:lnTo>
                    <a:pt x="2662" y="1880"/>
                  </a:lnTo>
                  <a:lnTo>
                    <a:pt x="2662" y="1880"/>
                  </a:lnTo>
                  <a:lnTo>
                    <a:pt x="2654" y="1879"/>
                  </a:lnTo>
                  <a:lnTo>
                    <a:pt x="2647" y="1878"/>
                  </a:lnTo>
                  <a:lnTo>
                    <a:pt x="2640" y="1876"/>
                  </a:lnTo>
                  <a:lnTo>
                    <a:pt x="2634" y="1873"/>
                  </a:lnTo>
                  <a:lnTo>
                    <a:pt x="2629" y="1870"/>
                  </a:lnTo>
                  <a:lnTo>
                    <a:pt x="2623" y="1867"/>
                  </a:lnTo>
                  <a:lnTo>
                    <a:pt x="2620" y="1862"/>
                  </a:lnTo>
                  <a:lnTo>
                    <a:pt x="2615" y="1857"/>
                  </a:lnTo>
                  <a:lnTo>
                    <a:pt x="2610" y="1847"/>
                  </a:lnTo>
                  <a:lnTo>
                    <a:pt x="2605" y="1834"/>
                  </a:lnTo>
                  <a:lnTo>
                    <a:pt x="2603" y="1823"/>
                  </a:lnTo>
                  <a:lnTo>
                    <a:pt x="2602" y="1811"/>
                  </a:lnTo>
                  <a:lnTo>
                    <a:pt x="2602" y="1702"/>
                  </a:lnTo>
                  <a:lnTo>
                    <a:pt x="2568" y="1702"/>
                  </a:lnTo>
                  <a:lnTo>
                    <a:pt x="2568" y="1651"/>
                  </a:lnTo>
                  <a:lnTo>
                    <a:pt x="2602" y="1651"/>
                  </a:lnTo>
                  <a:lnTo>
                    <a:pt x="2602" y="1593"/>
                  </a:lnTo>
                  <a:lnTo>
                    <a:pt x="2658" y="1565"/>
                  </a:lnTo>
                  <a:lnTo>
                    <a:pt x="2658" y="1651"/>
                  </a:lnTo>
                  <a:lnTo>
                    <a:pt x="2708" y="1651"/>
                  </a:lnTo>
                  <a:lnTo>
                    <a:pt x="2708" y="1702"/>
                  </a:lnTo>
                  <a:lnTo>
                    <a:pt x="2658" y="1702"/>
                  </a:lnTo>
                  <a:lnTo>
                    <a:pt x="2658" y="1797"/>
                  </a:lnTo>
                  <a:close/>
                  <a:moveTo>
                    <a:pt x="2550" y="1869"/>
                  </a:moveTo>
                  <a:lnTo>
                    <a:pt x="2550" y="1869"/>
                  </a:lnTo>
                  <a:lnTo>
                    <a:pt x="2540" y="1873"/>
                  </a:lnTo>
                  <a:lnTo>
                    <a:pt x="2529" y="1877"/>
                  </a:lnTo>
                  <a:lnTo>
                    <a:pt x="2516" y="1879"/>
                  </a:lnTo>
                  <a:lnTo>
                    <a:pt x="2504" y="1880"/>
                  </a:lnTo>
                  <a:lnTo>
                    <a:pt x="2504" y="1880"/>
                  </a:lnTo>
                  <a:lnTo>
                    <a:pt x="2495" y="1879"/>
                  </a:lnTo>
                  <a:lnTo>
                    <a:pt x="2489" y="1878"/>
                  </a:lnTo>
                  <a:lnTo>
                    <a:pt x="2482" y="1876"/>
                  </a:lnTo>
                  <a:lnTo>
                    <a:pt x="2475" y="1873"/>
                  </a:lnTo>
                  <a:lnTo>
                    <a:pt x="2471" y="1870"/>
                  </a:lnTo>
                  <a:lnTo>
                    <a:pt x="2465" y="1867"/>
                  </a:lnTo>
                  <a:lnTo>
                    <a:pt x="2461" y="1862"/>
                  </a:lnTo>
                  <a:lnTo>
                    <a:pt x="2458" y="1857"/>
                  </a:lnTo>
                  <a:lnTo>
                    <a:pt x="2451" y="1847"/>
                  </a:lnTo>
                  <a:lnTo>
                    <a:pt x="2448" y="1834"/>
                  </a:lnTo>
                  <a:lnTo>
                    <a:pt x="2444" y="1823"/>
                  </a:lnTo>
                  <a:lnTo>
                    <a:pt x="2444" y="1811"/>
                  </a:lnTo>
                  <a:lnTo>
                    <a:pt x="2444" y="1702"/>
                  </a:lnTo>
                  <a:lnTo>
                    <a:pt x="2410" y="1702"/>
                  </a:lnTo>
                  <a:lnTo>
                    <a:pt x="2410" y="1651"/>
                  </a:lnTo>
                  <a:lnTo>
                    <a:pt x="2444" y="1651"/>
                  </a:lnTo>
                  <a:lnTo>
                    <a:pt x="2444" y="1593"/>
                  </a:lnTo>
                  <a:lnTo>
                    <a:pt x="2500" y="1565"/>
                  </a:lnTo>
                  <a:lnTo>
                    <a:pt x="2500" y="1651"/>
                  </a:lnTo>
                  <a:lnTo>
                    <a:pt x="2546" y="1651"/>
                  </a:lnTo>
                  <a:lnTo>
                    <a:pt x="2546" y="1702"/>
                  </a:lnTo>
                  <a:lnTo>
                    <a:pt x="2500" y="1702"/>
                  </a:lnTo>
                  <a:lnTo>
                    <a:pt x="2500" y="1797"/>
                  </a:lnTo>
                  <a:lnTo>
                    <a:pt x="2500" y="1797"/>
                  </a:lnTo>
                  <a:lnTo>
                    <a:pt x="2500" y="1804"/>
                  </a:lnTo>
                  <a:lnTo>
                    <a:pt x="2501" y="1810"/>
                  </a:lnTo>
                  <a:lnTo>
                    <a:pt x="2503" y="1815"/>
                  </a:lnTo>
                  <a:lnTo>
                    <a:pt x="2505" y="1820"/>
                  </a:lnTo>
                  <a:lnTo>
                    <a:pt x="2509" y="1823"/>
                  </a:lnTo>
                  <a:lnTo>
                    <a:pt x="2513" y="1825"/>
                  </a:lnTo>
                  <a:lnTo>
                    <a:pt x="2518" y="1827"/>
                  </a:lnTo>
                  <a:lnTo>
                    <a:pt x="2523" y="1827"/>
                  </a:lnTo>
                  <a:lnTo>
                    <a:pt x="2523" y="1827"/>
                  </a:lnTo>
                  <a:lnTo>
                    <a:pt x="2532" y="1827"/>
                  </a:lnTo>
                  <a:lnTo>
                    <a:pt x="2541" y="1824"/>
                  </a:lnTo>
                  <a:lnTo>
                    <a:pt x="2549" y="1821"/>
                  </a:lnTo>
                  <a:lnTo>
                    <a:pt x="2556" y="1817"/>
                  </a:lnTo>
                  <a:lnTo>
                    <a:pt x="2550" y="1869"/>
                  </a:lnTo>
                  <a:close/>
                  <a:moveTo>
                    <a:pt x="3096" y="1713"/>
                  </a:moveTo>
                  <a:lnTo>
                    <a:pt x="3096" y="1713"/>
                  </a:lnTo>
                  <a:lnTo>
                    <a:pt x="3088" y="1708"/>
                  </a:lnTo>
                  <a:lnTo>
                    <a:pt x="3079" y="1704"/>
                  </a:lnTo>
                  <a:lnTo>
                    <a:pt x="3069" y="1702"/>
                  </a:lnTo>
                  <a:lnTo>
                    <a:pt x="3059" y="1701"/>
                  </a:lnTo>
                  <a:lnTo>
                    <a:pt x="3059" y="1701"/>
                  </a:lnTo>
                  <a:lnTo>
                    <a:pt x="3050" y="1702"/>
                  </a:lnTo>
                  <a:lnTo>
                    <a:pt x="3041" y="1704"/>
                  </a:lnTo>
                  <a:lnTo>
                    <a:pt x="3034" y="1709"/>
                  </a:lnTo>
                  <a:lnTo>
                    <a:pt x="3029" y="1714"/>
                  </a:lnTo>
                  <a:lnTo>
                    <a:pt x="3024" y="1721"/>
                  </a:lnTo>
                  <a:lnTo>
                    <a:pt x="3022" y="1730"/>
                  </a:lnTo>
                  <a:lnTo>
                    <a:pt x="3020" y="1741"/>
                  </a:lnTo>
                  <a:lnTo>
                    <a:pt x="3019" y="1753"/>
                  </a:lnTo>
                  <a:lnTo>
                    <a:pt x="3019" y="1874"/>
                  </a:lnTo>
                  <a:lnTo>
                    <a:pt x="2964" y="1874"/>
                  </a:lnTo>
                  <a:lnTo>
                    <a:pt x="2964" y="1651"/>
                  </a:lnTo>
                  <a:lnTo>
                    <a:pt x="3019" y="1651"/>
                  </a:lnTo>
                  <a:lnTo>
                    <a:pt x="3019" y="1670"/>
                  </a:lnTo>
                  <a:lnTo>
                    <a:pt x="3019" y="1670"/>
                  </a:lnTo>
                  <a:lnTo>
                    <a:pt x="3024" y="1664"/>
                  </a:lnTo>
                  <a:lnTo>
                    <a:pt x="3030" y="1659"/>
                  </a:lnTo>
                  <a:lnTo>
                    <a:pt x="3036" y="1655"/>
                  </a:lnTo>
                  <a:lnTo>
                    <a:pt x="3042" y="1652"/>
                  </a:lnTo>
                  <a:lnTo>
                    <a:pt x="3048" y="1649"/>
                  </a:lnTo>
                  <a:lnTo>
                    <a:pt x="3054" y="1648"/>
                  </a:lnTo>
                  <a:lnTo>
                    <a:pt x="3061" y="1646"/>
                  </a:lnTo>
                  <a:lnTo>
                    <a:pt x="3069" y="1645"/>
                  </a:lnTo>
                  <a:lnTo>
                    <a:pt x="3069" y="1645"/>
                  </a:lnTo>
                  <a:lnTo>
                    <a:pt x="3080" y="1646"/>
                  </a:lnTo>
                  <a:lnTo>
                    <a:pt x="3091" y="1650"/>
                  </a:lnTo>
                  <a:lnTo>
                    <a:pt x="3101" y="1653"/>
                  </a:lnTo>
                  <a:lnTo>
                    <a:pt x="3110" y="1659"/>
                  </a:lnTo>
                  <a:lnTo>
                    <a:pt x="3096" y="1713"/>
                  </a:lnTo>
                  <a:close/>
                  <a:moveTo>
                    <a:pt x="597" y="1591"/>
                  </a:moveTo>
                  <a:lnTo>
                    <a:pt x="597" y="1619"/>
                  </a:lnTo>
                  <a:lnTo>
                    <a:pt x="541" y="1619"/>
                  </a:lnTo>
                  <a:lnTo>
                    <a:pt x="541" y="1563"/>
                  </a:lnTo>
                  <a:lnTo>
                    <a:pt x="597" y="1563"/>
                  </a:lnTo>
                  <a:lnTo>
                    <a:pt x="597" y="1591"/>
                  </a:lnTo>
                  <a:close/>
                  <a:moveTo>
                    <a:pt x="981" y="1651"/>
                  </a:moveTo>
                  <a:lnTo>
                    <a:pt x="1037" y="1651"/>
                  </a:lnTo>
                  <a:lnTo>
                    <a:pt x="1037" y="1751"/>
                  </a:lnTo>
                  <a:lnTo>
                    <a:pt x="1037" y="1874"/>
                  </a:lnTo>
                  <a:lnTo>
                    <a:pt x="981" y="1874"/>
                  </a:lnTo>
                  <a:lnTo>
                    <a:pt x="981" y="1651"/>
                  </a:lnTo>
                  <a:close/>
                  <a:moveTo>
                    <a:pt x="1037" y="1591"/>
                  </a:moveTo>
                  <a:lnTo>
                    <a:pt x="1037" y="1619"/>
                  </a:lnTo>
                  <a:lnTo>
                    <a:pt x="981" y="1619"/>
                  </a:lnTo>
                  <a:lnTo>
                    <a:pt x="981" y="1563"/>
                  </a:lnTo>
                  <a:lnTo>
                    <a:pt x="1037" y="1563"/>
                  </a:lnTo>
                  <a:lnTo>
                    <a:pt x="1037" y="1591"/>
                  </a:lnTo>
                  <a:close/>
                  <a:moveTo>
                    <a:pt x="2558" y="2058"/>
                  </a:moveTo>
                  <a:lnTo>
                    <a:pt x="2558" y="2058"/>
                  </a:lnTo>
                  <a:lnTo>
                    <a:pt x="2552" y="2053"/>
                  </a:lnTo>
                  <a:lnTo>
                    <a:pt x="2546" y="2049"/>
                  </a:lnTo>
                  <a:lnTo>
                    <a:pt x="2541" y="2046"/>
                  </a:lnTo>
                  <a:lnTo>
                    <a:pt x="2534" y="2042"/>
                  </a:lnTo>
                  <a:lnTo>
                    <a:pt x="2529" y="2040"/>
                  </a:lnTo>
                  <a:lnTo>
                    <a:pt x="2522" y="2039"/>
                  </a:lnTo>
                  <a:lnTo>
                    <a:pt x="2508" y="2037"/>
                  </a:lnTo>
                  <a:lnTo>
                    <a:pt x="2508" y="2037"/>
                  </a:lnTo>
                  <a:lnTo>
                    <a:pt x="2498" y="2038"/>
                  </a:lnTo>
                  <a:lnTo>
                    <a:pt x="2489" y="2039"/>
                  </a:lnTo>
                  <a:lnTo>
                    <a:pt x="2480" y="2042"/>
                  </a:lnTo>
                  <a:lnTo>
                    <a:pt x="2471" y="2046"/>
                  </a:lnTo>
                  <a:lnTo>
                    <a:pt x="2463" y="2050"/>
                  </a:lnTo>
                  <a:lnTo>
                    <a:pt x="2456" y="2055"/>
                  </a:lnTo>
                  <a:lnTo>
                    <a:pt x="2450" y="2061"/>
                  </a:lnTo>
                  <a:lnTo>
                    <a:pt x="2443" y="2068"/>
                  </a:lnTo>
                  <a:lnTo>
                    <a:pt x="2439" y="2076"/>
                  </a:lnTo>
                  <a:lnTo>
                    <a:pt x="2433" y="2085"/>
                  </a:lnTo>
                  <a:lnTo>
                    <a:pt x="2430" y="2093"/>
                  </a:lnTo>
                  <a:lnTo>
                    <a:pt x="2426" y="2105"/>
                  </a:lnTo>
                  <a:lnTo>
                    <a:pt x="2423" y="2115"/>
                  </a:lnTo>
                  <a:lnTo>
                    <a:pt x="2422" y="2127"/>
                  </a:lnTo>
                  <a:lnTo>
                    <a:pt x="2421" y="2139"/>
                  </a:lnTo>
                  <a:lnTo>
                    <a:pt x="2420" y="2152"/>
                  </a:lnTo>
                  <a:lnTo>
                    <a:pt x="2420" y="2152"/>
                  </a:lnTo>
                  <a:lnTo>
                    <a:pt x="2421" y="2166"/>
                  </a:lnTo>
                  <a:lnTo>
                    <a:pt x="2422" y="2178"/>
                  </a:lnTo>
                  <a:lnTo>
                    <a:pt x="2423" y="2190"/>
                  </a:lnTo>
                  <a:lnTo>
                    <a:pt x="2426" y="2202"/>
                  </a:lnTo>
                  <a:lnTo>
                    <a:pt x="2429" y="2212"/>
                  </a:lnTo>
                  <a:lnTo>
                    <a:pt x="2433" y="2222"/>
                  </a:lnTo>
                  <a:lnTo>
                    <a:pt x="2438" y="2231"/>
                  </a:lnTo>
                  <a:lnTo>
                    <a:pt x="2443" y="2239"/>
                  </a:lnTo>
                  <a:lnTo>
                    <a:pt x="2449" y="2247"/>
                  </a:lnTo>
                  <a:lnTo>
                    <a:pt x="2455" y="2252"/>
                  </a:lnTo>
                  <a:lnTo>
                    <a:pt x="2462" y="2258"/>
                  </a:lnTo>
                  <a:lnTo>
                    <a:pt x="2470" y="2262"/>
                  </a:lnTo>
                  <a:lnTo>
                    <a:pt x="2479" y="2267"/>
                  </a:lnTo>
                  <a:lnTo>
                    <a:pt x="2488" y="2269"/>
                  </a:lnTo>
                  <a:lnTo>
                    <a:pt x="2496" y="2270"/>
                  </a:lnTo>
                  <a:lnTo>
                    <a:pt x="2506" y="2271"/>
                  </a:lnTo>
                  <a:lnTo>
                    <a:pt x="2506" y="2271"/>
                  </a:lnTo>
                  <a:lnTo>
                    <a:pt x="2513" y="2270"/>
                  </a:lnTo>
                  <a:lnTo>
                    <a:pt x="2521" y="2269"/>
                  </a:lnTo>
                  <a:lnTo>
                    <a:pt x="2528" y="2268"/>
                  </a:lnTo>
                  <a:lnTo>
                    <a:pt x="2533" y="2266"/>
                  </a:lnTo>
                  <a:lnTo>
                    <a:pt x="2540" y="2262"/>
                  </a:lnTo>
                  <a:lnTo>
                    <a:pt x="2546" y="2259"/>
                  </a:lnTo>
                  <a:lnTo>
                    <a:pt x="2552" y="2255"/>
                  </a:lnTo>
                  <a:lnTo>
                    <a:pt x="2558" y="2249"/>
                  </a:lnTo>
                  <a:lnTo>
                    <a:pt x="2558" y="2266"/>
                  </a:lnTo>
                  <a:lnTo>
                    <a:pt x="2613" y="2266"/>
                  </a:lnTo>
                  <a:lnTo>
                    <a:pt x="2613" y="1949"/>
                  </a:lnTo>
                  <a:lnTo>
                    <a:pt x="2558" y="1977"/>
                  </a:lnTo>
                  <a:lnTo>
                    <a:pt x="2558" y="2058"/>
                  </a:lnTo>
                  <a:close/>
                  <a:moveTo>
                    <a:pt x="2519" y="2220"/>
                  </a:moveTo>
                  <a:lnTo>
                    <a:pt x="2519" y="2220"/>
                  </a:lnTo>
                  <a:lnTo>
                    <a:pt x="2511" y="2219"/>
                  </a:lnTo>
                  <a:lnTo>
                    <a:pt x="2504" y="2217"/>
                  </a:lnTo>
                  <a:lnTo>
                    <a:pt x="2496" y="2214"/>
                  </a:lnTo>
                  <a:lnTo>
                    <a:pt x="2490" y="2207"/>
                  </a:lnTo>
                  <a:lnTo>
                    <a:pt x="2484" y="2198"/>
                  </a:lnTo>
                  <a:lnTo>
                    <a:pt x="2480" y="2186"/>
                  </a:lnTo>
                  <a:lnTo>
                    <a:pt x="2478" y="2170"/>
                  </a:lnTo>
                  <a:lnTo>
                    <a:pt x="2476" y="2150"/>
                  </a:lnTo>
                  <a:lnTo>
                    <a:pt x="2476" y="2150"/>
                  </a:lnTo>
                  <a:lnTo>
                    <a:pt x="2478" y="2133"/>
                  </a:lnTo>
                  <a:lnTo>
                    <a:pt x="2480" y="2119"/>
                  </a:lnTo>
                  <a:lnTo>
                    <a:pt x="2484" y="2108"/>
                  </a:lnTo>
                  <a:lnTo>
                    <a:pt x="2490" y="2100"/>
                  </a:lnTo>
                  <a:lnTo>
                    <a:pt x="2496" y="2095"/>
                  </a:lnTo>
                  <a:lnTo>
                    <a:pt x="2503" y="2090"/>
                  </a:lnTo>
                  <a:lnTo>
                    <a:pt x="2511" y="2089"/>
                  </a:lnTo>
                  <a:lnTo>
                    <a:pt x="2518" y="2088"/>
                  </a:lnTo>
                  <a:lnTo>
                    <a:pt x="2518" y="2088"/>
                  </a:lnTo>
                  <a:lnTo>
                    <a:pt x="2525" y="2089"/>
                  </a:lnTo>
                  <a:lnTo>
                    <a:pt x="2532" y="2090"/>
                  </a:lnTo>
                  <a:lnTo>
                    <a:pt x="2538" y="2092"/>
                  </a:lnTo>
                  <a:lnTo>
                    <a:pt x="2543" y="2096"/>
                  </a:lnTo>
                  <a:lnTo>
                    <a:pt x="2548" y="2099"/>
                  </a:lnTo>
                  <a:lnTo>
                    <a:pt x="2552" y="2102"/>
                  </a:lnTo>
                  <a:lnTo>
                    <a:pt x="2558" y="2110"/>
                  </a:lnTo>
                  <a:lnTo>
                    <a:pt x="2558" y="2198"/>
                  </a:lnTo>
                  <a:lnTo>
                    <a:pt x="2558" y="2198"/>
                  </a:lnTo>
                  <a:lnTo>
                    <a:pt x="2551" y="2206"/>
                  </a:lnTo>
                  <a:lnTo>
                    <a:pt x="2543" y="2212"/>
                  </a:lnTo>
                  <a:lnTo>
                    <a:pt x="2538" y="2216"/>
                  </a:lnTo>
                  <a:lnTo>
                    <a:pt x="2532" y="2218"/>
                  </a:lnTo>
                  <a:lnTo>
                    <a:pt x="2525" y="2219"/>
                  </a:lnTo>
                  <a:lnTo>
                    <a:pt x="2519" y="2220"/>
                  </a:lnTo>
                  <a:lnTo>
                    <a:pt x="2519" y="2220"/>
                  </a:lnTo>
                  <a:close/>
                  <a:moveTo>
                    <a:pt x="677" y="2105"/>
                  </a:moveTo>
                  <a:lnTo>
                    <a:pt x="677" y="2105"/>
                  </a:lnTo>
                  <a:lnTo>
                    <a:pt x="669" y="2100"/>
                  </a:lnTo>
                  <a:lnTo>
                    <a:pt x="660" y="2096"/>
                  </a:lnTo>
                  <a:lnTo>
                    <a:pt x="650" y="2093"/>
                  </a:lnTo>
                  <a:lnTo>
                    <a:pt x="640" y="2092"/>
                  </a:lnTo>
                  <a:lnTo>
                    <a:pt x="640" y="2092"/>
                  </a:lnTo>
                  <a:lnTo>
                    <a:pt x="631" y="2093"/>
                  </a:lnTo>
                  <a:lnTo>
                    <a:pt x="622" y="2096"/>
                  </a:lnTo>
                  <a:lnTo>
                    <a:pt x="616" y="2100"/>
                  </a:lnTo>
                  <a:lnTo>
                    <a:pt x="610" y="2106"/>
                  </a:lnTo>
                  <a:lnTo>
                    <a:pt x="606" y="2112"/>
                  </a:lnTo>
                  <a:lnTo>
                    <a:pt x="604" y="2121"/>
                  </a:lnTo>
                  <a:lnTo>
                    <a:pt x="601" y="2132"/>
                  </a:lnTo>
                  <a:lnTo>
                    <a:pt x="600" y="2145"/>
                  </a:lnTo>
                  <a:lnTo>
                    <a:pt x="600" y="2266"/>
                  </a:lnTo>
                  <a:lnTo>
                    <a:pt x="546" y="2266"/>
                  </a:lnTo>
                  <a:lnTo>
                    <a:pt x="546" y="2042"/>
                  </a:lnTo>
                  <a:lnTo>
                    <a:pt x="600" y="2042"/>
                  </a:lnTo>
                  <a:lnTo>
                    <a:pt x="600" y="2061"/>
                  </a:lnTo>
                  <a:lnTo>
                    <a:pt x="600" y="2061"/>
                  </a:lnTo>
                  <a:lnTo>
                    <a:pt x="606" y="2056"/>
                  </a:lnTo>
                  <a:lnTo>
                    <a:pt x="611" y="2050"/>
                  </a:lnTo>
                  <a:lnTo>
                    <a:pt x="617" y="2047"/>
                  </a:lnTo>
                  <a:lnTo>
                    <a:pt x="624" y="2043"/>
                  </a:lnTo>
                  <a:lnTo>
                    <a:pt x="629" y="2040"/>
                  </a:lnTo>
                  <a:lnTo>
                    <a:pt x="636" y="2039"/>
                  </a:lnTo>
                  <a:lnTo>
                    <a:pt x="644" y="2038"/>
                  </a:lnTo>
                  <a:lnTo>
                    <a:pt x="650" y="2037"/>
                  </a:lnTo>
                  <a:lnTo>
                    <a:pt x="650" y="2037"/>
                  </a:lnTo>
                  <a:lnTo>
                    <a:pt x="661" y="2038"/>
                  </a:lnTo>
                  <a:lnTo>
                    <a:pt x="672" y="2041"/>
                  </a:lnTo>
                  <a:lnTo>
                    <a:pt x="684" y="2046"/>
                  </a:lnTo>
                  <a:lnTo>
                    <a:pt x="692" y="2051"/>
                  </a:lnTo>
                  <a:lnTo>
                    <a:pt x="677" y="2105"/>
                  </a:lnTo>
                  <a:close/>
                  <a:moveTo>
                    <a:pt x="242" y="2042"/>
                  </a:moveTo>
                  <a:lnTo>
                    <a:pt x="297" y="2042"/>
                  </a:lnTo>
                  <a:lnTo>
                    <a:pt x="233" y="2266"/>
                  </a:lnTo>
                  <a:lnTo>
                    <a:pt x="186" y="2266"/>
                  </a:lnTo>
                  <a:lnTo>
                    <a:pt x="161" y="2174"/>
                  </a:lnTo>
                  <a:lnTo>
                    <a:pt x="161" y="2174"/>
                  </a:lnTo>
                  <a:lnTo>
                    <a:pt x="149" y="2125"/>
                  </a:lnTo>
                  <a:lnTo>
                    <a:pt x="149" y="2125"/>
                  </a:lnTo>
                  <a:lnTo>
                    <a:pt x="143" y="2148"/>
                  </a:lnTo>
                  <a:lnTo>
                    <a:pt x="137" y="2175"/>
                  </a:lnTo>
                  <a:lnTo>
                    <a:pt x="111" y="2266"/>
                  </a:lnTo>
                  <a:lnTo>
                    <a:pt x="63" y="2266"/>
                  </a:lnTo>
                  <a:lnTo>
                    <a:pt x="63" y="2265"/>
                  </a:lnTo>
                  <a:lnTo>
                    <a:pt x="0" y="2042"/>
                  </a:lnTo>
                  <a:lnTo>
                    <a:pt x="58" y="2042"/>
                  </a:lnTo>
                  <a:lnTo>
                    <a:pt x="78" y="2126"/>
                  </a:lnTo>
                  <a:lnTo>
                    <a:pt x="78" y="2126"/>
                  </a:lnTo>
                  <a:lnTo>
                    <a:pt x="83" y="2152"/>
                  </a:lnTo>
                  <a:lnTo>
                    <a:pt x="89" y="2180"/>
                  </a:lnTo>
                  <a:lnTo>
                    <a:pt x="89" y="2180"/>
                  </a:lnTo>
                  <a:lnTo>
                    <a:pt x="96" y="2152"/>
                  </a:lnTo>
                  <a:lnTo>
                    <a:pt x="102" y="2125"/>
                  </a:lnTo>
                  <a:lnTo>
                    <a:pt x="126" y="2042"/>
                  </a:lnTo>
                  <a:lnTo>
                    <a:pt x="173" y="2042"/>
                  </a:lnTo>
                  <a:lnTo>
                    <a:pt x="197" y="2125"/>
                  </a:lnTo>
                  <a:lnTo>
                    <a:pt x="197" y="2125"/>
                  </a:lnTo>
                  <a:lnTo>
                    <a:pt x="203" y="2151"/>
                  </a:lnTo>
                  <a:lnTo>
                    <a:pt x="210" y="2181"/>
                  </a:lnTo>
                  <a:lnTo>
                    <a:pt x="210" y="2181"/>
                  </a:lnTo>
                  <a:lnTo>
                    <a:pt x="215" y="2156"/>
                  </a:lnTo>
                  <a:lnTo>
                    <a:pt x="221" y="2125"/>
                  </a:lnTo>
                  <a:lnTo>
                    <a:pt x="242" y="2042"/>
                  </a:lnTo>
                  <a:close/>
                  <a:moveTo>
                    <a:pt x="409" y="2037"/>
                  </a:moveTo>
                  <a:lnTo>
                    <a:pt x="409" y="2037"/>
                  </a:lnTo>
                  <a:lnTo>
                    <a:pt x="399" y="2038"/>
                  </a:lnTo>
                  <a:lnTo>
                    <a:pt x="388" y="2039"/>
                  </a:lnTo>
                  <a:lnTo>
                    <a:pt x="378" y="2042"/>
                  </a:lnTo>
                  <a:lnTo>
                    <a:pt x="369" y="2046"/>
                  </a:lnTo>
                  <a:lnTo>
                    <a:pt x="360" y="2050"/>
                  </a:lnTo>
                  <a:lnTo>
                    <a:pt x="351" y="2056"/>
                  </a:lnTo>
                  <a:lnTo>
                    <a:pt x="343" y="2062"/>
                  </a:lnTo>
                  <a:lnTo>
                    <a:pt x="337" y="2070"/>
                  </a:lnTo>
                  <a:lnTo>
                    <a:pt x="330" y="2078"/>
                  </a:lnTo>
                  <a:lnTo>
                    <a:pt x="325" y="2087"/>
                  </a:lnTo>
                  <a:lnTo>
                    <a:pt x="319" y="2097"/>
                  </a:lnTo>
                  <a:lnTo>
                    <a:pt x="316" y="2107"/>
                  </a:lnTo>
                  <a:lnTo>
                    <a:pt x="312" y="2118"/>
                  </a:lnTo>
                  <a:lnTo>
                    <a:pt x="310" y="2129"/>
                  </a:lnTo>
                  <a:lnTo>
                    <a:pt x="308" y="2141"/>
                  </a:lnTo>
                  <a:lnTo>
                    <a:pt x="308" y="2155"/>
                  </a:lnTo>
                  <a:lnTo>
                    <a:pt x="308" y="2155"/>
                  </a:lnTo>
                  <a:lnTo>
                    <a:pt x="308" y="2167"/>
                  </a:lnTo>
                  <a:lnTo>
                    <a:pt x="310" y="2179"/>
                  </a:lnTo>
                  <a:lnTo>
                    <a:pt x="312" y="2190"/>
                  </a:lnTo>
                  <a:lnTo>
                    <a:pt x="316" y="2201"/>
                  </a:lnTo>
                  <a:lnTo>
                    <a:pt x="319" y="2211"/>
                  </a:lnTo>
                  <a:lnTo>
                    <a:pt x="325" y="2221"/>
                  </a:lnTo>
                  <a:lnTo>
                    <a:pt x="330" y="2230"/>
                  </a:lnTo>
                  <a:lnTo>
                    <a:pt x="337" y="2238"/>
                  </a:lnTo>
                  <a:lnTo>
                    <a:pt x="343" y="2246"/>
                  </a:lnTo>
                  <a:lnTo>
                    <a:pt x="351" y="2252"/>
                  </a:lnTo>
                  <a:lnTo>
                    <a:pt x="360" y="2258"/>
                  </a:lnTo>
                  <a:lnTo>
                    <a:pt x="369" y="2262"/>
                  </a:lnTo>
                  <a:lnTo>
                    <a:pt x="378" y="2266"/>
                  </a:lnTo>
                  <a:lnTo>
                    <a:pt x="388" y="2269"/>
                  </a:lnTo>
                  <a:lnTo>
                    <a:pt x="399" y="2270"/>
                  </a:lnTo>
                  <a:lnTo>
                    <a:pt x="409" y="2271"/>
                  </a:lnTo>
                  <a:lnTo>
                    <a:pt x="409" y="2271"/>
                  </a:lnTo>
                  <a:lnTo>
                    <a:pt x="420" y="2270"/>
                  </a:lnTo>
                  <a:lnTo>
                    <a:pt x="431" y="2269"/>
                  </a:lnTo>
                  <a:lnTo>
                    <a:pt x="441" y="2266"/>
                  </a:lnTo>
                  <a:lnTo>
                    <a:pt x="450" y="2262"/>
                  </a:lnTo>
                  <a:lnTo>
                    <a:pt x="459" y="2258"/>
                  </a:lnTo>
                  <a:lnTo>
                    <a:pt x="468" y="2252"/>
                  </a:lnTo>
                  <a:lnTo>
                    <a:pt x="476" y="2246"/>
                  </a:lnTo>
                  <a:lnTo>
                    <a:pt x="482" y="2238"/>
                  </a:lnTo>
                  <a:lnTo>
                    <a:pt x="489" y="2230"/>
                  </a:lnTo>
                  <a:lnTo>
                    <a:pt x="495" y="2221"/>
                  </a:lnTo>
                  <a:lnTo>
                    <a:pt x="499" y="2211"/>
                  </a:lnTo>
                  <a:lnTo>
                    <a:pt x="504" y="2201"/>
                  </a:lnTo>
                  <a:lnTo>
                    <a:pt x="507" y="2190"/>
                  </a:lnTo>
                  <a:lnTo>
                    <a:pt x="509" y="2179"/>
                  </a:lnTo>
                  <a:lnTo>
                    <a:pt x="511" y="2167"/>
                  </a:lnTo>
                  <a:lnTo>
                    <a:pt x="511" y="2155"/>
                  </a:lnTo>
                  <a:lnTo>
                    <a:pt x="511" y="2155"/>
                  </a:lnTo>
                  <a:lnTo>
                    <a:pt x="511" y="2141"/>
                  </a:lnTo>
                  <a:lnTo>
                    <a:pt x="509" y="2129"/>
                  </a:lnTo>
                  <a:lnTo>
                    <a:pt x="507" y="2118"/>
                  </a:lnTo>
                  <a:lnTo>
                    <a:pt x="504" y="2107"/>
                  </a:lnTo>
                  <a:lnTo>
                    <a:pt x="499" y="2097"/>
                  </a:lnTo>
                  <a:lnTo>
                    <a:pt x="495" y="2087"/>
                  </a:lnTo>
                  <a:lnTo>
                    <a:pt x="489" y="2078"/>
                  </a:lnTo>
                  <a:lnTo>
                    <a:pt x="482" y="2070"/>
                  </a:lnTo>
                  <a:lnTo>
                    <a:pt x="476" y="2062"/>
                  </a:lnTo>
                  <a:lnTo>
                    <a:pt x="468" y="2056"/>
                  </a:lnTo>
                  <a:lnTo>
                    <a:pt x="459" y="2050"/>
                  </a:lnTo>
                  <a:lnTo>
                    <a:pt x="450" y="2046"/>
                  </a:lnTo>
                  <a:lnTo>
                    <a:pt x="441" y="2042"/>
                  </a:lnTo>
                  <a:lnTo>
                    <a:pt x="431" y="2039"/>
                  </a:lnTo>
                  <a:lnTo>
                    <a:pt x="420" y="2038"/>
                  </a:lnTo>
                  <a:lnTo>
                    <a:pt x="409" y="2037"/>
                  </a:lnTo>
                  <a:lnTo>
                    <a:pt x="409" y="2037"/>
                  </a:lnTo>
                  <a:close/>
                  <a:moveTo>
                    <a:pt x="409" y="2219"/>
                  </a:moveTo>
                  <a:lnTo>
                    <a:pt x="409" y="2219"/>
                  </a:lnTo>
                  <a:lnTo>
                    <a:pt x="399" y="2218"/>
                  </a:lnTo>
                  <a:lnTo>
                    <a:pt x="390" y="2215"/>
                  </a:lnTo>
                  <a:lnTo>
                    <a:pt x="383" y="2209"/>
                  </a:lnTo>
                  <a:lnTo>
                    <a:pt x="377" y="2201"/>
                  </a:lnTo>
                  <a:lnTo>
                    <a:pt x="371" y="2192"/>
                  </a:lnTo>
                  <a:lnTo>
                    <a:pt x="367" y="2181"/>
                  </a:lnTo>
                  <a:lnTo>
                    <a:pt x="365" y="2168"/>
                  </a:lnTo>
                  <a:lnTo>
                    <a:pt x="365" y="2155"/>
                  </a:lnTo>
                  <a:lnTo>
                    <a:pt x="365" y="2155"/>
                  </a:lnTo>
                  <a:lnTo>
                    <a:pt x="365" y="2140"/>
                  </a:lnTo>
                  <a:lnTo>
                    <a:pt x="367" y="2127"/>
                  </a:lnTo>
                  <a:lnTo>
                    <a:pt x="371" y="2117"/>
                  </a:lnTo>
                  <a:lnTo>
                    <a:pt x="377" y="2107"/>
                  </a:lnTo>
                  <a:lnTo>
                    <a:pt x="383" y="2099"/>
                  </a:lnTo>
                  <a:lnTo>
                    <a:pt x="390" y="2093"/>
                  </a:lnTo>
                  <a:lnTo>
                    <a:pt x="399" y="2090"/>
                  </a:lnTo>
                  <a:lnTo>
                    <a:pt x="409" y="2089"/>
                  </a:lnTo>
                  <a:lnTo>
                    <a:pt x="409" y="2089"/>
                  </a:lnTo>
                  <a:lnTo>
                    <a:pt x="419" y="2090"/>
                  </a:lnTo>
                  <a:lnTo>
                    <a:pt x="428" y="2093"/>
                  </a:lnTo>
                  <a:lnTo>
                    <a:pt x="436" y="2099"/>
                  </a:lnTo>
                  <a:lnTo>
                    <a:pt x="442" y="2107"/>
                  </a:lnTo>
                  <a:lnTo>
                    <a:pt x="448" y="2117"/>
                  </a:lnTo>
                  <a:lnTo>
                    <a:pt x="451" y="2127"/>
                  </a:lnTo>
                  <a:lnTo>
                    <a:pt x="453" y="2140"/>
                  </a:lnTo>
                  <a:lnTo>
                    <a:pt x="455" y="2155"/>
                  </a:lnTo>
                  <a:lnTo>
                    <a:pt x="455" y="2155"/>
                  </a:lnTo>
                  <a:lnTo>
                    <a:pt x="453" y="2168"/>
                  </a:lnTo>
                  <a:lnTo>
                    <a:pt x="451" y="2181"/>
                  </a:lnTo>
                  <a:lnTo>
                    <a:pt x="448" y="2192"/>
                  </a:lnTo>
                  <a:lnTo>
                    <a:pt x="442" y="2201"/>
                  </a:lnTo>
                  <a:lnTo>
                    <a:pt x="436" y="2209"/>
                  </a:lnTo>
                  <a:lnTo>
                    <a:pt x="428" y="2215"/>
                  </a:lnTo>
                  <a:lnTo>
                    <a:pt x="419" y="2218"/>
                  </a:lnTo>
                  <a:lnTo>
                    <a:pt x="409" y="2219"/>
                  </a:lnTo>
                  <a:lnTo>
                    <a:pt x="409" y="2219"/>
                  </a:lnTo>
                  <a:close/>
                  <a:moveTo>
                    <a:pt x="2285" y="2105"/>
                  </a:moveTo>
                  <a:lnTo>
                    <a:pt x="2285" y="2105"/>
                  </a:lnTo>
                  <a:lnTo>
                    <a:pt x="2276" y="2100"/>
                  </a:lnTo>
                  <a:lnTo>
                    <a:pt x="2267" y="2096"/>
                  </a:lnTo>
                  <a:lnTo>
                    <a:pt x="2257" y="2093"/>
                  </a:lnTo>
                  <a:lnTo>
                    <a:pt x="2249" y="2092"/>
                  </a:lnTo>
                  <a:lnTo>
                    <a:pt x="2249" y="2092"/>
                  </a:lnTo>
                  <a:lnTo>
                    <a:pt x="2239" y="2093"/>
                  </a:lnTo>
                  <a:lnTo>
                    <a:pt x="2231" y="2096"/>
                  </a:lnTo>
                  <a:lnTo>
                    <a:pt x="2224" y="2100"/>
                  </a:lnTo>
                  <a:lnTo>
                    <a:pt x="2219" y="2106"/>
                  </a:lnTo>
                  <a:lnTo>
                    <a:pt x="2214" y="2112"/>
                  </a:lnTo>
                  <a:lnTo>
                    <a:pt x="2211" y="2121"/>
                  </a:lnTo>
                  <a:lnTo>
                    <a:pt x="2209" y="2132"/>
                  </a:lnTo>
                  <a:lnTo>
                    <a:pt x="2209" y="2145"/>
                  </a:lnTo>
                  <a:lnTo>
                    <a:pt x="2209" y="2266"/>
                  </a:lnTo>
                  <a:lnTo>
                    <a:pt x="2153" y="2266"/>
                  </a:lnTo>
                  <a:lnTo>
                    <a:pt x="2153" y="2042"/>
                  </a:lnTo>
                  <a:lnTo>
                    <a:pt x="2209" y="2042"/>
                  </a:lnTo>
                  <a:lnTo>
                    <a:pt x="2209" y="2061"/>
                  </a:lnTo>
                  <a:lnTo>
                    <a:pt x="2209" y="2061"/>
                  </a:lnTo>
                  <a:lnTo>
                    <a:pt x="2213" y="2056"/>
                  </a:lnTo>
                  <a:lnTo>
                    <a:pt x="2219" y="2050"/>
                  </a:lnTo>
                  <a:lnTo>
                    <a:pt x="2224" y="2047"/>
                  </a:lnTo>
                  <a:lnTo>
                    <a:pt x="2231" y="2043"/>
                  </a:lnTo>
                  <a:lnTo>
                    <a:pt x="2237" y="2040"/>
                  </a:lnTo>
                  <a:lnTo>
                    <a:pt x="2244" y="2039"/>
                  </a:lnTo>
                  <a:lnTo>
                    <a:pt x="2251" y="2038"/>
                  </a:lnTo>
                  <a:lnTo>
                    <a:pt x="2257" y="2037"/>
                  </a:lnTo>
                  <a:lnTo>
                    <a:pt x="2257" y="2037"/>
                  </a:lnTo>
                  <a:lnTo>
                    <a:pt x="2269" y="2038"/>
                  </a:lnTo>
                  <a:lnTo>
                    <a:pt x="2280" y="2041"/>
                  </a:lnTo>
                  <a:lnTo>
                    <a:pt x="2291" y="2046"/>
                  </a:lnTo>
                  <a:lnTo>
                    <a:pt x="2300" y="2051"/>
                  </a:lnTo>
                  <a:lnTo>
                    <a:pt x="2285" y="2105"/>
                  </a:lnTo>
                  <a:close/>
                  <a:moveTo>
                    <a:pt x="1850" y="2042"/>
                  </a:moveTo>
                  <a:lnTo>
                    <a:pt x="1904" y="2042"/>
                  </a:lnTo>
                  <a:lnTo>
                    <a:pt x="1841" y="2266"/>
                  </a:lnTo>
                  <a:lnTo>
                    <a:pt x="1793" y="2266"/>
                  </a:lnTo>
                  <a:lnTo>
                    <a:pt x="1768" y="2174"/>
                  </a:lnTo>
                  <a:lnTo>
                    <a:pt x="1768" y="2174"/>
                  </a:lnTo>
                  <a:lnTo>
                    <a:pt x="1756" y="2125"/>
                  </a:lnTo>
                  <a:lnTo>
                    <a:pt x="1756" y="2125"/>
                  </a:lnTo>
                  <a:lnTo>
                    <a:pt x="1751" y="2148"/>
                  </a:lnTo>
                  <a:lnTo>
                    <a:pt x="1744" y="2175"/>
                  </a:lnTo>
                  <a:lnTo>
                    <a:pt x="1720" y="2266"/>
                  </a:lnTo>
                  <a:lnTo>
                    <a:pt x="1672" y="2266"/>
                  </a:lnTo>
                  <a:lnTo>
                    <a:pt x="1671" y="2265"/>
                  </a:lnTo>
                  <a:lnTo>
                    <a:pt x="1608" y="2042"/>
                  </a:lnTo>
                  <a:lnTo>
                    <a:pt x="1665" y="2042"/>
                  </a:lnTo>
                  <a:lnTo>
                    <a:pt x="1686" y="2126"/>
                  </a:lnTo>
                  <a:lnTo>
                    <a:pt x="1686" y="2126"/>
                  </a:lnTo>
                  <a:lnTo>
                    <a:pt x="1692" y="2152"/>
                  </a:lnTo>
                  <a:lnTo>
                    <a:pt x="1697" y="2180"/>
                  </a:lnTo>
                  <a:lnTo>
                    <a:pt x="1697" y="2180"/>
                  </a:lnTo>
                  <a:lnTo>
                    <a:pt x="1703" y="2152"/>
                  </a:lnTo>
                  <a:lnTo>
                    <a:pt x="1711" y="2125"/>
                  </a:lnTo>
                  <a:lnTo>
                    <a:pt x="1734" y="2042"/>
                  </a:lnTo>
                  <a:lnTo>
                    <a:pt x="1781" y="2042"/>
                  </a:lnTo>
                  <a:lnTo>
                    <a:pt x="1804" y="2125"/>
                  </a:lnTo>
                  <a:lnTo>
                    <a:pt x="1804" y="2125"/>
                  </a:lnTo>
                  <a:lnTo>
                    <a:pt x="1811" y="2151"/>
                  </a:lnTo>
                  <a:lnTo>
                    <a:pt x="1817" y="2181"/>
                  </a:lnTo>
                  <a:lnTo>
                    <a:pt x="1817" y="2181"/>
                  </a:lnTo>
                  <a:lnTo>
                    <a:pt x="1823" y="2156"/>
                  </a:lnTo>
                  <a:lnTo>
                    <a:pt x="1830" y="2125"/>
                  </a:lnTo>
                  <a:lnTo>
                    <a:pt x="1850" y="2042"/>
                  </a:lnTo>
                  <a:close/>
                  <a:moveTo>
                    <a:pt x="2016" y="2037"/>
                  </a:moveTo>
                  <a:lnTo>
                    <a:pt x="2016" y="2037"/>
                  </a:lnTo>
                  <a:lnTo>
                    <a:pt x="2006" y="2038"/>
                  </a:lnTo>
                  <a:lnTo>
                    <a:pt x="1995" y="2039"/>
                  </a:lnTo>
                  <a:lnTo>
                    <a:pt x="1985" y="2042"/>
                  </a:lnTo>
                  <a:lnTo>
                    <a:pt x="1976" y="2046"/>
                  </a:lnTo>
                  <a:lnTo>
                    <a:pt x="1967" y="2050"/>
                  </a:lnTo>
                  <a:lnTo>
                    <a:pt x="1958" y="2057"/>
                  </a:lnTo>
                  <a:lnTo>
                    <a:pt x="1951" y="2062"/>
                  </a:lnTo>
                  <a:lnTo>
                    <a:pt x="1944" y="2070"/>
                  </a:lnTo>
                  <a:lnTo>
                    <a:pt x="1937" y="2078"/>
                  </a:lnTo>
                  <a:lnTo>
                    <a:pt x="1932" y="2087"/>
                  </a:lnTo>
                  <a:lnTo>
                    <a:pt x="1926" y="2097"/>
                  </a:lnTo>
                  <a:lnTo>
                    <a:pt x="1923" y="2107"/>
                  </a:lnTo>
                  <a:lnTo>
                    <a:pt x="1920" y="2118"/>
                  </a:lnTo>
                  <a:lnTo>
                    <a:pt x="1916" y="2130"/>
                  </a:lnTo>
                  <a:lnTo>
                    <a:pt x="1915" y="2141"/>
                  </a:lnTo>
                  <a:lnTo>
                    <a:pt x="1915" y="2155"/>
                  </a:lnTo>
                  <a:lnTo>
                    <a:pt x="1915" y="2155"/>
                  </a:lnTo>
                  <a:lnTo>
                    <a:pt x="1915" y="2167"/>
                  </a:lnTo>
                  <a:lnTo>
                    <a:pt x="1916" y="2179"/>
                  </a:lnTo>
                  <a:lnTo>
                    <a:pt x="1920" y="2190"/>
                  </a:lnTo>
                  <a:lnTo>
                    <a:pt x="1923" y="2201"/>
                  </a:lnTo>
                  <a:lnTo>
                    <a:pt x="1926" y="2211"/>
                  </a:lnTo>
                  <a:lnTo>
                    <a:pt x="1932" y="2221"/>
                  </a:lnTo>
                  <a:lnTo>
                    <a:pt x="1937" y="2230"/>
                  </a:lnTo>
                  <a:lnTo>
                    <a:pt x="1944" y="2238"/>
                  </a:lnTo>
                  <a:lnTo>
                    <a:pt x="1951" y="2246"/>
                  </a:lnTo>
                  <a:lnTo>
                    <a:pt x="1958" y="2252"/>
                  </a:lnTo>
                  <a:lnTo>
                    <a:pt x="1967" y="2258"/>
                  </a:lnTo>
                  <a:lnTo>
                    <a:pt x="1976" y="2262"/>
                  </a:lnTo>
                  <a:lnTo>
                    <a:pt x="1985" y="2266"/>
                  </a:lnTo>
                  <a:lnTo>
                    <a:pt x="1995" y="2269"/>
                  </a:lnTo>
                  <a:lnTo>
                    <a:pt x="2006" y="2270"/>
                  </a:lnTo>
                  <a:lnTo>
                    <a:pt x="2016" y="2271"/>
                  </a:lnTo>
                  <a:lnTo>
                    <a:pt x="2016" y="2271"/>
                  </a:lnTo>
                  <a:lnTo>
                    <a:pt x="2027" y="2270"/>
                  </a:lnTo>
                  <a:lnTo>
                    <a:pt x="2039" y="2269"/>
                  </a:lnTo>
                  <a:lnTo>
                    <a:pt x="2049" y="2266"/>
                  </a:lnTo>
                  <a:lnTo>
                    <a:pt x="2057" y="2262"/>
                  </a:lnTo>
                  <a:lnTo>
                    <a:pt x="2066" y="2258"/>
                  </a:lnTo>
                  <a:lnTo>
                    <a:pt x="2075" y="2252"/>
                  </a:lnTo>
                  <a:lnTo>
                    <a:pt x="2083" y="2246"/>
                  </a:lnTo>
                  <a:lnTo>
                    <a:pt x="2090" y="2238"/>
                  </a:lnTo>
                  <a:lnTo>
                    <a:pt x="2096" y="2230"/>
                  </a:lnTo>
                  <a:lnTo>
                    <a:pt x="2102" y="2221"/>
                  </a:lnTo>
                  <a:lnTo>
                    <a:pt x="2106" y="2211"/>
                  </a:lnTo>
                  <a:lnTo>
                    <a:pt x="2111" y="2201"/>
                  </a:lnTo>
                  <a:lnTo>
                    <a:pt x="2114" y="2190"/>
                  </a:lnTo>
                  <a:lnTo>
                    <a:pt x="2116" y="2179"/>
                  </a:lnTo>
                  <a:lnTo>
                    <a:pt x="2119" y="2167"/>
                  </a:lnTo>
                  <a:lnTo>
                    <a:pt x="2119" y="2155"/>
                  </a:lnTo>
                  <a:lnTo>
                    <a:pt x="2119" y="2155"/>
                  </a:lnTo>
                  <a:lnTo>
                    <a:pt x="2119" y="2141"/>
                  </a:lnTo>
                  <a:lnTo>
                    <a:pt x="2116" y="2130"/>
                  </a:lnTo>
                  <a:lnTo>
                    <a:pt x="2114" y="2118"/>
                  </a:lnTo>
                  <a:lnTo>
                    <a:pt x="2111" y="2107"/>
                  </a:lnTo>
                  <a:lnTo>
                    <a:pt x="2106" y="2097"/>
                  </a:lnTo>
                  <a:lnTo>
                    <a:pt x="2102" y="2087"/>
                  </a:lnTo>
                  <a:lnTo>
                    <a:pt x="2096" y="2078"/>
                  </a:lnTo>
                  <a:lnTo>
                    <a:pt x="2090" y="2070"/>
                  </a:lnTo>
                  <a:lnTo>
                    <a:pt x="2083" y="2062"/>
                  </a:lnTo>
                  <a:lnTo>
                    <a:pt x="2075" y="2057"/>
                  </a:lnTo>
                  <a:lnTo>
                    <a:pt x="2066" y="2050"/>
                  </a:lnTo>
                  <a:lnTo>
                    <a:pt x="2057" y="2046"/>
                  </a:lnTo>
                  <a:lnTo>
                    <a:pt x="2049" y="2042"/>
                  </a:lnTo>
                  <a:lnTo>
                    <a:pt x="2039" y="2039"/>
                  </a:lnTo>
                  <a:lnTo>
                    <a:pt x="2027" y="2038"/>
                  </a:lnTo>
                  <a:lnTo>
                    <a:pt x="2016" y="2037"/>
                  </a:lnTo>
                  <a:lnTo>
                    <a:pt x="2016" y="2037"/>
                  </a:lnTo>
                  <a:close/>
                  <a:moveTo>
                    <a:pt x="2016" y="2219"/>
                  </a:moveTo>
                  <a:lnTo>
                    <a:pt x="2016" y="2219"/>
                  </a:lnTo>
                  <a:lnTo>
                    <a:pt x="2006" y="2218"/>
                  </a:lnTo>
                  <a:lnTo>
                    <a:pt x="1998" y="2215"/>
                  </a:lnTo>
                  <a:lnTo>
                    <a:pt x="1991" y="2209"/>
                  </a:lnTo>
                  <a:lnTo>
                    <a:pt x="1984" y="2201"/>
                  </a:lnTo>
                  <a:lnTo>
                    <a:pt x="1978" y="2192"/>
                  </a:lnTo>
                  <a:lnTo>
                    <a:pt x="1974" y="2181"/>
                  </a:lnTo>
                  <a:lnTo>
                    <a:pt x="1972" y="2168"/>
                  </a:lnTo>
                  <a:lnTo>
                    <a:pt x="1972" y="2155"/>
                  </a:lnTo>
                  <a:lnTo>
                    <a:pt x="1972" y="2155"/>
                  </a:lnTo>
                  <a:lnTo>
                    <a:pt x="1972" y="2140"/>
                  </a:lnTo>
                  <a:lnTo>
                    <a:pt x="1974" y="2128"/>
                  </a:lnTo>
                  <a:lnTo>
                    <a:pt x="1978" y="2117"/>
                  </a:lnTo>
                  <a:lnTo>
                    <a:pt x="1984" y="2107"/>
                  </a:lnTo>
                  <a:lnTo>
                    <a:pt x="1991" y="2099"/>
                  </a:lnTo>
                  <a:lnTo>
                    <a:pt x="1998" y="2093"/>
                  </a:lnTo>
                  <a:lnTo>
                    <a:pt x="2006" y="2090"/>
                  </a:lnTo>
                  <a:lnTo>
                    <a:pt x="2016" y="2089"/>
                  </a:lnTo>
                  <a:lnTo>
                    <a:pt x="2016" y="2089"/>
                  </a:lnTo>
                  <a:lnTo>
                    <a:pt x="2026" y="2090"/>
                  </a:lnTo>
                  <a:lnTo>
                    <a:pt x="2035" y="2093"/>
                  </a:lnTo>
                  <a:lnTo>
                    <a:pt x="2043" y="2099"/>
                  </a:lnTo>
                  <a:lnTo>
                    <a:pt x="2050" y="2107"/>
                  </a:lnTo>
                  <a:lnTo>
                    <a:pt x="2055" y="2117"/>
                  </a:lnTo>
                  <a:lnTo>
                    <a:pt x="2059" y="2128"/>
                  </a:lnTo>
                  <a:lnTo>
                    <a:pt x="2061" y="2140"/>
                  </a:lnTo>
                  <a:lnTo>
                    <a:pt x="2062" y="2155"/>
                  </a:lnTo>
                  <a:lnTo>
                    <a:pt x="2062" y="2155"/>
                  </a:lnTo>
                  <a:lnTo>
                    <a:pt x="2061" y="2168"/>
                  </a:lnTo>
                  <a:lnTo>
                    <a:pt x="2059" y="2181"/>
                  </a:lnTo>
                  <a:lnTo>
                    <a:pt x="2055" y="2192"/>
                  </a:lnTo>
                  <a:lnTo>
                    <a:pt x="2050" y="2201"/>
                  </a:lnTo>
                  <a:lnTo>
                    <a:pt x="2043" y="2209"/>
                  </a:lnTo>
                  <a:lnTo>
                    <a:pt x="2035" y="2215"/>
                  </a:lnTo>
                  <a:lnTo>
                    <a:pt x="2026" y="2218"/>
                  </a:lnTo>
                  <a:lnTo>
                    <a:pt x="2016" y="2219"/>
                  </a:lnTo>
                  <a:lnTo>
                    <a:pt x="2016" y="2219"/>
                  </a:lnTo>
                  <a:close/>
                  <a:moveTo>
                    <a:pt x="843" y="2116"/>
                  </a:moveTo>
                  <a:lnTo>
                    <a:pt x="910" y="2266"/>
                  </a:lnTo>
                  <a:lnTo>
                    <a:pt x="849" y="2266"/>
                  </a:lnTo>
                  <a:lnTo>
                    <a:pt x="803" y="2162"/>
                  </a:lnTo>
                  <a:lnTo>
                    <a:pt x="772" y="2199"/>
                  </a:lnTo>
                  <a:lnTo>
                    <a:pt x="772" y="2266"/>
                  </a:lnTo>
                  <a:lnTo>
                    <a:pt x="718" y="2266"/>
                  </a:lnTo>
                  <a:lnTo>
                    <a:pt x="718" y="1977"/>
                  </a:lnTo>
                  <a:lnTo>
                    <a:pt x="772" y="1949"/>
                  </a:lnTo>
                  <a:lnTo>
                    <a:pt x="772" y="2128"/>
                  </a:lnTo>
                  <a:lnTo>
                    <a:pt x="772" y="2128"/>
                  </a:lnTo>
                  <a:lnTo>
                    <a:pt x="794" y="2099"/>
                  </a:lnTo>
                  <a:lnTo>
                    <a:pt x="838" y="2042"/>
                  </a:lnTo>
                  <a:lnTo>
                    <a:pt x="903" y="2042"/>
                  </a:lnTo>
                  <a:lnTo>
                    <a:pt x="843" y="2116"/>
                  </a:lnTo>
                  <a:close/>
                  <a:moveTo>
                    <a:pt x="1105" y="2266"/>
                  </a:moveTo>
                  <a:lnTo>
                    <a:pt x="1049" y="2266"/>
                  </a:lnTo>
                  <a:lnTo>
                    <a:pt x="1049" y="2042"/>
                  </a:lnTo>
                  <a:lnTo>
                    <a:pt x="1105" y="2042"/>
                  </a:lnTo>
                  <a:lnTo>
                    <a:pt x="1105" y="2061"/>
                  </a:lnTo>
                  <a:lnTo>
                    <a:pt x="1105" y="2061"/>
                  </a:lnTo>
                  <a:lnTo>
                    <a:pt x="1110" y="2056"/>
                  </a:lnTo>
                  <a:lnTo>
                    <a:pt x="1116" y="2051"/>
                  </a:lnTo>
                  <a:lnTo>
                    <a:pt x="1123" y="2047"/>
                  </a:lnTo>
                  <a:lnTo>
                    <a:pt x="1129" y="2043"/>
                  </a:lnTo>
                  <a:lnTo>
                    <a:pt x="1137" y="2041"/>
                  </a:lnTo>
                  <a:lnTo>
                    <a:pt x="1145" y="2039"/>
                  </a:lnTo>
                  <a:lnTo>
                    <a:pt x="1153" y="2038"/>
                  </a:lnTo>
                  <a:lnTo>
                    <a:pt x="1162" y="2037"/>
                  </a:lnTo>
                  <a:lnTo>
                    <a:pt x="1162" y="2037"/>
                  </a:lnTo>
                  <a:lnTo>
                    <a:pt x="1172" y="2038"/>
                  </a:lnTo>
                  <a:lnTo>
                    <a:pt x="1180" y="2039"/>
                  </a:lnTo>
                  <a:lnTo>
                    <a:pt x="1188" y="2041"/>
                  </a:lnTo>
                  <a:lnTo>
                    <a:pt x="1197" y="2043"/>
                  </a:lnTo>
                  <a:lnTo>
                    <a:pt x="1204" y="2048"/>
                  </a:lnTo>
                  <a:lnTo>
                    <a:pt x="1210" y="2052"/>
                  </a:lnTo>
                  <a:lnTo>
                    <a:pt x="1217" y="2057"/>
                  </a:lnTo>
                  <a:lnTo>
                    <a:pt x="1223" y="2063"/>
                  </a:lnTo>
                  <a:lnTo>
                    <a:pt x="1227" y="2070"/>
                  </a:lnTo>
                  <a:lnTo>
                    <a:pt x="1232" y="2078"/>
                  </a:lnTo>
                  <a:lnTo>
                    <a:pt x="1235" y="2086"/>
                  </a:lnTo>
                  <a:lnTo>
                    <a:pt x="1238" y="2096"/>
                  </a:lnTo>
                  <a:lnTo>
                    <a:pt x="1240" y="2106"/>
                  </a:lnTo>
                  <a:lnTo>
                    <a:pt x="1242" y="2116"/>
                  </a:lnTo>
                  <a:lnTo>
                    <a:pt x="1243" y="2127"/>
                  </a:lnTo>
                  <a:lnTo>
                    <a:pt x="1244" y="2139"/>
                  </a:lnTo>
                  <a:lnTo>
                    <a:pt x="1244" y="2266"/>
                  </a:lnTo>
                  <a:lnTo>
                    <a:pt x="1188" y="2266"/>
                  </a:lnTo>
                  <a:lnTo>
                    <a:pt x="1188" y="2142"/>
                  </a:lnTo>
                  <a:lnTo>
                    <a:pt x="1188" y="2142"/>
                  </a:lnTo>
                  <a:lnTo>
                    <a:pt x="1187" y="2130"/>
                  </a:lnTo>
                  <a:lnTo>
                    <a:pt x="1186" y="2118"/>
                  </a:lnTo>
                  <a:lnTo>
                    <a:pt x="1183" y="2109"/>
                  </a:lnTo>
                  <a:lnTo>
                    <a:pt x="1178" y="2101"/>
                  </a:lnTo>
                  <a:lnTo>
                    <a:pt x="1173" y="2096"/>
                  </a:lnTo>
                  <a:lnTo>
                    <a:pt x="1166" y="2091"/>
                  </a:lnTo>
                  <a:lnTo>
                    <a:pt x="1157" y="2089"/>
                  </a:lnTo>
                  <a:lnTo>
                    <a:pt x="1147" y="2088"/>
                  </a:lnTo>
                  <a:lnTo>
                    <a:pt x="1147" y="2088"/>
                  </a:lnTo>
                  <a:lnTo>
                    <a:pt x="1138" y="2089"/>
                  </a:lnTo>
                  <a:lnTo>
                    <a:pt x="1129" y="2091"/>
                  </a:lnTo>
                  <a:lnTo>
                    <a:pt x="1122" y="2096"/>
                  </a:lnTo>
                  <a:lnTo>
                    <a:pt x="1116" y="2102"/>
                  </a:lnTo>
                  <a:lnTo>
                    <a:pt x="1112" y="2109"/>
                  </a:lnTo>
                  <a:lnTo>
                    <a:pt x="1108" y="2119"/>
                  </a:lnTo>
                  <a:lnTo>
                    <a:pt x="1106" y="2130"/>
                  </a:lnTo>
                  <a:lnTo>
                    <a:pt x="1105" y="2142"/>
                  </a:lnTo>
                  <a:lnTo>
                    <a:pt x="1105" y="2266"/>
                  </a:lnTo>
                  <a:close/>
                  <a:moveTo>
                    <a:pt x="1418" y="2058"/>
                  </a:moveTo>
                  <a:lnTo>
                    <a:pt x="1418" y="2058"/>
                  </a:lnTo>
                  <a:lnTo>
                    <a:pt x="1413" y="2053"/>
                  </a:lnTo>
                  <a:lnTo>
                    <a:pt x="1407" y="2049"/>
                  </a:lnTo>
                  <a:lnTo>
                    <a:pt x="1402" y="2046"/>
                  </a:lnTo>
                  <a:lnTo>
                    <a:pt x="1395" y="2042"/>
                  </a:lnTo>
                  <a:lnTo>
                    <a:pt x="1388" y="2040"/>
                  </a:lnTo>
                  <a:lnTo>
                    <a:pt x="1382" y="2039"/>
                  </a:lnTo>
                  <a:lnTo>
                    <a:pt x="1375" y="2038"/>
                  </a:lnTo>
                  <a:lnTo>
                    <a:pt x="1368" y="2037"/>
                  </a:lnTo>
                  <a:lnTo>
                    <a:pt x="1368" y="2037"/>
                  </a:lnTo>
                  <a:lnTo>
                    <a:pt x="1358" y="2038"/>
                  </a:lnTo>
                  <a:lnTo>
                    <a:pt x="1349" y="2039"/>
                  </a:lnTo>
                  <a:lnTo>
                    <a:pt x="1340" y="2041"/>
                  </a:lnTo>
                  <a:lnTo>
                    <a:pt x="1332" y="2046"/>
                  </a:lnTo>
                  <a:lnTo>
                    <a:pt x="1324" y="2049"/>
                  </a:lnTo>
                  <a:lnTo>
                    <a:pt x="1317" y="2055"/>
                  </a:lnTo>
                  <a:lnTo>
                    <a:pt x="1310" y="2061"/>
                  </a:lnTo>
                  <a:lnTo>
                    <a:pt x="1304" y="2068"/>
                  </a:lnTo>
                  <a:lnTo>
                    <a:pt x="1298" y="2076"/>
                  </a:lnTo>
                  <a:lnTo>
                    <a:pt x="1294" y="2085"/>
                  </a:lnTo>
                  <a:lnTo>
                    <a:pt x="1289" y="2093"/>
                  </a:lnTo>
                  <a:lnTo>
                    <a:pt x="1286" y="2105"/>
                  </a:lnTo>
                  <a:lnTo>
                    <a:pt x="1284" y="2115"/>
                  </a:lnTo>
                  <a:lnTo>
                    <a:pt x="1282" y="2127"/>
                  </a:lnTo>
                  <a:lnTo>
                    <a:pt x="1280" y="2139"/>
                  </a:lnTo>
                  <a:lnTo>
                    <a:pt x="1280" y="2151"/>
                  </a:lnTo>
                  <a:lnTo>
                    <a:pt x="1280" y="2151"/>
                  </a:lnTo>
                  <a:lnTo>
                    <a:pt x="1280" y="2166"/>
                  </a:lnTo>
                  <a:lnTo>
                    <a:pt x="1282" y="2178"/>
                  </a:lnTo>
                  <a:lnTo>
                    <a:pt x="1284" y="2190"/>
                  </a:lnTo>
                  <a:lnTo>
                    <a:pt x="1286" y="2202"/>
                  </a:lnTo>
                  <a:lnTo>
                    <a:pt x="1289" y="2212"/>
                  </a:lnTo>
                  <a:lnTo>
                    <a:pt x="1294" y="2222"/>
                  </a:lnTo>
                  <a:lnTo>
                    <a:pt x="1298" y="2231"/>
                  </a:lnTo>
                  <a:lnTo>
                    <a:pt x="1304" y="2239"/>
                  </a:lnTo>
                  <a:lnTo>
                    <a:pt x="1309" y="2247"/>
                  </a:lnTo>
                  <a:lnTo>
                    <a:pt x="1316" y="2252"/>
                  </a:lnTo>
                  <a:lnTo>
                    <a:pt x="1323" y="2258"/>
                  </a:lnTo>
                  <a:lnTo>
                    <a:pt x="1330" y="2262"/>
                  </a:lnTo>
                  <a:lnTo>
                    <a:pt x="1339" y="2266"/>
                  </a:lnTo>
                  <a:lnTo>
                    <a:pt x="1348" y="2269"/>
                  </a:lnTo>
                  <a:lnTo>
                    <a:pt x="1357" y="2270"/>
                  </a:lnTo>
                  <a:lnTo>
                    <a:pt x="1367" y="2271"/>
                  </a:lnTo>
                  <a:lnTo>
                    <a:pt x="1367" y="2271"/>
                  </a:lnTo>
                  <a:lnTo>
                    <a:pt x="1374" y="2270"/>
                  </a:lnTo>
                  <a:lnTo>
                    <a:pt x="1382" y="2269"/>
                  </a:lnTo>
                  <a:lnTo>
                    <a:pt x="1388" y="2268"/>
                  </a:lnTo>
                  <a:lnTo>
                    <a:pt x="1395" y="2266"/>
                  </a:lnTo>
                  <a:lnTo>
                    <a:pt x="1401" y="2262"/>
                  </a:lnTo>
                  <a:lnTo>
                    <a:pt x="1407" y="2259"/>
                  </a:lnTo>
                  <a:lnTo>
                    <a:pt x="1413" y="2255"/>
                  </a:lnTo>
                  <a:lnTo>
                    <a:pt x="1418" y="2249"/>
                  </a:lnTo>
                  <a:lnTo>
                    <a:pt x="1418" y="2255"/>
                  </a:lnTo>
                  <a:lnTo>
                    <a:pt x="1418" y="2255"/>
                  </a:lnTo>
                  <a:lnTo>
                    <a:pt x="1418" y="2264"/>
                  </a:lnTo>
                  <a:lnTo>
                    <a:pt x="1417" y="2274"/>
                  </a:lnTo>
                  <a:lnTo>
                    <a:pt x="1414" y="2284"/>
                  </a:lnTo>
                  <a:lnTo>
                    <a:pt x="1412" y="2288"/>
                  </a:lnTo>
                  <a:lnTo>
                    <a:pt x="1409" y="2293"/>
                  </a:lnTo>
                  <a:lnTo>
                    <a:pt x="1405" y="2297"/>
                  </a:lnTo>
                  <a:lnTo>
                    <a:pt x="1401" y="2301"/>
                  </a:lnTo>
                  <a:lnTo>
                    <a:pt x="1395" y="2305"/>
                  </a:lnTo>
                  <a:lnTo>
                    <a:pt x="1388" y="2308"/>
                  </a:lnTo>
                  <a:lnTo>
                    <a:pt x="1379" y="2310"/>
                  </a:lnTo>
                  <a:lnTo>
                    <a:pt x="1370" y="2313"/>
                  </a:lnTo>
                  <a:lnTo>
                    <a:pt x="1359" y="2314"/>
                  </a:lnTo>
                  <a:lnTo>
                    <a:pt x="1346" y="2314"/>
                  </a:lnTo>
                  <a:lnTo>
                    <a:pt x="1344" y="2314"/>
                  </a:lnTo>
                  <a:lnTo>
                    <a:pt x="1364" y="2357"/>
                  </a:lnTo>
                  <a:lnTo>
                    <a:pt x="1365" y="2357"/>
                  </a:lnTo>
                  <a:lnTo>
                    <a:pt x="1365" y="2357"/>
                  </a:lnTo>
                  <a:lnTo>
                    <a:pt x="1378" y="2357"/>
                  </a:lnTo>
                  <a:lnTo>
                    <a:pt x="1390" y="2356"/>
                  </a:lnTo>
                  <a:lnTo>
                    <a:pt x="1402" y="2353"/>
                  </a:lnTo>
                  <a:lnTo>
                    <a:pt x="1413" y="2350"/>
                  </a:lnTo>
                  <a:lnTo>
                    <a:pt x="1423" y="2346"/>
                  </a:lnTo>
                  <a:lnTo>
                    <a:pt x="1432" y="2341"/>
                  </a:lnTo>
                  <a:lnTo>
                    <a:pt x="1439" y="2336"/>
                  </a:lnTo>
                  <a:lnTo>
                    <a:pt x="1446" y="2329"/>
                  </a:lnTo>
                  <a:lnTo>
                    <a:pt x="1453" y="2321"/>
                  </a:lnTo>
                  <a:lnTo>
                    <a:pt x="1458" y="2314"/>
                  </a:lnTo>
                  <a:lnTo>
                    <a:pt x="1463" y="2304"/>
                  </a:lnTo>
                  <a:lnTo>
                    <a:pt x="1466" y="2294"/>
                  </a:lnTo>
                  <a:lnTo>
                    <a:pt x="1469" y="2284"/>
                  </a:lnTo>
                  <a:lnTo>
                    <a:pt x="1472" y="2271"/>
                  </a:lnTo>
                  <a:lnTo>
                    <a:pt x="1473" y="2259"/>
                  </a:lnTo>
                  <a:lnTo>
                    <a:pt x="1473" y="2246"/>
                  </a:lnTo>
                  <a:lnTo>
                    <a:pt x="1473" y="2042"/>
                  </a:lnTo>
                  <a:lnTo>
                    <a:pt x="1418" y="2042"/>
                  </a:lnTo>
                  <a:lnTo>
                    <a:pt x="1418" y="2058"/>
                  </a:lnTo>
                  <a:close/>
                  <a:moveTo>
                    <a:pt x="1418" y="2110"/>
                  </a:moveTo>
                  <a:lnTo>
                    <a:pt x="1418" y="2198"/>
                  </a:lnTo>
                  <a:lnTo>
                    <a:pt x="1418" y="2198"/>
                  </a:lnTo>
                  <a:lnTo>
                    <a:pt x="1411" y="2206"/>
                  </a:lnTo>
                  <a:lnTo>
                    <a:pt x="1403" y="2214"/>
                  </a:lnTo>
                  <a:lnTo>
                    <a:pt x="1397" y="2216"/>
                  </a:lnTo>
                  <a:lnTo>
                    <a:pt x="1392" y="2218"/>
                  </a:lnTo>
                  <a:lnTo>
                    <a:pt x="1386" y="2219"/>
                  </a:lnTo>
                  <a:lnTo>
                    <a:pt x="1378" y="2220"/>
                  </a:lnTo>
                  <a:lnTo>
                    <a:pt x="1378" y="2220"/>
                  </a:lnTo>
                  <a:lnTo>
                    <a:pt x="1372" y="2219"/>
                  </a:lnTo>
                  <a:lnTo>
                    <a:pt x="1364" y="2217"/>
                  </a:lnTo>
                  <a:lnTo>
                    <a:pt x="1357" y="2214"/>
                  </a:lnTo>
                  <a:lnTo>
                    <a:pt x="1350" y="2207"/>
                  </a:lnTo>
                  <a:lnTo>
                    <a:pt x="1345" y="2198"/>
                  </a:lnTo>
                  <a:lnTo>
                    <a:pt x="1340" y="2186"/>
                  </a:lnTo>
                  <a:lnTo>
                    <a:pt x="1338" y="2170"/>
                  </a:lnTo>
                  <a:lnTo>
                    <a:pt x="1337" y="2150"/>
                  </a:lnTo>
                  <a:lnTo>
                    <a:pt x="1337" y="2150"/>
                  </a:lnTo>
                  <a:lnTo>
                    <a:pt x="1338" y="2133"/>
                  </a:lnTo>
                  <a:lnTo>
                    <a:pt x="1340" y="2119"/>
                  </a:lnTo>
                  <a:lnTo>
                    <a:pt x="1345" y="2108"/>
                  </a:lnTo>
                  <a:lnTo>
                    <a:pt x="1350" y="2100"/>
                  </a:lnTo>
                  <a:lnTo>
                    <a:pt x="1357" y="2095"/>
                  </a:lnTo>
                  <a:lnTo>
                    <a:pt x="1364" y="2090"/>
                  </a:lnTo>
                  <a:lnTo>
                    <a:pt x="1372" y="2089"/>
                  </a:lnTo>
                  <a:lnTo>
                    <a:pt x="1378" y="2088"/>
                  </a:lnTo>
                  <a:lnTo>
                    <a:pt x="1378" y="2088"/>
                  </a:lnTo>
                  <a:lnTo>
                    <a:pt x="1386" y="2089"/>
                  </a:lnTo>
                  <a:lnTo>
                    <a:pt x="1393" y="2090"/>
                  </a:lnTo>
                  <a:lnTo>
                    <a:pt x="1398" y="2092"/>
                  </a:lnTo>
                  <a:lnTo>
                    <a:pt x="1404" y="2096"/>
                  </a:lnTo>
                  <a:lnTo>
                    <a:pt x="1408" y="2099"/>
                  </a:lnTo>
                  <a:lnTo>
                    <a:pt x="1412" y="2102"/>
                  </a:lnTo>
                  <a:lnTo>
                    <a:pt x="1418" y="2110"/>
                  </a:lnTo>
                  <a:lnTo>
                    <a:pt x="1418" y="2110"/>
                  </a:lnTo>
                  <a:close/>
                  <a:moveTo>
                    <a:pt x="945" y="2042"/>
                  </a:moveTo>
                  <a:lnTo>
                    <a:pt x="1000" y="2042"/>
                  </a:lnTo>
                  <a:lnTo>
                    <a:pt x="1000" y="2139"/>
                  </a:lnTo>
                  <a:lnTo>
                    <a:pt x="1000" y="2266"/>
                  </a:lnTo>
                  <a:lnTo>
                    <a:pt x="945" y="2266"/>
                  </a:lnTo>
                  <a:lnTo>
                    <a:pt x="945" y="2042"/>
                  </a:lnTo>
                  <a:close/>
                  <a:moveTo>
                    <a:pt x="1000" y="1982"/>
                  </a:moveTo>
                  <a:lnTo>
                    <a:pt x="1000" y="2010"/>
                  </a:lnTo>
                  <a:lnTo>
                    <a:pt x="945" y="2010"/>
                  </a:lnTo>
                  <a:lnTo>
                    <a:pt x="945" y="1954"/>
                  </a:lnTo>
                  <a:lnTo>
                    <a:pt x="1000" y="1954"/>
                  </a:lnTo>
                  <a:lnTo>
                    <a:pt x="1000" y="1982"/>
                  </a:lnTo>
                  <a:close/>
                  <a:moveTo>
                    <a:pt x="2325" y="1977"/>
                  </a:moveTo>
                  <a:lnTo>
                    <a:pt x="2381" y="1949"/>
                  </a:lnTo>
                  <a:lnTo>
                    <a:pt x="2381" y="2144"/>
                  </a:lnTo>
                  <a:lnTo>
                    <a:pt x="2381" y="2266"/>
                  </a:lnTo>
                  <a:lnTo>
                    <a:pt x="2325" y="2266"/>
                  </a:lnTo>
                  <a:lnTo>
                    <a:pt x="2325" y="1977"/>
                  </a:lnTo>
                  <a:close/>
                  <a:moveTo>
                    <a:pt x="400" y="762"/>
                  </a:moveTo>
                  <a:lnTo>
                    <a:pt x="856" y="762"/>
                  </a:lnTo>
                  <a:lnTo>
                    <a:pt x="856" y="498"/>
                  </a:lnTo>
                  <a:lnTo>
                    <a:pt x="400" y="498"/>
                  </a:lnTo>
                  <a:lnTo>
                    <a:pt x="400" y="290"/>
                  </a:lnTo>
                  <a:lnTo>
                    <a:pt x="905" y="290"/>
                  </a:lnTo>
                  <a:lnTo>
                    <a:pt x="737" y="0"/>
                  </a:lnTo>
                  <a:lnTo>
                    <a:pt x="22" y="0"/>
                  </a:lnTo>
                  <a:lnTo>
                    <a:pt x="22" y="1261"/>
                  </a:lnTo>
                  <a:lnTo>
                    <a:pt x="1030" y="1261"/>
                  </a:lnTo>
                  <a:lnTo>
                    <a:pt x="1030" y="970"/>
                  </a:lnTo>
                  <a:lnTo>
                    <a:pt x="400" y="970"/>
                  </a:lnTo>
                  <a:lnTo>
                    <a:pt x="400" y="762"/>
                  </a:lnTo>
                  <a:close/>
                  <a:moveTo>
                    <a:pt x="1702" y="0"/>
                  </a:moveTo>
                  <a:lnTo>
                    <a:pt x="1487" y="411"/>
                  </a:lnTo>
                  <a:lnTo>
                    <a:pt x="1274" y="0"/>
                  </a:lnTo>
                  <a:lnTo>
                    <a:pt x="856" y="0"/>
                  </a:lnTo>
                  <a:lnTo>
                    <a:pt x="1296" y="762"/>
                  </a:lnTo>
                  <a:lnTo>
                    <a:pt x="1296" y="1261"/>
                  </a:lnTo>
                  <a:lnTo>
                    <a:pt x="1673" y="1261"/>
                  </a:lnTo>
                  <a:lnTo>
                    <a:pt x="1673" y="762"/>
                  </a:lnTo>
                  <a:lnTo>
                    <a:pt x="2114" y="0"/>
                  </a:lnTo>
                  <a:lnTo>
                    <a:pt x="1702"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3660086642"/>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Approved question wide">
    <p:spTree>
      <p:nvGrpSpPr>
        <p:cNvPr id="1" name=""/>
        <p:cNvGrpSpPr/>
        <p:nvPr/>
      </p:nvGrpSpPr>
      <p:grpSpPr>
        <a:xfrm>
          <a:off x="0" y="0"/>
          <a:ext cx="0" cy="0"/>
          <a:chOff x="0" y="0"/>
          <a:chExt cx="0" cy="0"/>
        </a:xfrm>
      </p:grpSpPr>
      <p:pic>
        <p:nvPicPr>
          <p:cNvPr id="119" name="Picture 118">
            <a:extLst>
              <a:ext uri="{FF2B5EF4-FFF2-40B4-BE49-F238E27FC236}">
                <a16:creationId xmlns:a16="http://schemas.microsoft.com/office/drawing/2014/main" id="{EAA736A0-D2E9-4CA1-BF9F-5E33CF39B83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57200"/>
            <a:ext cx="4654295" cy="3930900"/>
          </a:xfrm>
          <a:prstGeom prst="rect">
            <a:avLst/>
          </a:prstGeom>
        </p:spPr>
      </p:pic>
      <p:grpSp>
        <p:nvGrpSpPr>
          <p:cNvPr id="79" name="Group 4">
            <a:extLst>
              <a:ext uri="{FF2B5EF4-FFF2-40B4-BE49-F238E27FC236}">
                <a16:creationId xmlns:a16="http://schemas.microsoft.com/office/drawing/2014/main" id="{A159D8C9-C19B-4DF7-9C5A-22EDB8A5FB96}"/>
              </a:ext>
            </a:extLst>
          </p:cNvPr>
          <p:cNvGrpSpPr>
            <a:grpSpLocks noChangeAspect="1"/>
          </p:cNvGrpSpPr>
          <p:nvPr userDrawn="1"/>
        </p:nvGrpSpPr>
        <p:grpSpPr bwMode="auto">
          <a:xfrm>
            <a:off x="7710488" y="5340350"/>
            <a:ext cx="987425" cy="1157288"/>
            <a:chOff x="4857" y="3364"/>
            <a:chExt cx="622" cy="729"/>
          </a:xfrm>
        </p:grpSpPr>
        <p:sp>
          <p:nvSpPr>
            <p:cNvPr id="80" name="AutoShape 3">
              <a:extLst>
                <a:ext uri="{FF2B5EF4-FFF2-40B4-BE49-F238E27FC236}">
                  <a16:creationId xmlns:a16="http://schemas.microsoft.com/office/drawing/2014/main" id="{D95FB310-FD8D-4315-8C3A-8966DC1515AB}"/>
                </a:ext>
              </a:extLst>
            </p:cNvPr>
            <p:cNvSpPr>
              <a:spLocks noChangeAspect="1" noChangeArrowheads="1" noTextEdit="1"/>
            </p:cNvSpPr>
            <p:nvPr userDrawn="1"/>
          </p:nvSpPr>
          <p:spPr bwMode="auto">
            <a:xfrm>
              <a:off x="4857" y="3364"/>
              <a:ext cx="622" cy="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1" name="Freeform 5">
              <a:extLst>
                <a:ext uri="{FF2B5EF4-FFF2-40B4-BE49-F238E27FC236}">
                  <a16:creationId xmlns:a16="http://schemas.microsoft.com/office/drawing/2014/main" id="{B0F72F2B-2B88-4D56-A5C3-5C83787BA011}"/>
                </a:ext>
              </a:extLst>
            </p:cNvPr>
            <p:cNvSpPr>
              <a:spLocks/>
            </p:cNvSpPr>
            <p:nvPr userDrawn="1"/>
          </p:nvSpPr>
          <p:spPr bwMode="auto">
            <a:xfrm>
              <a:off x="4857" y="3364"/>
              <a:ext cx="498" cy="182"/>
            </a:xfrm>
            <a:custGeom>
              <a:avLst/>
              <a:gdLst>
                <a:gd name="T0" fmla="*/ 2491 w 2491"/>
                <a:gd name="T1" fmla="*/ 0 h 910"/>
                <a:gd name="T2" fmla="*/ 0 w 2491"/>
                <a:gd name="T3" fmla="*/ 910 h 910"/>
                <a:gd name="T4" fmla="*/ 2491 w 2491"/>
                <a:gd name="T5" fmla="*/ 469 h 910"/>
                <a:gd name="T6" fmla="*/ 2491 w 2491"/>
                <a:gd name="T7" fmla="*/ 0 h 910"/>
              </a:gdLst>
              <a:ahLst/>
              <a:cxnLst>
                <a:cxn ang="0">
                  <a:pos x="T0" y="T1"/>
                </a:cxn>
                <a:cxn ang="0">
                  <a:pos x="T2" y="T3"/>
                </a:cxn>
                <a:cxn ang="0">
                  <a:pos x="T4" y="T5"/>
                </a:cxn>
                <a:cxn ang="0">
                  <a:pos x="T6" y="T7"/>
                </a:cxn>
              </a:cxnLst>
              <a:rect l="0" t="0" r="r" b="b"/>
              <a:pathLst>
                <a:path w="2491" h="910">
                  <a:moveTo>
                    <a:pt x="2491" y="0"/>
                  </a:moveTo>
                  <a:lnTo>
                    <a:pt x="0" y="910"/>
                  </a:lnTo>
                  <a:lnTo>
                    <a:pt x="2491" y="469"/>
                  </a:lnTo>
                  <a:lnTo>
                    <a:pt x="2491" y="0"/>
                  </a:lnTo>
                  <a:close/>
                </a:path>
              </a:pathLst>
            </a:custGeom>
            <a:solidFill>
              <a:srgbClr val="FE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2" name="Freeform 6">
              <a:extLst>
                <a:ext uri="{FF2B5EF4-FFF2-40B4-BE49-F238E27FC236}">
                  <a16:creationId xmlns:a16="http://schemas.microsoft.com/office/drawing/2014/main" id="{900DB62A-8F2A-4742-9C40-2FC7AA18235B}"/>
                </a:ext>
              </a:extLst>
            </p:cNvPr>
            <p:cNvSpPr>
              <a:spLocks noEditPoints="1"/>
            </p:cNvSpPr>
            <p:nvPr userDrawn="1"/>
          </p:nvSpPr>
          <p:spPr bwMode="auto">
            <a:xfrm>
              <a:off x="4857" y="3622"/>
              <a:ext cx="622" cy="471"/>
            </a:xfrm>
            <a:custGeom>
              <a:avLst/>
              <a:gdLst>
                <a:gd name="T0" fmla="*/ 235 w 3110"/>
                <a:gd name="T1" fmla="*/ 1600 h 2357"/>
                <a:gd name="T2" fmla="*/ 255 w 3110"/>
                <a:gd name="T3" fmla="*/ 1809 h 2357"/>
                <a:gd name="T4" fmla="*/ 152 w 3110"/>
                <a:gd name="T5" fmla="*/ 1823 h 2357"/>
                <a:gd name="T6" fmla="*/ 353 w 3110"/>
                <a:gd name="T7" fmla="*/ 1774 h 2357"/>
                <a:gd name="T8" fmla="*/ 419 w 3110"/>
                <a:gd name="T9" fmla="*/ 1871 h 2357"/>
                <a:gd name="T10" fmla="*/ 1148 w 3110"/>
                <a:gd name="T11" fmla="*/ 1664 h 2357"/>
                <a:gd name="T12" fmla="*/ 1225 w 3110"/>
                <a:gd name="T13" fmla="*/ 1751 h 2357"/>
                <a:gd name="T14" fmla="*/ 701 w 3110"/>
                <a:gd name="T15" fmla="*/ 1558 h 2357"/>
                <a:gd name="T16" fmla="*/ 744 w 3110"/>
                <a:gd name="T17" fmla="*/ 1723 h 2357"/>
                <a:gd name="T18" fmla="*/ 866 w 3110"/>
                <a:gd name="T19" fmla="*/ 1868 h 2357"/>
                <a:gd name="T20" fmla="*/ 838 w 3110"/>
                <a:gd name="T21" fmla="*/ 1696 h 2357"/>
                <a:gd name="T22" fmla="*/ 2035 w 3110"/>
                <a:gd name="T23" fmla="*/ 1874 h 2357"/>
                <a:gd name="T24" fmla="*/ 2173 w 3110"/>
                <a:gd name="T25" fmla="*/ 1760 h 2357"/>
                <a:gd name="T26" fmla="*/ 2115 w 3110"/>
                <a:gd name="T27" fmla="*/ 1743 h 2357"/>
                <a:gd name="T28" fmla="*/ 2074 w 3110"/>
                <a:gd name="T29" fmla="*/ 1696 h 2357"/>
                <a:gd name="T30" fmla="*/ 1318 w 3110"/>
                <a:gd name="T31" fmla="*/ 1748 h 2357"/>
                <a:gd name="T32" fmla="*/ 1455 w 3110"/>
                <a:gd name="T33" fmla="*/ 1858 h 2357"/>
                <a:gd name="T34" fmla="*/ 1484 w 3110"/>
                <a:gd name="T35" fmla="*/ 1938 h 2357"/>
                <a:gd name="T36" fmla="*/ 1378 w 3110"/>
                <a:gd name="T37" fmla="*/ 1794 h 2357"/>
                <a:gd name="T38" fmla="*/ 1740 w 3110"/>
                <a:gd name="T39" fmla="*/ 1690 h 2357"/>
                <a:gd name="T40" fmla="*/ 1644 w 3110"/>
                <a:gd name="T41" fmla="*/ 1791 h 2357"/>
                <a:gd name="T42" fmla="*/ 1835 w 3110"/>
                <a:gd name="T43" fmla="*/ 1723 h 2357"/>
                <a:gd name="T44" fmla="*/ 1698 w 3110"/>
                <a:gd name="T45" fmla="*/ 1800 h 2357"/>
                <a:gd name="T46" fmla="*/ 1721 w 3110"/>
                <a:gd name="T47" fmla="*/ 1831 h 2357"/>
                <a:gd name="T48" fmla="*/ 2256 w 3110"/>
                <a:gd name="T49" fmla="*/ 1780 h 2357"/>
                <a:gd name="T50" fmla="*/ 2243 w 3110"/>
                <a:gd name="T51" fmla="*/ 1665 h 2357"/>
                <a:gd name="T52" fmla="*/ 2306 w 3110"/>
                <a:gd name="T53" fmla="*/ 1880 h 2357"/>
                <a:gd name="T54" fmla="*/ 2338 w 3110"/>
                <a:gd name="T55" fmla="*/ 1722 h 2357"/>
                <a:gd name="T56" fmla="*/ 2929 w 3110"/>
                <a:gd name="T57" fmla="*/ 1763 h 2357"/>
                <a:gd name="T58" fmla="*/ 2750 w 3110"/>
                <a:gd name="T59" fmla="*/ 1695 h 2357"/>
                <a:gd name="T60" fmla="*/ 2872 w 3110"/>
                <a:gd name="T61" fmla="*/ 1874 h 2357"/>
                <a:gd name="T62" fmla="*/ 2658 w 3110"/>
                <a:gd name="T63" fmla="*/ 1797 h 2357"/>
                <a:gd name="T64" fmla="*/ 2623 w 3110"/>
                <a:gd name="T65" fmla="*/ 1867 h 2357"/>
                <a:gd name="T66" fmla="*/ 2482 w 3110"/>
                <a:gd name="T67" fmla="*/ 1876 h 2357"/>
                <a:gd name="T68" fmla="*/ 2513 w 3110"/>
                <a:gd name="T69" fmla="*/ 1825 h 2357"/>
                <a:gd name="T70" fmla="*/ 3019 w 3110"/>
                <a:gd name="T71" fmla="*/ 1651 h 2357"/>
                <a:gd name="T72" fmla="*/ 981 w 3110"/>
                <a:gd name="T73" fmla="*/ 1874 h 2357"/>
                <a:gd name="T74" fmla="*/ 2433 w 3110"/>
                <a:gd name="T75" fmla="*/ 2085 h 2357"/>
                <a:gd name="T76" fmla="*/ 2528 w 3110"/>
                <a:gd name="T77" fmla="*/ 2268 h 2357"/>
                <a:gd name="T78" fmla="*/ 2503 w 3110"/>
                <a:gd name="T79" fmla="*/ 2090 h 2357"/>
                <a:gd name="T80" fmla="*/ 631 w 3110"/>
                <a:gd name="T81" fmla="*/ 2093 h 2357"/>
                <a:gd name="T82" fmla="*/ 677 w 3110"/>
                <a:gd name="T83" fmla="*/ 2105 h 2357"/>
                <a:gd name="T84" fmla="*/ 203 w 3110"/>
                <a:gd name="T85" fmla="*/ 2151 h 2357"/>
                <a:gd name="T86" fmla="*/ 312 w 3110"/>
                <a:gd name="T87" fmla="*/ 2190 h 2357"/>
                <a:gd name="T88" fmla="*/ 507 w 3110"/>
                <a:gd name="T89" fmla="*/ 2190 h 2357"/>
                <a:gd name="T90" fmla="*/ 377 w 3110"/>
                <a:gd name="T91" fmla="*/ 2201 h 2357"/>
                <a:gd name="T92" fmla="*/ 442 w 3110"/>
                <a:gd name="T93" fmla="*/ 2201 h 2357"/>
                <a:gd name="T94" fmla="*/ 2213 w 3110"/>
                <a:gd name="T95" fmla="*/ 2056 h 2357"/>
                <a:gd name="T96" fmla="*/ 1608 w 3110"/>
                <a:gd name="T97" fmla="*/ 2042 h 2357"/>
                <a:gd name="T98" fmla="*/ 1951 w 3110"/>
                <a:gd name="T99" fmla="*/ 2062 h 2357"/>
                <a:gd name="T100" fmla="*/ 2016 w 3110"/>
                <a:gd name="T101" fmla="*/ 2271 h 2357"/>
                <a:gd name="T102" fmla="*/ 2075 w 3110"/>
                <a:gd name="T103" fmla="*/ 2057 h 2357"/>
                <a:gd name="T104" fmla="*/ 2016 w 3110"/>
                <a:gd name="T105" fmla="*/ 2089 h 2357"/>
                <a:gd name="T106" fmla="*/ 772 w 3110"/>
                <a:gd name="T107" fmla="*/ 1949 h 2357"/>
                <a:gd name="T108" fmla="*/ 1210 w 3110"/>
                <a:gd name="T109" fmla="*/ 2052 h 2357"/>
                <a:gd name="T110" fmla="*/ 1116 w 3110"/>
                <a:gd name="T111" fmla="*/ 2102 h 2357"/>
                <a:gd name="T112" fmla="*/ 1289 w 3110"/>
                <a:gd name="T113" fmla="*/ 2093 h 2357"/>
                <a:gd name="T114" fmla="*/ 1395 w 3110"/>
                <a:gd name="T115" fmla="*/ 2266 h 2357"/>
                <a:gd name="T116" fmla="*/ 1413 w 3110"/>
                <a:gd name="T117" fmla="*/ 2350 h 2357"/>
                <a:gd name="T118" fmla="*/ 1364 w 3110"/>
                <a:gd name="T119" fmla="*/ 2217 h 2357"/>
                <a:gd name="T120" fmla="*/ 1000 w 3110"/>
                <a:gd name="T121" fmla="*/ 2139 h 2357"/>
                <a:gd name="T122" fmla="*/ 400 w 3110"/>
                <a:gd name="T123" fmla="*/ 970 h 2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10" h="2357">
                  <a:moveTo>
                    <a:pt x="259" y="1777"/>
                  </a:moveTo>
                  <a:lnTo>
                    <a:pt x="259" y="1777"/>
                  </a:lnTo>
                  <a:lnTo>
                    <a:pt x="259" y="1769"/>
                  </a:lnTo>
                  <a:lnTo>
                    <a:pt x="258" y="1762"/>
                  </a:lnTo>
                  <a:lnTo>
                    <a:pt x="255" y="1749"/>
                  </a:lnTo>
                  <a:lnTo>
                    <a:pt x="249" y="1738"/>
                  </a:lnTo>
                  <a:lnTo>
                    <a:pt x="242" y="1729"/>
                  </a:lnTo>
                  <a:lnTo>
                    <a:pt x="235" y="1722"/>
                  </a:lnTo>
                  <a:lnTo>
                    <a:pt x="227" y="1717"/>
                  </a:lnTo>
                  <a:lnTo>
                    <a:pt x="220" y="1712"/>
                  </a:lnTo>
                  <a:lnTo>
                    <a:pt x="213" y="1709"/>
                  </a:lnTo>
                  <a:lnTo>
                    <a:pt x="213" y="1709"/>
                  </a:lnTo>
                  <a:lnTo>
                    <a:pt x="221" y="1703"/>
                  </a:lnTo>
                  <a:lnTo>
                    <a:pt x="228" y="1698"/>
                  </a:lnTo>
                  <a:lnTo>
                    <a:pt x="233" y="1691"/>
                  </a:lnTo>
                  <a:lnTo>
                    <a:pt x="239" y="1683"/>
                  </a:lnTo>
                  <a:lnTo>
                    <a:pt x="243" y="1675"/>
                  </a:lnTo>
                  <a:lnTo>
                    <a:pt x="246" y="1666"/>
                  </a:lnTo>
                  <a:lnTo>
                    <a:pt x="248" y="1658"/>
                  </a:lnTo>
                  <a:lnTo>
                    <a:pt x="248" y="1648"/>
                  </a:lnTo>
                  <a:lnTo>
                    <a:pt x="248" y="1648"/>
                  </a:lnTo>
                  <a:lnTo>
                    <a:pt x="248" y="1639"/>
                  </a:lnTo>
                  <a:lnTo>
                    <a:pt x="247" y="1630"/>
                  </a:lnTo>
                  <a:lnTo>
                    <a:pt x="245" y="1622"/>
                  </a:lnTo>
                  <a:lnTo>
                    <a:pt x="242" y="1614"/>
                  </a:lnTo>
                  <a:lnTo>
                    <a:pt x="239" y="1606"/>
                  </a:lnTo>
                  <a:lnTo>
                    <a:pt x="235" y="1600"/>
                  </a:lnTo>
                  <a:lnTo>
                    <a:pt x="229" y="1594"/>
                  </a:lnTo>
                  <a:lnTo>
                    <a:pt x="223" y="1589"/>
                  </a:lnTo>
                  <a:lnTo>
                    <a:pt x="217" y="1584"/>
                  </a:lnTo>
                  <a:lnTo>
                    <a:pt x="210" y="1580"/>
                  </a:lnTo>
                  <a:lnTo>
                    <a:pt x="202" y="1576"/>
                  </a:lnTo>
                  <a:lnTo>
                    <a:pt x="193" y="1573"/>
                  </a:lnTo>
                  <a:lnTo>
                    <a:pt x="185" y="1571"/>
                  </a:lnTo>
                  <a:lnTo>
                    <a:pt x="175" y="1569"/>
                  </a:lnTo>
                  <a:lnTo>
                    <a:pt x="165" y="1569"/>
                  </a:lnTo>
                  <a:lnTo>
                    <a:pt x="153" y="1568"/>
                  </a:lnTo>
                  <a:lnTo>
                    <a:pt x="22" y="1568"/>
                  </a:lnTo>
                  <a:lnTo>
                    <a:pt x="22" y="1874"/>
                  </a:lnTo>
                  <a:lnTo>
                    <a:pt x="152" y="1874"/>
                  </a:lnTo>
                  <a:lnTo>
                    <a:pt x="152" y="1874"/>
                  </a:lnTo>
                  <a:lnTo>
                    <a:pt x="165" y="1874"/>
                  </a:lnTo>
                  <a:lnTo>
                    <a:pt x="176" y="1873"/>
                  </a:lnTo>
                  <a:lnTo>
                    <a:pt x="187" y="1871"/>
                  </a:lnTo>
                  <a:lnTo>
                    <a:pt x="197" y="1868"/>
                  </a:lnTo>
                  <a:lnTo>
                    <a:pt x="207" y="1864"/>
                  </a:lnTo>
                  <a:lnTo>
                    <a:pt x="216" y="1860"/>
                  </a:lnTo>
                  <a:lnTo>
                    <a:pt x="223" y="1854"/>
                  </a:lnTo>
                  <a:lnTo>
                    <a:pt x="230" y="1849"/>
                  </a:lnTo>
                  <a:lnTo>
                    <a:pt x="237" y="1842"/>
                  </a:lnTo>
                  <a:lnTo>
                    <a:pt x="242" y="1834"/>
                  </a:lnTo>
                  <a:lnTo>
                    <a:pt x="248" y="1827"/>
                  </a:lnTo>
                  <a:lnTo>
                    <a:pt x="251" y="1818"/>
                  </a:lnTo>
                  <a:lnTo>
                    <a:pt x="255" y="1809"/>
                  </a:lnTo>
                  <a:lnTo>
                    <a:pt x="257" y="1799"/>
                  </a:lnTo>
                  <a:lnTo>
                    <a:pt x="258" y="1788"/>
                  </a:lnTo>
                  <a:lnTo>
                    <a:pt x="259" y="1777"/>
                  </a:lnTo>
                  <a:lnTo>
                    <a:pt x="259" y="1777"/>
                  </a:lnTo>
                  <a:close/>
                  <a:moveTo>
                    <a:pt x="152" y="1823"/>
                  </a:moveTo>
                  <a:lnTo>
                    <a:pt x="79" y="1823"/>
                  </a:lnTo>
                  <a:lnTo>
                    <a:pt x="79" y="1735"/>
                  </a:lnTo>
                  <a:lnTo>
                    <a:pt x="152" y="1735"/>
                  </a:lnTo>
                  <a:lnTo>
                    <a:pt x="152" y="1735"/>
                  </a:lnTo>
                  <a:lnTo>
                    <a:pt x="163" y="1737"/>
                  </a:lnTo>
                  <a:lnTo>
                    <a:pt x="172" y="1738"/>
                  </a:lnTo>
                  <a:lnTo>
                    <a:pt x="180" y="1741"/>
                  </a:lnTo>
                  <a:lnTo>
                    <a:pt x="187" y="1747"/>
                  </a:lnTo>
                  <a:lnTo>
                    <a:pt x="192" y="1752"/>
                  </a:lnTo>
                  <a:lnTo>
                    <a:pt x="196" y="1760"/>
                  </a:lnTo>
                  <a:lnTo>
                    <a:pt x="198" y="1769"/>
                  </a:lnTo>
                  <a:lnTo>
                    <a:pt x="199" y="1779"/>
                  </a:lnTo>
                  <a:lnTo>
                    <a:pt x="199" y="1779"/>
                  </a:lnTo>
                  <a:lnTo>
                    <a:pt x="198" y="1789"/>
                  </a:lnTo>
                  <a:lnTo>
                    <a:pt x="196" y="1798"/>
                  </a:lnTo>
                  <a:lnTo>
                    <a:pt x="191" y="1805"/>
                  </a:lnTo>
                  <a:lnTo>
                    <a:pt x="187" y="1811"/>
                  </a:lnTo>
                  <a:lnTo>
                    <a:pt x="180" y="1817"/>
                  </a:lnTo>
                  <a:lnTo>
                    <a:pt x="172" y="1820"/>
                  </a:lnTo>
                  <a:lnTo>
                    <a:pt x="162" y="1822"/>
                  </a:lnTo>
                  <a:lnTo>
                    <a:pt x="152" y="1823"/>
                  </a:lnTo>
                  <a:lnTo>
                    <a:pt x="152" y="1823"/>
                  </a:lnTo>
                  <a:close/>
                  <a:moveTo>
                    <a:pt x="151" y="1685"/>
                  </a:moveTo>
                  <a:lnTo>
                    <a:pt x="79" y="1685"/>
                  </a:lnTo>
                  <a:lnTo>
                    <a:pt x="79" y="1620"/>
                  </a:lnTo>
                  <a:lnTo>
                    <a:pt x="149" y="1620"/>
                  </a:lnTo>
                  <a:lnTo>
                    <a:pt x="149" y="1620"/>
                  </a:lnTo>
                  <a:lnTo>
                    <a:pt x="158" y="1621"/>
                  </a:lnTo>
                  <a:lnTo>
                    <a:pt x="167" y="1622"/>
                  </a:lnTo>
                  <a:lnTo>
                    <a:pt x="173" y="1624"/>
                  </a:lnTo>
                  <a:lnTo>
                    <a:pt x="179" y="1628"/>
                  </a:lnTo>
                  <a:lnTo>
                    <a:pt x="183" y="1633"/>
                  </a:lnTo>
                  <a:lnTo>
                    <a:pt x="187" y="1639"/>
                  </a:lnTo>
                  <a:lnTo>
                    <a:pt x="188" y="1645"/>
                  </a:lnTo>
                  <a:lnTo>
                    <a:pt x="189" y="1653"/>
                  </a:lnTo>
                  <a:lnTo>
                    <a:pt x="189" y="1653"/>
                  </a:lnTo>
                  <a:lnTo>
                    <a:pt x="189" y="1659"/>
                  </a:lnTo>
                  <a:lnTo>
                    <a:pt x="188" y="1664"/>
                  </a:lnTo>
                  <a:lnTo>
                    <a:pt x="186" y="1670"/>
                  </a:lnTo>
                  <a:lnTo>
                    <a:pt x="182" y="1674"/>
                  </a:lnTo>
                  <a:lnTo>
                    <a:pt x="177" y="1679"/>
                  </a:lnTo>
                  <a:lnTo>
                    <a:pt x="170" y="1682"/>
                  </a:lnTo>
                  <a:lnTo>
                    <a:pt x="162" y="1684"/>
                  </a:lnTo>
                  <a:lnTo>
                    <a:pt x="151" y="1685"/>
                  </a:lnTo>
                  <a:lnTo>
                    <a:pt x="151" y="1685"/>
                  </a:lnTo>
                  <a:close/>
                  <a:moveTo>
                    <a:pt x="298" y="1778"/>
                  </a:moveTo>
                  <a:lnTo>
                    <a:pt x="298" y="1651"/>
                  </a:lnTo>
                  <a:lnTo>
                    <a:pt x="353" y="1651"/>
                  </a:lnTo>
                  <a:lnTo>
                    <a:pt x="353" y="1774"/>
                  </a:lnTo>
                  <a:lnTo>
                    <a:pt x="353" y="1774"/>
                  </a:lnTo>
                  <a:lnTo>
                    <a:pt x="353" y="1787"/>
                  </a:lnTo>
                  <a:lnTo>
                    <a:pt x="356" y="1799"/>
                  </a:lnTo>
                  <a:lnTo>
                    <a:pt x="359" y="1808"/>
                  </a:lnTo>
                  <a:lnTo>
                    <a:pt x="363" y="1815"/>
                  </a:lnTo>
                  <a:lnTo>
                    <a:pt x="369" y="1821"/>
                  </a:lnTo>
                  <a:lnTo>
                    <a:pt x="376" y="1825"/>
                  </a:lnTo>
                  <a:lnTo>
                    <a:pt x="385" y="1828"/>
                  </a:lnTo>
                  <a:lnTo>
                    <a:pt x="395" y="1829"/>
                  </a:lnTo>
                  <a:lnTo>
                    <a:pt x="395" y="1829"/>
                  </a:lnTo>
                  <a:lnTo>
                    <a:pt x="405" y="1828"/>
                  </a:lnTo>
                  <a:lnTo>
                    <a:pt x="412" y="1825"/>
                  </a:lnTo>
                  <a:lnTo>
                    <a:pt x="420" y="1821"/>
                  </a:lnTo>
                  <a:lnTo>
                    <a:pt x="426" y="1815"/>
                  </a:lnTo>
                  <a:lnTo>
                    <a:pt x="430" y="1808"/>
                  </a:lnTo>
                  <a:lnTo>
                    <a:pt x="433" y="1798"/>
                  </a:lnTo>
                  <a:lnTo>
                    <a:pt x="436" y="1787"/>
                  </a:lnTo>
                  <a:lnTo>
                    <a:pt x="436" y="1774"/>
                  </a:lnTo>
                  <a:lnTo>
                    <a:pt x="436" y="1651"/>
                  </a:lnTo>
                  <a:lnTo>
                    <a:pt x="491" y="1651"/>
                  </a:lnTo>
                  <a:lnTo>
                    <a:pt x="491" y="1874"/>
                  </a:lnTo>
                  <a:lnTo>
                    <a:pt x="436" y="1874"/>
                  </a:lnTo>
                  <a:lnTo>
                    <a:pt x="436" y="1857"/>
                  </a:lnTo>
                  <a:lnTo>
                    <a:pt x="436" y="1857"/>
                  </a:lnTo>
                  <a:lnTo>
                    <a:pt x="431" y="1862"/>
                  </a:lnTo>
                  <a:lnTo>
                    <a:pt x="425" y="1867"/>
                  </a:lnTo>
                  <a:lnTo>
                    <a:pt x="419" y="1871"/>
                  </a:lnTo>
                  <a:lnTo>
                    <a:pt x="412" y="1873"/>
                  </a:lnTo>
                  <a:lnTo>
                    <a:pt x="406" y="1877"/>
                  </a:lnTo>
                  <a:lnTo>
                    <a:pt x="398" y="1878"/>
                  </a:lnTo>
                  <a:lnTo>
                    <a:pt x="390" y="1879"/>
                  </a:lnTo>
                  <a:lnTo>
                    <a:pt x="382" y="1880"/>
                  </a:lnTo>
                  <a:lnTo>
                    <a:pt x="382" y="1880"/>
                  </a:lnTo>
                  <a:lnTo>
                    <a:pt x="369" y="1879"/>
                  </a:lnTo>
                  <a:lnTo>
                    <a:pt x="358" y="1877"/>
                  </a:lnTo>
                  <a:lnTo>
                    <a:pt x="348" y="1873"/>
                  </a:lnTo>
                  <a:lnTo>
                    <a:pt x="338" y="1869"/>
                  </a:lnTo>
                  <a:lnTo>
                    <a:pt x="330" y="1863"/>
                  </a:lnTo>
                  <a:lnTo>
                    <a:pt x="323" y="1858"/>
                  </a:lnTo>
                  <a:lnTo>
                    <a:pt x="318" y="1850"/>
                  </a:lnTo>
                  <a:lnTo>
                    <a:pt x="312" y="1842"/>
                  </a:lnTo>
                  <a:lnTo>
                    <a:pt x="309" y="1834"/>
                  </a:lnTo>
                  <a:lnTo>
                    <a:pt x="306" y="1827"/>
                  </a:lnTo>
                  <a:lnTo>
                    <a:pt x="301" y="1809"/>
                  </a:lnTo>
                  <a:lnTo>
                    <a:pt x="299" y="1792"/>
                  </a:lnTo>
                  <a:lnTo>
                    <a:pt x="298" y="1778"/>
                  </a:lnTo>
                  <a:lnTo>
                    <a:pt x="298" y="1778"/>
                  </a:lnTo>
                  <a:close/>
                  <a:moveTo>
                    <a:pt x="1143" y="1874"/>
                  </a:moveTo>
                  <a:lnTo>
                    <a:pt x="1087" y="1874"/>
                  </a:lnTo>
                  <a:lnTo>
                    <a:pt x="1087" y="1651"/>
                  </a:lnTo>
                  <a:lnTo>
                    <a:pt x="1143" y="1651"/>
                  </a:lnTo>
                  <a:lnTo>
                    <a:pt x="1143" y="1670"/>
                  </a:lnTo>
                  <a:lnTo>
                    <a:pt x="1143" y="1670"/>
                  </a:lnTo>
                  <a:lnTo>
                    <a:pt x="1148" y="1664"/>
                  </a:lnTo>
                  <a:lnTo>
                    <a:pt x="1154" y="1659"/>
                  </a:lnTo>
                  <a:lnTo>
                    <a:pt x="1160" y="1655"/>
                  </a:lnTo>
                  <a:lnTo>
                    <a:pt x="1167" y="1652"/>
                  </a:lnTo>
                  <a:lnTo>
                    <a:pt x="1175" y="1649"/>
                  </a:lnTo>
                  <a:lnTo>
                    <a:pt x="1182" y="1648"/>
                  </a:lnTo>
                  <a:lnTo>
                    <a:pt x="1190" y="1646"/>
                  </a:lnTo>
                  <a:lnTo>
                    <a:pt x="1198" y="1645"/>
                  </a:lnTo>
                  <a:lnTo>
                    <a:pt x="1198" y="1645"/>
                  </a:lnTo>
                  <a:lnTo>
                    <a:pt x="1208" y="1646"/>
                  </a:lnTo>
                  <a:lnTo>
                    <a:pt x="1217" y="1648"/>
                  </a:lnTo>
                  <a:lnTo>
                    <a:pt x="1226" y="1650"/>
                  </a:lnTo>
                  <a:lnTo>
                    <a:pt x="1234" y="1652"/>
                  </a:lnTo>
                  <a:lnTo>
                    <a:pt x="1242" y="1655"/>
                  </a:lnTo>
                  <a:lnTo>
                    <a:pt x="1248" y="1661"/>
                  </a:lnTo>
                  <a:lnTo>
                    <a:pt x="1254" y="1665"/>
                  </a:lnTo>
                  <a:lnTo>
                    <a:pt x="1259" y="1672"/>
                  </a:lnTo>
                  <a:lnTo>
                    <a:pt x="1265" y="1679"/>
                  </a:lnTo>
                  <a:lnTo>
                    <a:pt x="1268" y="1686"/>
                  </a:lnTo>
                  <a:lnTo>
                    <a:pt x="1273" y="1694"/>
                  </a:lnTo>
                  <a:lnTo>
                    <a:pt x="1275" y="1703"/>
                  </a:lnTo>
                  <a:lnTo>
                    <a:pt x="1277" y="1713"/>
                  </a:lnTo>
                  <a:lnTo>
                    <a:pt x="1279" y="1724"/>
                  </a:lnTo>
                  <a:lnTo>
                    <a:pt x="1280" y="1735"/>
                  </a:lnTo>
                  <a:lnTo>
                    <a:pt x="1280" y="1748"/>
                  </a:lnTo>
                  <a:lnTo>
                    <a:pt x="1280" y="1874"/>
                  </a:lnTo>
                  <a:lnTo>
                    <a:pt x="1225" y="1874"/>
                  </a:lnTo>
                  <a:lnTo>
                    <a:pt x="1225" y="1751"/>
                  </a:lnTo>
                  <a:lnTo>
                    <a:pt x="1225" y="1751"/>
                  </a:lnTo>
                  <a:lnTo>
                    <a:pt x="1225" y="1738"/>
                  </a:lnTo>
                  <a:lnTo>
                    <a:pt x="1223" y="1727"/>
                  </a:lnTo>
                  <a:lnTo>
                    <a:pt x="1219" y="1718"/>
                  </a:lnTo>
                  <a:lnTo>
                    <a:pt x="1215" y="1710"/>
                  </a:lnTo>
                  <a:lnTo>
                    <a:pt x="1209" y="1704"/>
                  </a:lnTo>
                  <a:lnTo>
                    <a:pt x="1203" y="1700"/>
                  </a:lnTo>
                  <a:lnTo>
                    <a:pt x="1195" y="1698"/>
                  </a:lnTo>
                  <a:lnTo>
                    <a:pt x="1185" y="1696"/>
                  </a:lnTo>
                  <a:lnTo>
                    <a:pt x="1185" y="1696"/>
                  </a:lnTo>
                  <a:lnTo>
                    <a:pt x="1175" y="1698"/>
                  </a:lnTo>
                  <a:lnTo>
                    <a:pt x="1166" y="1700"/>
                  </a:lnTo>
                  <a:lnTo>
                    <a:pt x="1159" y="1704"/>
                  </a:lnTo>
                  <a:lnTo>
                    <a:pt x="1154" y="1710"/>
                  </a:lnTo>
                  <a:lnTo>
                    <a:pt x="1148" y="1718"/>
                  </a:lnTo>
                  <a:lnTo>
                    <a:pt x="1145" y="1728"/>
                  </a:lnTo>
                  <a:lnTo>
                    <a:pt x="1143" y="1739"/>
                  </a:lnTo>
                  <a:lnTo>
                    <a:pt x="1143" y="1751"/>
                  </a:lnTo>
                  <a:lnTo>
                    <a:pt x="1143" y="1874"/>
                  </a:lnTo>
                  <a:close/>
                  <a:moveTo>
                    <a:pt x="597" y="1755"/>
                  </a:moveTo>
                  <a:lnTo>
                    <a:pt x="597" y="1874"/>
                  </a:lnTo>
                  <a:lnTo>
                    <a:pt x="541" y="1874"/>
                  </a:lnTo>
                  <a:lnTo>
                    <a:pt x="541" y="1651"/>
                  </a:lnTo>
                  <a:lnTo>
                    <a:pt x="597" y="1651"/>
                  </a:lnTo>
                  <a:lnTo>
                    <a:pt x="597" y="1755"/>
                  </a:lnTo>
                  <a:close/>
                  <a:moveTo>
                    <a:pt x="646" y="1585"/>
                  </a:moveTo>
                  <a:lnTo>
                    <a:pt x="701" y="1558"/>
                  </a:lnTo>
                  <a:lnTo>
                    <a:pt x="701" y="1760"/>
                  </a:lnTo>
                  <a:lnTo>
                    <a:pt x="701" y="1874"/>
                  </a:lnTo>
                  <a:lnTo>
                    <a:pt x="646" y="1874"/>
                  </a:lnTo>
                  <a:lnTo>
                    <a:pt x="646" y="1585"/>
                  </a:lnTo>
                  <a:close/>
                  <a:moveTo>
                    <a:pt x="877" y="1666"/>
                  </a:moveTo>
                  <a:lnTo>
                    <a:pt x="877" y="1666"/>
                  </a:lnTo>
                  <a:lnTo>
                    <a:pt x="873" y="1661"/>
                  </a:lnTo>
                  <a:lnTo>
                    <a:pt x="867" y="1658"/>
                  </a:lnTo>
                  <a:lnTo>
                    <a:pt x="860" y="1653"/>
                  </a:lnTo>
                  <a:lnTo>
                    <a:pt x="855" y="1651"/>
                  </a:lnTo>
                  <a:lnTo>
                    <a:pt x="848" y="1649"/>
                  </a:lnTo>
                  <a:lnTo>
                    <a:pt x="841" y="1646"/>
                  </a:lnTo>
                  <a:lnTo>
                    <a:pt x="828" y="1645"/>
                  </a:lnTo>
                  <a:lnTo>
                    <a:pt x="828" y="1645"/>
                  </a:lnTo>
                  <a:lnTo>
                    <a:pt x="818" y="1646"/>
                  </a:lnTo>
                  <a:lnTo>
                    <a:pt x="808" y="1648"/>
                  </a:lnTo>
                  <a:lnTo>
                    <a:pt x="799" y="1650"/>
                  </a:lnTo>
                  <a:lnTo>
                    <a:pt x="791" y="1653"/>
                  </a:lnTo>
                  <a:lnTo>
                    <a:pt x="784" y="1658"/>
                  </a:lnTo>
                  <a:lnTo>
                    <a:pt x="776" y="1663"/>
                  </a:lnTo>
                  <a:lnTo>
                    <a:pt x="769" y="1670"/>
                  </a:lnTo>
                  <a:lnTo>
                    <a:pt x="764" y="1676"/>
                  </a:lnTo>
                  <a:lnTo>
                    <a:pt x="758" y="1684"/>
                  </a:lnTo>
                  <a:lnTo>
                    <a:pt x="754" y="1693"/>
                  </a:lnTo>
                  <a:lnTo>
                    <a:pt x="749" y="1702"/>
                  </a:lnTo>
                  <a:lnTo>
                    <a:pt x="746" y="1712"/>
                  </a:lnTo>
                  <a:lnTo>
                    <a:pt x="744" y="1723"/>
                  </a:lnTo>
                  <a:lnTo>
                    <a:pt x="741" y="1735"/>
                  </a:lnTo>
                  <a:lnTo>
                    <a:pt x="740" y="1748"/>
                  </a:lnTo>
                  <a:lnTo>
                    <a:pt x="740" y="1760"/>
                  </a:lnTo>
                  <a:lnTo>
                    <a:pt x="740" y="1760"/>
                  </a:lnTo>
                  <a:lnTo>
                    <a:pt x="740" y="1774"/>
                  </a:lnTo>
                  <a:lnTo>
                    <a:pt x="741" y="1787"/>
                  </a:lnTo>
                  <a:lnTo>
                    <a:pt x="744" y="1799"/>
                  </a:lnTo>
                  <a:lnTo>
                    <a:pt x="746" y="1810"/>
                  </a:lnTo>
                  <a:lnTo>
                    <a:pt x="749" y="1821"/>
                  </a:lnTo>
                  <a:lnTo>
                    <a:pt x="752" y="1831"/>
                  </a:lnTo>
                  <a:lnTo>
                    <a:pt x="757" y="1840"/>
                  </a:lnTo>
                  <a:lnTo>
                    <a:pt x="762" y="1848"/>
                  </a:lnTo>
                  <a:lnTo>
                    <a:pt x="769" y="1856"/>
                  </a:lnTo>
                  <a:lnTo>
                    <a:pt x="775" y="1861"/>
                  </a:lnTo>
                  <a:lnTo>
                    <a:pt x="783" y="1867"/>
                  </a:lnTo>
                  <a:lnTo>
                    <a:pt x="790" y="1871"/>
                  </a:lnTo>
                  <a:lnTo>
                    <a:pt x="798" y="1874"/>
                  </a:lnTo>
                  <a:lnTo>
                    <a:pt x="807" y="1878"/>
                  </a:lnTo>
                  <a:lnTo>
                    <a:pt x="817" y="1879"/>
                  </a:lnTo>
                  <a:lnTo>
                    <a:pt x="827" y="1880"/>
                  </a:lnTo>
                  <a:lnTo>
                    <a:pt x="827" y="1880"/>
                  </a:lnTo>
                  <a:lnTo>
                    <a:pt x="834" y="1879"/>
                  </a:lnTo>
                  <a:lnTo>
                    <a:pt x="840" y="1878"/>
                  </a:lnTo>
                  <a:lnTo>
                    <a:pt x="847" y="1877"/>
                  </a:lnTo>
                  <a:lnTo>
                    <a:pt x="854" y="1874"/>
                  </a:lnTo>
                  <a:lnTo>
                    <a:pt x="859" y="1871"/>
                  </a:lnTo>
                  <a:lnTo>
                    <a:pt x="866" y="1868"/>
                  </a:lnTo>
                  <a:lnTo>
                    <a:pt x="871" y="1863"/>
                  </a:lnTo>
                  <a:lnTo>
                    <a:pt x="877" y="1858"/>
                  </a:lnTo>
                  <a:lnTo>
                    <a:pt x="877" y="1874"/>
                  </a:lnTo>
                  <a:lnTo>
                    <a:pt x="933" y="1874"/>
                  </a:lnTo>
                  <a:lnTo>
                    <a:pt x="933" y="1558"/>
                  </a:lnTo>
                  <a:lnTo>
                    <a:pt x="877" y="1585"/>
                  </a:lnTo>
                  <a:lnTo>
                    <a:pt x="877" y="1666"/>
                  </a:lnTo>
                  <a:close/>
                  <a:moveTo>
                    <a:pt x="838" y="1829"/>
                  </a:moveTo>
                  <a:lnTo>
                    <a:pt x="838" y="1829"/>
                  </a:lnTo>
                  <a:lnTo>
                    <a:pt x="831" y="1828"/>
                  </a:lnTo>
                  <a:lnTo>
                    <a:pt x="824" y="1825"/>
                  </a:lnTo>
                  <a:lnTo>
                    <a:pt x="817" y="1822"/>
                  </a:lnTo>
                  <a:lnTo>
                    <a:pt x="810" y="1815"/>
                  </a:lnTo>
                  <a:lnTo>
                    <a:pt x="805" y="1807"/>
                  </a:lnTo>
                  <a:lnTo>
                    <a:pt x="800" y="1794"/>
                  </a:lnTo>
                  <a:lnTo>
                    <a:pt x="797" y="1779"/>
                  </a:lnTo>
                  <a:lnTo>
                    <a:pt x="796" y="1759"/>
                  </a:lnTo>
                  <a:lnTo>
                    <a:pt x="796" y="1759"/>
                  </a:lnTo>
                  <a:lnTo>
                    <a:pt x="797" y="1741"/>
                  </a:lnTo>
                  <a:lnTo>
                    <a:pt x="800" y="1728"/>
                  </a:lnTo>
                  <a:lnTo>
                    <a:pt x="805" y="1717"/>
                  </a:lnTo>
                  <a:lnTo>
                    <a:pt x="810" y="1709"/>
                  </a:lnTo>
                  <a:lnTo>
                    <a:pt x="816" y="1702"/>
                  </a:lnTo>
                  <a:lnTo>
                    <a:pt x="824" y="1699"/>
                  </a:lnTo>
                  <a:lnTo>
                    <a:pt x="830" y="1696"/>
                  </a:lnTo>
                  <a:lnTo>
                    <a:pt x="838" y="1696"/>
                  </a:lnTo>
                  <a:lnTo>
                    <a:pt x="838" y="1696"/>
                  </a:lnTo>
                  <a:lnTo>
                    <a:pt x="845" y="1696"/>
                  </a:lnTo>
                  <a:lnTo>
                    <a:pt x="851" y="1699"/>
                  </a:lnTo>
                  <a:lnTo>
                    <a:pt x="858" y="1701"/>
                  </a:lnTo>
                  <a:lnTo>
                    <a:pt x="863" y="1704"/>
                  </a:lnTo>
                  <a:lnTo>
                    <a:pt x="867" y="1708"/>
                  </a:lnTo>
                  <a:lnTo>
                    <a:pt x="871" y="1711"/>
                  </a:lnTo>
                  <a:lnTo>
                    <a:pt x="877" y="1719"/>
                  </a:lnTo>
                  <a:lnTo>
                    <a:pt x="877" y="1807"/>
                  </a:lnTo>
                  <a:lnTo>
                    <a:pt x="877" y="1807"/>
                  </a:lnTo>
                  <a:lnTo>
                    <a:pt x="870" y="1814"/>
                  </a:lnTo>
                  <a:lnTo>
                    <a:pt x="863" y="1821"/>
                  </a:lnTo>
                  <a:lnTo>
                    <a:pt x="858" y="1824"/>
                  </a:lnTo>
                  <a:lnTo>
                    <a:pt x="851" y="1827"/>
                  </a:lnTo>
                  <a:lnTo>
                    <a:pt x="846" y="1828"/>
                  </a:lnTo>
                  <a:lnTo>
                    <a:pt x="838" y="1829"/>
                  </a:lnTo>
                  <a:lnTo>
                    <a:pt x="838" y="1829"/>
                  </a:lnTo>
                  <a:close/>
                  <a:moveTo>
                    <a:pt x="2084" y="1645"/>
                  </a:moveTo>
                  <a:lnTo>
                    <a:pt x="2084" y="1645"/>
                  </a:lnTo>
                  <a:lnTo>
                    <a:pt x="2079" y="1646"/>
                  </a:lnTo>
                  <a:lnTo>
                    <a:pt x="2072" y="1648"/>
                  </a:lnTo>
                  <a:lnTo>
                    <a:pt x="2059" y="1651"/>
                  </a:lnTo>
                  <a:lnTo>
                    <a:pt x="2046" y="1658"/>
                  </a:lnTo>
                  <a:lnTo>
                    <a:pt x="2035" y="1666"/>
                  </a:lnTo>
                  <a:lnTo>
                    <a:pt x="2035" y="1563"/>
                  </a:lnTo>
                  <a:lnTo>
                    <a:pt x="1980" y="1591"/>
                  </a:lnTo>
                  <a:lnTo>
                    <a:pt x="1980" y="1874"/>
                  </a:lnTo>
                  <a:lnTo>
                    <a:pt x="2035" y="1874"/>
                  </a:lnTo>
                  <a:lnTo>
                    <a:pt x="2035" y="1858"/>
                  </a:lnTo>
                  <a:lnTo>
                    <a:pt x="2035" y="1858"/>
                  </a:lnTo>
                  <a:lnTo>
                    <a:pt x="2040" y="1863"/>
                  </a:lnTo>
                  <a:lnTo>
                    <a:pt x="2046" y="1868"/>
                  </a:lnTo>
                  <a:lnTo>
                    <a:pt x="2052" y="1871"/>
                  </a:lnTo>
                  <a:lnTo>
                    <a:pt x="2059" y="1874"/>
                  </a:lnTo>
                  <a:lnTo>
                    <a:pt x="2064" y="1877"/>
                  </a:lnTo>
                  <a:lnTo>
                    <a:pt x="2072" y="1878"/>
                  </a:lnTo>
                  <a:lnTo>
                    <a:pt x="2079" y="1879"/>
                  </a:lnTo>
                  <a:lnTo>
                    <a:pt x="2085" y="1880"/>
                  </a:lnTo>
                  <a:lnTo>
                    <a:pt x="2085" y="1880"/>
                  </a:lnTo>
                  <a:lnTo>
                    <a:pt x="2095" y="1879"/>
                  </a:lnTo>
                  <a:lnTo>
                    <a:pt x="2105" y="1878"/>
                  </a:lnTo>
                  <a:lnTo>
                    <a:pt x="2114" y="1876"/>
                  </a:lnTo>
                  <a:lnTo>
                    <a:pt x="2123" y="1871"/>
                  </a:lnTo>
                  <a:lnTo>
                    <a:pt x="2131" y="1867"/>
                  </a:lnTo>
                  <a:lnTo>
                    <a:pt x="2137" y="1862"/>
                  </a:lnTo>
                  <a:lnTo>
                    <a:pt x="2144" y="1856"/>
                  </a:lnTo>
                  <a:lnTo>
                    <a:pt x="2150" y="1849"/>
                  </a:lnTo>
                  <a:lnTo>
                    <a:pt x="2155" y="1840"/>
                  </a:lnTo>
                  <a:lnTo>
                    <a:pt x="2160" y="1831"/>
                  </a:lnTo>
                  <a:lnTo>
                    <a:pt x="2163" y="1821"/>
                  </a:lnTo>
                  <a:lnTo>
                    <a:pt x="2166" y="1811"/>
                  </a:lnTo>
                  <a:lnTo>
                    <a:pt x="2170" y="1800"/>
                  </a:lnTo>
                  <a:lnTo>
                    <a:pt x="2171" y="1788"/>
                  </a:lnTo>
                  <a:lnTo>
                    <a:pt x="2172" y="1774"/>
                  </a:lnTo>
                  <a:lnTo>
                    <a:pt x="2173" y="1760"/>
                  </a:lnTo>
                  <a:lnTo>
                    <a:pt x="2173" y="1760"/>
                  </a:lnTo>
                  <a:lnTo>
                    <a:pt x="2172" y="1748"/>
                  </a:lnTo>
                  <a:lnTo>
                    <a:pt x="2171" y="1735"/>
                  </a:lnTo>
                  <a:lnTo>
                    <a:pt x="2169" y="1723"/>
                  </a:lnTo>
                  <a:lnTo>
                    <a:pt x="2166" y="1712"/>
                  </a:lnTo>
                  <a:lnTo>
                    <a:pt x="2163" y="1702"/>
                  </a:lnTo>
                  <a:lnTo>
                    <a:pt x="2159" y="1693"/>
                  </a:lnTo>
                  <a:lnTo>
                    <a:pt x="2154" y="1684"/>
                  </a:lnTo>
                  <a:lnTo>
                    <a:pt x="2149" y="1676"/>
                  </a:lnTo>
                  <a:lnTo>
                    <a:pt x="2143" y="1670"/>
                  </a:lnTo>
                  <a:lnTo>
                    <a:pt x="2136" y="1663"/>
                  </a:lnTo>
                  <a:lnTo>
                    <a:pt x="2129" y="1658"/>
                  </a:lnTo>
                  <a:lnTo>
                    <a:pt x="2121" y="1653"/>
                  </a:lnTo>
                  <a:lnTo>
                    <a:pt x="2113" y="1650"/>
                  </a:lnTo>
                  <a:lnTo>
                    <a:pt x="2104" y="1648"/>
                  </a:lnTo>
                  <a:lnTo>
                    <a:pt x="2094" y="1646"/>
                  </a:lnTo>
                  <a:lnTo>
                    <a:pt x="2084" y="1645"/>
                  </a:lnTo>
                  <a:lnTo>
                    <a:pt x="2084" y="1645"/>
                  </a:lnTo>
                  <a:close/>
                  <a:moveTo>
                    <a:pt x="2074" y="1696"/>
                  </a:moveTo>
                  <a:lnTo>
                    <a:pt x="2074" y="1696"/>
                  </a:lnTo>
                  <a:lnTo>
                    <a:pt x="2082" y="1698"/>
                  </a:lnTo>
                  <a:lnTo>
                    <a:pt x="2090" y="1700"/>
                  </a:lnTo>
                  <a:lnTo>
                    <a:pt x="2096" y="1704"/>
                  </a:lnTo>
                  <a:lnTo>
                    <a:pt x="2103" y="1711"/>
                  </a:lnTo>
                  <a:lnTo>
                    <a:pt x="2109" y="1719"/>
                  </a:lnTo>
                  <a:lnTo>
                    <a:pt x="2112" y="1730"/>
                  </a:lnTo>
                  <a:lnTo>
                    <a:pt x="2115" y="1743"/>
                  </a:lnTo>
                  <a:lnTo>
                    <a:pt x="2116" y="1759"/>
                  </a:lnTo>
                  <a:lnTo>
                    <a:pt x="2116" y="1759"/>
                  </a:lnTo>
                  <a:lnTo>
                    <a:pt x="2115" y="1775"/>
                  </a:lnTo>
                  <a:lnTo>
                    <a:pt x="2113" y="1790"/>
                  </a:lnTo>
                  <a:lnTo>
                    <a:pt x="2111" y="1801"/>
                  </a:lnTo>
                  <a:lnTo>
                    <a:pt x="2106" y="1811"/>
                  </a:lnTo>
                  <a:lnTo>
                    <a:pt x="2100" y="1819"/>
                  </a:lnTo>
                  <a:lnTo>
                    <a:pt x="2093" y="1824"/>
                  </a:lnTo>
                  <a:lnTo>
                    <a:pt x="2085" y="1828"/>
                  </a:lnTo>
                  <a:lnTo>
                    <a:pt x="2075" y="1829"/>
                  </a:lnTo>
                  <a:lnTo>
                    <a:pt x="2075" y="1829"/>
                  </a:lnTo>
                  <a:lnTo>
                    <a:pt x="2067" y="1828"/>
                  </a:lnTo>
                  <a:lnTo>
                    <a:pt x="2061" y="1827"/>
                  </a:lnTo>
                  <a:lnTo>
                    <a:pt x="2055" y="1823"/>
                  </a:lnTo>
                  <a:lnTo>
                    <a:pt x="2050" y="1821"/>
                  </a:lnTo>
                  <a:lnTo>
                    <a:pt x="2041" y="1813"/>
                  </a:lnTo>
                  <a:lnTo>
                    <a:pt x="2035" y="1808"/>
                  </a:lnTo>
                  <a:lnTo>
                    <a:pt x="2035" y="1719"/>
                  </a:lnTo>
                  <a:lnTo>
                    <a:pt x="2035" y="1719"/>
                  </a:lnTo>
                  <a:lnTo>
                    <a:pt x="2039" y="1714"/>
                  </a:lnTo>
                  <a:lnTo>
                    <a:pt x="2043" y="1710"/>
                  </a:lnTo>
                  <a:lnTo>
                    <a:pt x="2047" y="1705"/>
                  </a:lnTo>
                  <a:lnTo>
                    <a:pt x="2052" y="1702"/>
                  </a:lnTo>
                  <a:lnTo>
                    <a:pt x="2057" y="1700"/>
                  </a:lnTo>
                  <a:lnTo>
                    <a:pt x="2063" y="1698"/>
                  </a:lnTo>
                  <a:lnTo>
                    <a:pt x="2069" y="1696"/>
                  </a:lnTo>
                  <a:lnTo>
                    <a:pt x="2074" y="1696"/>
                  </a:lnTo>
                  <a:lnTo>
                    <a:pt x="2074" y="1696"/>
                  </a:lnTo>
                  <a:close/>
                  <a:moveTo>
                    <a:pt x="1455" y="1666"/>
                  </a:moveTo>
                  <a:lnTo>
                    <a:pt x="1455" y="1666"/>
                  </a:lnTo>
                  <a:lnTo>
                    <a:pt x="1451" y="1662"/>
                  </a:lnTo>
                  <a:lnTo>
                    <a:pt x="1445" y="1658"/>
                  </a:lnTo>
                  <a:lnTo>
                    <a:pt x="1438" y="1654"/>
                  </a:lnTo>
                  <a:lnTo>
                    <a:pt x="1433" y="1651"/>
                  </a:lnTo>
                  <a:lnTo>
                    <a:pt x="1426" y="1649"/>
                  </a:lnTo>
                  <a:lnTo>
                    <a:pt x="1419" y="1646"/>
                  </a:lnTo>
                  <a:lnTo>
                    <a:pt x="1413" y="1646"/>
                  </a:lnTo>
                  <a:lnTo>
                    <a:pt x="1406" y="1645"/>
                  </a:lnTo>
                  <a:lnTo>
                    <a:pt x="1406" y="1645"/>
                  </a:lnTo>
                  <a:lnTo>
                    <a:pt x="1396" y="1646"/>
                  </a:lnTo>
                  <a:lnTo>
                    <a:pt x="1386" y="1648"/>
                  </a:lnTo>
                  <a:lnTo>
                    <a:pt x="1377" y="1650"/>
                  </a:lnTo>
                  <a:lnTo>
                    <a:pt x="1369" y="1653"/>
                  </a:lnTo>
                  <a:lnTo>
                    <a:pt x="1362" y="1658"/>
                  </a:lnTo>
                  <a:lnTo>
                    <a:pt x="1354" y="1663"/>
                  </a:lnTo>
                  <a:lnTo>
                    <a:pt x="1347" y="1670"/>
                  </a:lnTo>
                  <a:lnTo>
                    <a:pt x="1342" y="1676"/>
                  </a:lnTo>
                  <a:lnTo>
                    <a:pt x="1336" y="1684"/>
                  </a:lnTo>
                  <a:lnTo>
                    <a:pt x="1332" y="1693"/>
                  </a:lnTo>
                  <a:lnTo>
                    <a:pt x="1327" y="1702"/>
                  </a:lnTo>
                  <a:lnTo>
                    <a:pt x="1324" y="1712"/>
                  </a:lnTo>
                  <a:lnTo>
                    <a:pt x="1322" y="1723"/>
                  </a:lnTo>
                  <a:lnTo>
                    <a:pt x="1319" y="1735"/>
                  </a:lnTo>
                  <a:lnTo>
                    <a:pt x="1318" y="1748"/>
                  </a:lnTo>
                  <a:lnTo>
                    <a:pt x="1318" y="1760"/>
                  </a:lnTo>
                  <a:lnTo>
                    <a:pt x="1318" y="1760"/>
                  </a:lnTo>
                  <a:lnTo>
                    <a:pt x="1318" y="1774"/>
                  </a:lnTo>
                  <a:lnTo>
                    <a:pt x="1319" y="1787"/>
                  </a:lnTo>
                  <a:lnTo>
                    <a:pt x="1322" y="1799"/>
                  </a:lnTo>
                  <a:lnTo>
                    <a:pt x="1324" y="1810"/>
                  </a:lnTo>
                  <a:lnTo>
                    <a:pt x="1327" y="1821"/>
                  </a:lnTo>
                  <a:lnTo>
                    <a:pt x="1330" y="1831"/>
                  </a:lnTo>
                  <a:lnTo>
                    <a:pt x="1336" y="1840"/>
                  </a:lnTo>
                  <a:lnTo>
                    <a:pt x="1340" y="1848"/>
                  </a:lnTo>
                  <a:lnTo>
                    <a:pt x="1347" y="1856"/>
                  </a:lnTo>
                  <a:lnTo>
                    <a:pt x="1353" y="1861"/>
                  </a:lnTo>
                  <a:lnTo>
                    <a:pt x="1360" y="1867"/>
                  </a:lnTo>
                  <a:lnTo>
                    <a:pt x="1368" y="1871"/>
                  </a:lnTo>
                  <a:lnTo>
                    <a:pt x="1376" y="1874"/>
                  </a:lnTo>
                  <a:lnTo>
                    <a:pt x="1385" y="1878"/>
                  </a:lnTo>
                  <a:lnTo>
                    <a:pt x="1395" y="1879"/>
                  </a:lnTo>
                  <a:lnTo>
                    <a:pt x="1405" y="1879"/>
                  </a:lnTo>
                  <a:lnTo>
                    <a:pt x="1405" y="1879"/>
                  </a:lnTo>
                  <a:lnTo>
                    <a:pt x="1412" y="1879"/>
                  </a:lnTo>
                  <a:lnTo>
                    <a:pt x="1418" y="1878"/>
                  </a:lnTo>
                  <a:lnTo>
                    <a:pt x="1425" y="1877"/>
                  </a:lnTo>
                  <a:lnTo>
                    <a:pt x="1432" y="1874"/>
                  </a:lnTo>
                  <a:lnTo>
                    <a:pt x="1438" y="1871"/>
                  </a:lnTo>
                  <a:lnTo>
                    <a:pt x="1444" y="1867"/>
                  </a:lnTo>
                  <a:lnTo>
                    <a:pt x="1449" y="1863"/>
                  </a:lnTo>
                  <a:lnTo>
                    <a:pt x="1455" y="1858"/>
                  </a:lnTo>
                  <a:lnTo>
                    <a:pt x="1455" y="1863"/>
                  </a:lnTo>
                  <a:lnTo>
                    <a:pt x="1455" y="1863"/>
                  </a:lnTo>
                  <a:lnTo>
                    <a:pt x="1455" y="1872"/>
                  </a:lnTo>
                  <a:lnTo>
                    <a:pt x="1454" y="1882"/>
                  </a:lnTo>
                  <a:lnTo>
                    <a:pt x="1452" y="1892"/>
                  </a:lnTo>
                  <a:lnTo>
                    <a:pt x="1449" y="1897"/>
                  </a:lnTo>
                  <a:lnTo>
                    <a:pt x="1446" y="1901"/>
                  </a:lnTo>
                  <a:lnTo>
                    <a:pt x="1443" y="1906"/>
                  </a:lnTo>
                  <a:lnTo>
                    <a:pt x="1438" y="1910"/>
                  </a:lnTo>
                  <a:lnTo>
                    <a:pt x="1432" y="1913"/>
                  </a:lnTo>
                  <a:lnTo>
                    <a:pt x="1425" y="1916"/>
                  </a:lnTo>
                  <a:lnTo>
                    <a:pt x="1417" y="1919"/>
                  </a:lnTo>
                  <a:lnTo>
                    <a:pt x="1407" y="1920"/>
                  </a:lnTo>
                  <a:lnTo>
                    <a:pt x="1396" y="1922"/>
                  </a:lnTo>
                  <a:lnTo>
                    <a:pt x="1384" y="1922"/>
                  </a:lnTo>
                  <a:lnTo>
                    <a:pt x="1382" y="1922"/>
                  </a:lnTo>
                  <a:lnTo>
                    <a:pt x="1401" y="1966"/>
                  </a:lnTo>
                  <a:lnTo>
                    <a:pt x="1402" y="1966"/>
                  </a:lnTo>
                  <a:lnTo>
                    <a:pt x="1402" y="1966"/>
                  </a:lnTo>
                  <a:lnTo>
                    <a:pt x="1415" y="1966"/>
                  </a:lnTo>
                  <a:lnTo>
                    <a:pt x="1427" y="1963"/>
                  </a:lnTo>
                  <a:lnTo>
                    <a:pt x="1439" y="1961"/>
                  </a:lnTo>
                  <a:lnTo>
                    <a:pt x="1449" y="1958"/>
                  </a:lnTo>
                  <a:lnTo>
                    <a:pt x="1459" y="1954"/>
                  </a:lnTo>
                  <a:lnTo>
                    <a:pt x="1468" y="1950"/>
                  </a:lnTo>
                  <a:lnTo>
                    <a:pt x="1476" y="1943"/>
                  </a:lnTo>
                  <a:lnTo>
                    <a:pt x="1484" y="1938"/>
                  </a:lnTo>
                  <a:lnTo>
                    <a:pt x="1491" y="1930"/>
                  </a:lnTo>
                  <a:lnTo>
                    <a:pt x="1495" y="1921"/>
                  </a:lnTo>
                  <a:lnTo>
                    <a:pt x="1501" y="1912"/>
                  </a:lnTo>
                  <a:lnTo>
                    <a:pt x="1504" y="1902"/>
                  </a:lnTo>
                  <a:lnTo>
                    <a:pt x="1507" y="1891"/>
                  </a:lnTo>
                  <a:lnTo>
                    <a:pt x="1509" y="1880"/>
                  </a:lnTo>
                  <a:lnTo>
                    <a:pt x="1511" y="1868"/>
                  </a:lnTo>
                  <a:lnTo>
                    <a:pt x="1511" y="1853"/>
                  </a:lnTo>
                  <a:lnTo>
                    <a:pt x="1511" y="1651"/>
                  </a:lnTo>
                  <a:lnTo>
                    <a:pt x="1455" y="1651"/>
                  </a:lnTo>
                  <a:lnTo>
                    <a:pt x="1455" y="1666"/>
                  </a:lnTo>
                  <a:close/>
                  <a:moveTo>
                    <a:pt x="1455" y="1719"/>
                  </a:moveTo>
                  <a:lnTo>
                    <a:pt x="1455" y="1807"/>
                  </a:lnTo>
                  <a:lnTo>
                    <a:pt x="1455" y="1807"/>
                  </a:lnTo>
                  <a:lnTo>
                    <a:pt x="1448" y="1814"/>
                  </a:lnTo>
                  <a:lnTo>
                    <a:pt x="1439" y="1822"/>
                  </a:lnTo>
                  <a:lnTo>
                    <a:pt x="1435" y="1824"/>
                  </a:lnTo>
                  <a:lnTo>
                    <a:pt x="1429" y="1827"/>
                  </a:lnTo>
                  <a:lnTo>
                    <a:pt x="1423" y="1828"/>
                  </a:lnTo>
                  <a:lnTo>
                    <a:pt x="1416" y="1829"/>
                  </a:lnTo>
                  <a:lnTo>
                    <a:pt x="1416" y="1829"/>
                  </a:lnTo>
                  <a:lnTo>
                    <a:pt x="1408" y="1828"/>
                  </a:lnTo>
                  <a:lnTo>
                    <a:pt x="1402" y="1825"/>
                  </a:lnTo>
                  <a:lnTo>
                    <a:pt x="1394" y="1821"/>
                  </a:lnTo>
                  <a:lnTo>
                    <a:pt x="1388" y="1815"/>
                  </a:lnTo>
                  <a:lnTo>
                    <a:pt x="1383" y="1807"/>
                  </a:lnTo>
                  <a:lnTo>
                    <a:pt x="1378" y="1794"/>
                  </a:lnTo>
                  <a:lnTo>
                    <a:pt x="1375" y="1779"/>
                  </a:lnTo>
                  <a:lnTo>
                    <a:pt x="1374" y="1759"/>
                  </a:lnTo>
                  <a:lnTo>
                    <a:pt x="1374" y="1759"/>
                  </a:lnTo>
                  <a:lnTo>
                    <a:pt x="1375" y="1741"/>
                  </a:lnTo>
                  <a:lnTo>
                    <a:pt x="1378" y="1728"/>
                  </a:lnTo>
                  <a:lnTo>
                    <a:pt x="1383" y="1717"/>
                  </a:lnTo>
                  <a:lnTo>
                    <a:pt x="1388" y="1709"/>
                  </a:lnTo>
                  <a:lnTo>
                    <a:pt x="1394" y="1702"/>
                  </a:lnTo>
                  <a:lnTo>
                    <a:pt x="1402" y="1699"/>
                  </a:lnTo>
                  <a:lnTo>
                    <a:pt x="1408" y="1696"/>
                  </a:lnTo>
                  <a:lnTo>
                    <a:pt x="1416" y="1696"/>
                  </a:lnTo>
                  <a:lnTo>
                    <a:pt x="1416" y="1696"/>
                  </a:lnTo>
                  <a:lnTo>
                    <a:pt x="1423" y="1696"/>
                  </a:lnTo>
                  <a:lnTo>
                    <a:pt x="1429" y="1699"/>
                  </a:lnTo>
                  <a:lnTo>
                    <a:pt x="1436" y="1701"/>
                  </a:lnTo>
                  <a:lnTo>
                    <a:pt x="1441" y="1703"/>
                  </a:lnTo>
                  <a:lnTo>
                    <a:pt x="1445" y="1708"/>
                  </a:lnTo>
                  <a:lnTo>
                    <a:pt x="1449" y="1711"/>
                  </a:lnTo>
                  <a:lnTo>
                    <a:pt x="1455" y="1719"/>
                  </a:lnTo>
                  <a:lnTo>
                    <a:pt x="1455" y="1719"/>
                  </a:lnTo>
                  <a:close/>
                  <a:moveTo>
                    <a:pt x="1683" y="1705"/>
                  </a:moveTo>
                  <a:lnTo>
                    <a:pt x="1683" y="1705"/>
                  </a:lnTo>
                  <a:lnTo>
                    <a:pt x="1696" y="1699"/>
                  </a:lnTo>
                  <a:lnTo>
                    <a:pt x="1709" y="1694"/>
                  </a:lnTo>
                  <a:lnTo>
                    <a:pt x="1724" y="1691"/>
                  </a:lnTo>
                  <a:lnTo>
                    <a:pt x="1740" y="1690"/>
                  </a:lnTo>
                  <a:lnTo>
                    <a:pt x="1740" y="1690"/>
                  </a:lnTo>
                  <a:lnTo>
                    <a:pt x="1750" y="1691"/>
                  </a:lnTo>
                  <a:lnTo>
                    <a:pt x="1757" y="1692"/>
                  </a:lnTo>
                  <a:lnTo>
                    <a:pt x="1764" y="1694"/>
                  </a:lnTo>
                  <a:lnTo>
                    <a:pt x="1770" y="1699"/>
                  </a:lnTo>
                  <a:lnTo>
                    <a:pt x="1774" y="1703"/>
                  </a:lnTo>
                  <a:lnTo>
                    <a:pt x="1777" y="1709"/>
                  </a:lnTo>
                  <a:lnTo>
                    <a:pt x="1780" y="1714"/>
                  </a:lnTo>
                  <a:lnTo>
                    <a:pt x="1780" y="1722"/>
                  </a:lnTo>
                  <a:lnTo>
                    <a:pt x="1780" y="1738"/>
                  </a:lnTo>
                  <a:lnTo>
                    <a:pt x="1780" y="1738"/>
                  </a:lnTo>
                  <a:lnTo>
                    <a:pt x="1770" y="1733"/>
                  </a:lnTo>
                  <a:lnTo>
                    <a:pt x="1757" y="1730"/>
                  </a:lnTo>
                  <a:lnTo>
                    <a:pt x="1745" y="1728"/>
                  </a:lnTo>
                  <a:lnTo>
                    <a:pt x="1732" y="1727"/>
                  </a:lnTo>
                  <a:lnTo>
                    <a:pt x="1732" y="1727"/>
                  </a:lnTo>
                  <a:lnTo>
                    <a:pt x="1716" y="1728"/>
                  </a:lnTo>
                  <a:lnTo>
                    <a:pt x="1701" y="1731"/>
                  </a:lnTo>
                  <a:lnTo>
                    <a:pt x="1686" y="1735"/>
                  </a:lnTo>
                  <a:lnTo>
                    <a:pt x="1678" y="1739"/>
                  </a:lnTo>
                  <a:lnTo>
                    <a:pt x="1672" y="1743"/>
                  </a:lnTo>
                  <a:lnTo>
                    <a:pt x="1666" y="1748"/>
                  </a:lnTo>
                  <a:lnTo>
                    <a:pt x="1661" y="1753"/>
                  </a:lnTo>
                  <a:lnTo>
                    <a:pt x="1655" y="1759"/>
                  </a:lnTo>
                  <a:lnTo>
                    <a:pt x="1651" y="1765"/>
                  </a:lnTo>
                  <a:lnTo>
                    <a:pt x="1647" y="1773"/>
                  </a:lnTo>
                  <a:lnTo>
                    <a:pt x="1645" y="1782"/>
                  </a:lnTo>
                  <a:lnTo>
                    <a:pt x="1644" y="1791"/>
                  </a:lnTo>
                  <a:lnTo>
                    <a:pt x="1643" y="1800"/>
                  </a:lnTo>
                  <a:lnTo>
                    <a:pt x="1643" y="1800"/>
                  </a:lnTo>
                  <a:lnTo>
                    <a:pt x="1644" y="1811"/>
                  </a:lnTo>
                  <a:lnTo>
                    <a:pt x="1645" y="1821"/>
                  </a:lnTo>
                  <a:lnTo>
                    <a:pt x="1647" y="1829"/>
                  </a:lnTo>
                  <a:lnTo>
                    <a:pt x="1651" y="1838"/>
                  </a:lnTo>
                  <a:lnTo>
                    <a:pt x="1654" y="1844"/>
                  </a:lnTo>
                  <a:lnTo>
                    <a:pt x="1659" y="1851"/>
                  </a:lnTo>
                  <a:lnTo>
                    <a:pt x="1664" y="1857"/>
                  </a:lnTo>
                  <a:lnTo>
                    <a:pt x="1671" y="1862"/>
                  </a:lnTo>
                  <a:lnTo>
                    <a:pt x="1676" y="1867"/>
                  </a:lnTo>
                  <a:lnTo>
                    <a:pt x="1683" y="1870"/>
                  </a:lnTo>
                  <a:lnTo>
                    <a:pt x="1697" y="1876"/>
                  </a:lnTo>
                  <a:lnTo>
                    <a:pt x="1712" y="1879"/>
                  </a:lnTo>
                  <a:lnTo>
                    <a:pt x="1726" y="1880"/>
                  </a:lnTo>
                  <a:lnTo>
                    <a:pt x="1726" y="1880"/>
                  </a:lnTo>
                  <a:lnTo>
                    <a:pt x="1738" y="1878"/>
                  </a:lnTo>
                  <a:lnTo>
                    <a:pt x="1746" y="1877"/>
                  </a:lnTo>
                  <a:lnTo>
                    <a:pt x="1753" y="1874"/>
                  </a:lnTo>
                  <a:lnTo>
                    <a:pt x="1761" y="1871"/>
                  </a:lnTo>
                  <a:lnTo>
                    <a:pt x="1767" y="1867"/>
                  </a:lnTo>
                  <a:lnTo>
                    <a:pt x="1774" y="1862"/>
                  </a:lnTo>
                  <a:lnTo>
                    <a:pt x="1780" y="1857"/>
                  </a:lnTo>
                  <a:lnTo>
                    <a:pt x="1780" y="1874"/>
                  </a:lnTo>
                  <a:lnTo>
                    <a:pt x="1835" y="1874"/>
                  </a:lnTo>
                  <a:lnTo>
                    <a:pt x="1835" y="1723"/>
                  </a:lnTo>
                  <a:lnTo>
                    <a:pt x="1835" y="1723"/>
                  </a:lnTo>
                  <a:lnTo>
                    <a:pt x="1835" y="1714"/>
                  </a:lnTo>
                  <a:lnTo>
                    <a:pt x="1834" y="1707"/>
                  </a:lnTo>
                  <a:lnTo>
                    <a:pt x="1832" y="1699"/>
                  </a:lnTo>
                  <a:lnTo>
                    <a:pt x="1830" y="1691"/>
                  </a:lnTo>
                  <a:lnTo>
                    <a:pt x="1825" y="1684"/>
                  </a:lnTo>
                  <a:lnTo>
                    <a:pt x="1822" y="1678"/>
                  </a:lnTo>
                  <a:lnTo>
                    <a:pt x="1816" y="1672"/>
                  </a:lnTo>
                  <a:lnTo>
                    <a:pt x="1811" y="1666"/>
                  </a:lnTo>
                  <a:lnTo>
                    <a:pt x="1805" y="1662"/>
                  </a:lnTo>
                  <a:lnTo>
                    <a:pt x="1798" y="1658"/>
                  </a:lnTo>
                  <a:lnTo>
                    <a:pt x="1791" y="1654"/>
                  </a:lnTo>
                  <a:lnTo>
                    <a:pt x="1783" y="1651"/>
                  </a:lnTo>
                  <a:lnTo>
                    <a:pt x="1774" y="1649"/>
                  </a:lnTo>
                  <a:lnTo>
                    <a:pt x="1765" y="1648"/>
                  </a:lnTo>
                  <a:lnTo>
                    <a:pt x="1755" y="1646"/>
                  </a:lnTo>
                  <a:lnTo>
                    <a:pt x="1745" y="1645"/>
                  </a:lnTo>
                  <a:lnTo>
                    <a:pt x="1745" y="1645"/>
                  </a:lnTo>
                  <a:lnTo>
                    <a:pt x="1733" y="1646"/>
                  </a:lnTo>
                  <a:lnTo>
                    <a:pt x="1723" y="1646"/>
                  </a:lnTo>
                  <a:lnTo>
                    <a:pt x="1712" y="1649"/>
                  </a:lnTo>
                  <a:lnTo>
                    <a:pt x="1701" y="1651"/>
                  </a:lnTo>
                  <a:lnTo>
                    <a:pt x="1691" y="1654"/>
                  </a:lnTo>
                  <a:lnTo>
                    <a:pt x="1681" y="1658"/>
                  </a:lnTo>
                  <a:lnTo>
                    <a:pt x="1671" y="1662"/>
                  </a:lnTo>
                  <a:lnTo>
                    <a:pt x="1661" y="1668"/>
                  </a:lnTo>
                  <a:lnTo>
                    <a:pt x="1683" y="1705"/>
                  </a:lnTo>
                  <a:close/>
                  <a:moveTo>
                    <a:pt x="1698" y="1800"/>
                  </a:moveTo>
                  <a:lnTo>
                    <a:pt x="1698" y="1800"/>
                  </a:lnTo>
                  <a:lnTo>
                    <a:pt x="1698" y="1793"/>
                  </a:lnTo>
                  <a:lnTo>
                    <a:pt x="1701" y="1787"/>
                  </a:lnTo>
                  <a:lnTo>
                    <a:pt x="1704" y="1781"/>
                  </a:lnTo>
                  <a:lnTo>
                    <a:pt x="1708" y="1777"/>
                  </a:lnTo>
                  <a:lnTo>
                    <a:pt x="1714" y="1773"/>
                  </a:lnTo>
                  <a:lnTo>
                    <a:pt x="1721" y="1771"/>
                  </a:lnTo>
                  <a:lnTo>
                    <a:pt x="1728" y="1769"/>
                  </a:lnTo>
                  <a:lnTo>
                    <a:pt x="1736" y="1769"/>
                  </a:lnTo>
                  <a:lnTo>
                    <a:pt x="1736" y="1769"/>
                  </a:lnTo>
                  <a:lnTo>
                    <a:pt x="1748" y="1769"/>
                  </a:lnTo>
                  <a:lnTo>
                    <a:pt x="1760" y="1771"/>
                  </a:lnTo>
                  <a:lnTo>
                    <a:pt x="1770" y="1774"/>
                  </a:lnTo>
                  <a:lnTo>
                    <a:pt x="1780" y="1780"/>
                  </a:lnTo>
                  <a:lnTo>
                    <a:pt x="1780" y="1810"/>
                  </a:lnTo>
                  <a:lnTo>
                    <a:pt x="1780" y="1810"/>
                  </a:lnTo>
                  <a:lnTo>
                    <a:pt x="1777" y="1814"/>
                  </a:lnTo>
                  <a:lnTo>
                    <a:pt x="1773" y="1819"/>
                  </a:lnTo>
                  <a:lnTo>
                    <a:pt x="1768" y="1823"/>
                  </a:lnTo>
                  <a:lnTo>
                    <a:pt x="1763" y="1827"/>
                  </a:lnTo>
                  <a:lnTo>
                    <a:pt x="1757" y="1830"/>
                  </a:lnTo>
                  <a:lnTo>
                    <a:pt x="1751" y="1832"/>
                  </a:lnTo>
                  <a:lnTo>
                    <a:pt x="1744" y="1833"/>
                  </a:lnTo>
                  <a:lnTo>
                    <a:pt x="1736" y="1834"/>
                  </a:lnTo>
                  <a:lnTo>
                    <a:pt x="1736" y="1834"/>
                  </a:lnTo>
                  <a:lnTo>
                    <a:pt x="1728" y="1833"/>
                  </a:lnTo>
                  <a:lnTo>
                    <a:pt x="1721" y="1831"/>
                  </a:lnTo>
                  <a:lnTo>
                    <a:pt x="1714" y="1829"/>
                  </a:lnTo>
                  <a:lnTo>
                    <a:pt x="1708" y="1824"/>
                  </a:lnTo>
                  <a:lnTo>
                    <a:pt x="1704" y="1820"/>
                  </a:lnTo>
                  <a:lnTo>
                    <a:pt x="1701" y="1814"/>
                  </a:lnTo>
                  <a:lnTo>
                    <a:pt x="1699" y="1808"/>
                  </a:lnTo>
                  <a:lnTo>
                    <a:pt x="1698" y="1800"/>
                  </a:lnTo>
                  <a:lnTo>
                    <a:pt x="1698" y="1800"/>
                  </a:lnTo>
                  <a:close/>
                  <a:moveTo>
                    <a:pt x="2350" y="1810"/>
                  </a:moveTo>
                  <a:lnTo>
                    <a:pt x="2350" y="1810"/>
                  </a:lnTo>
                  <a:lnTo>
                    <a:pt x="2342" y="1817"/>
                  </a:lnTo>
                  <a:lnTo>
                    <a:pt x="2332" y="1822"/>
                  </a:lnTo>
                  <a:lnTo>
                    <a:pt x="2326" y="1824"/>
                  </a:lnTo>
                  <a:lnTo>
                    <a:pt x="2320" y="1827"/>
                  </a:lnTo>
                  <a:lnTo>
                    <a:pt x="2313" y="1828"/>
                  </a:lnTo>
                  <a:lnTo>
                    <a:pt x="2306" y="1829"/>
                  </a:lnTo>
                  <a:lnTo>
                    <a:pt x="2306" y="1829"/>
                  </a:lnTo>
                  <a:lnTo>
                    <a:pt x="2301" y="1828"/>
                  </a:lnTo>
                  <a:lnTo>
                    <a:pt x="2294" y="1828"/>
                  </a:lnTo>
                  <a:lnTo>
                    <a:pt x="2286" y="1825"/>
                  </a:lnTo>
                  <a:lnTo>
                    <a:pt x="2277" y="1821"/>
                  </a:lnTo>
                  <a:lnTo>
                    <a:pt x="2270" y="1815"/>
                  </a:lnTo>
                  <a:lnTo>
                    <a:pt x="2266" y="1811"/>
                  </a:lnTo>
                  <a:lnTo>
                    <a:pt x="2263" y="1807"/>
                  </a:lnTo>
                  <a:lnTo>
                    <a:pt x="2261" y="1801"/>
                  </a:lnTo>
                  <a:lnTo>
                    <a:pt x="2259" y="1794"/>
                  </a:lnTo>
                  <a:lnTo>
                    <a:pt x="2257" y="1788"/>
                  </a:lnTo>
                  <a:lnTo>
                    <a:pt x="2256" y="1780"/>
                  </a:lnTo>
                  <a:lnTo>
                    <a:pt x="2393" y="1780"/>
                  </a:lnTo>
                  <a:lnTo>
                    <a:pt x="2393" y="1780"/>
                  </a:lnTo>
                  <a:lnTo>
                    <a:pt x="2394" y="1763"/>
                  </a:lnTo>
                  <a:lnTo>
                    <a:pt x="2394" y="1763"/>
                  </a:lnTo>
                  <a:lnTo>
                    <a:pt x="2394" y="1750"/>
                  </a:lnTo>
                  <a:lnTo>
                    <a:pt x="2392" y="1738"/>
                  </a:lnTo>
                  <a:lnTo>
                    <a:pt x="2391" y="1725"/>
                  </a:lnTo>
                  <a:lnTo>
                    <a:pt x="2388" y="1714"/>
                  </a:lnTo>
                  <a:lnTo>
                    <a:pt x="2384" y="1704"/>
                  </a:lnTo>
                  <a:lnTo>
                    <a:pt x="2380" y="1694"/>
                  </a:lnTo>
                  <a:lnTo>
                    <a:pt x="2374" y="1685"/>
                  </a:lnTo>
                  <a:lnTo>
                    <a:pt x="2369" y="1678"/>
                  </a:lnTo>
                  <a:lnTo>
                    <a:pt x="2362" y="1670"/>
                  </a:lnTo>
                  <a:lnTo>
                    <a:pt x="2355" y="1664"/>
                  </a:lnTo>
                  <a:lnTo>
                    <a:pt x="2348" y="1659"/>
                  </a:lnTo>
                  <a:lnTo>
                    <a:pt x="2339" y="1654"/>
                  </a:lnTo>
                  <a:lnTo>
                    <a:pt x="2330" y="1651"/>
                  </a:lnTo>
                  <a:lnTo>
                    <a:pt x="2321" y="1648"/>
                  </a:lnTo>
                  <a:lnTo>
                    <a:pt x="2311" y="1646"/>
                  </a:lnTo>
                  <a:lnTo>
                    <a:pt x="2300" y="1645"/>
                  </a:lnTo>
                  <a:lnTo>
                    <a:pt x="2300" y="1645"/>
                  </a:lnTo>
                  <a:lnTo>
                    <a:pt x="2290" y="1646"/>
                  </a:lnTo>
                  <a:lnTo>
                    <a:pt x="2280" y="1648"/>
                  </a:lnTo>
                  <a:lnTo>
                    <a:pt x="2270" y="1651"/>
                  </a:lnTo>
                  <a:lnTo>
                    <a:pt x="2260" y="1654"/>
                  </a:lnTo>
                  <a:lnTo>
                    <a:pt x="2251" y="1659"/>
                  </a:lnTo>
                  <a:lnTo>
                    <a:pt x="2243" y="1665"/>
                  </a:lnTo>
                  <a:lnTo>
                    <a:pt x="2235" y="1671"/>
                  </a:lnTo>
                  <a:lnTo>
                    <a:pt x="2229" y="1679"/>
                  </a:lnTo>
                  <a:lnTo>
                    <a:pt x="2222" y="1686"/>
                  </a:lnTo>
                  <a:lnTo>
                    <a:pt x="2216" y="1695"/>
                  </a:lnTo>
                  <a:lnTo>
                    <a:pt x="2212" y="1705"/>
                  </a:lnTo>
                  <a:lnTo>
                    <a:pt x="2207" y="1715"/>
                  </a:lnTo>
                  <a:lnTo>
                    <a:pt x="2204" y="1727"/>
                  </a:lnTo>
                  <a:lnTo>
                    <a:pt x="2202" y="1739"/>
                  </a:lnTo>
                  <a:lnTo>
                    <a:pt x="2201" y="1750"/>
                  </a:lnTo>
                  <a:lnTo>
                    <a:pt x="2200" y="1763"/>
                  </a:lnTo>
                  <a:lnTo>
                    <a:pt x="2200" y="1763"/>
                  </a:lnTo>
                  <a:lnTo>
                    <a:pt x="2201" y="1775"/>
                  </a:lnTo>
                  <a:lnTo>
                    <a:pt x="2202" y="1788"/>
                  </a:lnTo>
                  <a:lnTo>
                    <a:pt x="2204" y="1800"/>
                  </a:lnTo>
                  <a:lnTo>
                    <a:pt x="2207" y="1811"/>
                  </a:lnTo>
                  <a:lnTo>
                    <a:pt x="2212" y="1821"/>
                  </a:lnTo>
                  <a:lnTo>
                    <a:pt x="2216" y="1831"/>
                  </a:lnTo>
                  <a:lnTo>
                    <a:pt x="2222" y="1840"/>
                  </a:lnTo>
                  <a:lnTo>
                    <a:pt x="2229" y="1848"/>
                  </a:lnTo>
                  <a:lnTo>
                    <a:pt x="2236" y="1854"/>
                  </a:lnTo>
                  <a:lnTo>
                    <a:pt x="2244" y="1861"/>
                  </a:lnTo>
                  <a:lnTo>
                    <a:pt x="2253" y="1867"/>
                  </a:lnTo>
                  <a:lnTo>
                    <a:pt x="2262" y="1871"/>
                  </a:lnTo>
                  <a:lnTo>
                    <a:pt x="2272" y="1874"/>
                  </a:lnTo>
                  <a:lnTo>
                    <a:pt x="2283" y="1878"/>
                  </a:lnTo>
                  <a:lnTo>
                    <a:pt x="2294" y="1879"/>
                  </a:lnTo>
                  <a:lnTo>
                    <a:pt x="2306" y="1880"/>
                  </a:lnTo>
                  <a:lnTo>
                    <a:pt x="2306" y="1880"/>
                  </a:lnTo>
                  <a:lnTo>
                    <a:pt x="2317" y="1879"/>
                  </a:lnTo>
                  <a:lnTo>
                    <a:pt x="2327" y="1878"/>
                  </a:lnTo>
                  <a:lnTo>
                    <a:pt x="2339" y="1874"/>
                  </a:lnTo>
                  <a:lnTo>
                    <a:pt x="2349" y="1871"/>
                  </a:lnTo>
                  <a:lnTo>
                    <a:pt x="2359" y="1866"/>
                  </a:lnTo>
                  <a:lnTo>
                    <a:pt x="2368" y="1860"/>
                  </a:lnTo>
                  <a:lnTo>
                    <a:pt x="2376" y="1852"/>
                  </a:lnTo>
                  <a:lnTo>
                    <a:pt x="2385" y="1844"/>
                  </a:lnTo>
                  <a:lnTo>
                    <a:pt x="2350" y="1810"/>
                  </a:lnTo>
                  <a:close/>
                  <a:moveTo>
                    <a:pt x="2257" y="1739"/>
                  </a:moveTo>
                  <a:lnTo>
                    <a:pt x="2257" y="1739"/>
                  </a:lnTo>
                  <a:lnTo>
                    <a:pt x="2259" y="1729"/>
                  </a:lnTo>
                  <a:lnTo>
                    <a:pt x="2261" y="1720"/>
                  </a:lnTo>
                  <a:lnTo>
                    <a:pt x="2264" y="1712"/>
                  </a:lnTo>
                  <a:lnTo>
                    <a:pt x="2270" y="1705"/>
                  </a:lnTo>
                  <a:lnTo>
                    <a:pt x="2275" y="1700"/>
                  </a:lnTo>
                  <a:lnTo>
                    <a:pt x="2282" y="1696"/>
                  </a:lnTo>
                  <a:lnTo>
                    <a:pt x="2290" y="1693"/>
                  </a:lnTo>
                  <a:lnTo>
                    <a:pt x="2299" y="1693"/>
                  </a:lnTo>
                  <a:lnTo>
                    <a:pt x="2299" y="1693"/>
                  </a:lnTo>
                  <a:lnTo>
                    <a:pt x="2309" y="1694"/>
                  </a:lnTo>
                  <a:lnTo>
                    <a:pt x="2317" y="1696"/>
                  </a:lnTo>
                  <a:lnTo>
                    <a:pt x="2324" y="1701"/>
                  </a:lnTo>
                  <a:lnTo>
                    <a:pt x="2330" y="1708"/>
                  </a:lnTo>
                  <a:lnTo>
                    <a:pt x="2334" y="1714"/>
                  </a:lnTo>
                  <a:lnTo>
                    <a:pt x="2338" y="1722"/>
                  </a:lnTo>
                  <a:lnTo>
                    <a:pt x="2340" y="1731"/>
                  </a:lnTo>
                  <a:lnTo>
                    <a:pt x="2341" y="1739"/>
                  </a:lnTo>
                  <a:lnTo>
                    <a:pt x="2257" y="1739"/>
                  </a:lnTo>
                  <a:close/>
                  <a:moveTo>
                    <a:pt x="2884" y="1810"/>
                  </a:moveTo>
                  <a:lnTo>
                    <a:pt x="2884" y="1810"/>
                  </a:lnTo>
                  <a:lnTo>
                    <a:pt x="2875" y="1817"/>
                  </a:lnTo>
                  <a:lnTo>
                    <a:pt x="2867" y="1822"/>
                  </a:lnTo>
                  <a:lnTo>
                    <a:pt x="2860" y="1824"/>
                  </a:lnTo>
                  <a:lnTo>
                    <a:pt x="2854" y="1827"/>
                  </a:lnTo>
                  <a:lnTo>
                    <a:pt x="2848" y="1828"/>
                  </a:lnTo>
                  <a:lnTo>
                    <a:pt x="2840" y="1829"/>
                  </a:lnTo>
                  <a:lnTo>
                    <a:pt x="2840" y="1829"/>
                  </a:lnTo>
                  <a:lnTo>
                    <a:pt x="2834" y="1828"/>
                  </a:lnTo>
                  <a:lnTo>
                    <a:pt x="2828" y="1828"/>
                  </a:lnTo>
                  <a:lnTo>
                    <a:pt x="2820" y="1825"/>
                  </a:lnTo>
                  <a:lnTo>
                    <a:pt x="2812" y="1821"/>
                  </a:lnTo>
                  <a:lnTo>
                    <a:pt x="2804" y="1815"/>
                  </a:lnTo>
                  <a:lnTo>
                    <a:pt x="2801" y="1811"/>
                  </a:lnTo>
                  <a:lnTo>
                    <a:pt x="2798" y="1807"/>
                  </a:lnTo>
                  <a:lnTo>
                    <a:pt x="2795" y="1801"/>
                  </a:lnTo>
                  <a:lnTo>
                    <a:pt x="2793" y="1794"/>
                  </a:lnTo>
                  <a:lnTo>
                    <a:pt x="2791" y="1788"/>
                  </a:lnTo>
                  <a:lnTo>
                    <a:pt x="2790" y="1780"/>
                  </a:lnTo>
                  <a:lnTo>
                    <a:pt x="2928" y="1780"/>
                  </a:lnTo>
                  <a:lnTo>
                    <a:pt x="2928" y="1780"/>
                  </a:lnTo>
                  <a:lnTo>
                    <a:pt x="2929" y="1763"/>
                  </a:lnTo>
                  <a:lnTo>
                    <a:pt x="2929" y="1763"/>
                  </a:lnTo>
                  <a:lnTo>
                    <a:pt x="2928" y="1750"/>
                  </a:lnTo>
                  <a:lnTo>
                    <a:pt x="2927" y="1738"/>
                  </a:lnTo>
                  <a:lnTo>
                    <a:pt x="2924" y="1725"/>
                  </a:lnTo>
                  <a:lnTo>
                    <a:pt x="2922" y="1714"/>
                  </a:lnTo>
                  <a:lnTo>
                    <a:pt x="2918" y="1704"/>
                  </a:lnTo>
                  <a:lnTo>
                    <a:pt x="2913" y="1694"/>
                  </a:lnTo>
                  <a:lnTo>
                    <a:pt x="2909" y="1685"/>
                  </a:lnTo>
                  <a:lnTo>
                    <a:pt x="2903" y="1678"/>
                  </a:lnTo>
                  <a:lnTo>
                    <a:pt x="2897" y="1670"/>
                  </a:lnTo>
                  <a:lnTo>
                    <a:pt x="2889" y="1664"/>
                  </a:lnTo>
                  <a:lnTo>
                    <a:pt x="2881" y="1659"/>
                  </a:lnTo>
                  <a:lnTo>
                    <a:pt x="2873" y="1654"/>
                  </a:lnTo>
                  <a:lnTo>
                    <a:pt x="2864" y="1651"/>
                  </a:lnTo>
                  <a:lnTo>
                    <a:pt x="2854" y="1648"/>
                  </a:lnTo>
                  <a:lnTo>
                    <a:pt x="2844" y="1646"/>
                  </a:lnTo>
                  <a:lnTo>
                    <a:pt x="2834" y="1645"/>
                  </a:lnTo>
                  <a:lnTo>
                    <a:pt x="2834" y="1645"/>
                  </a:lnTo>
                  <a:lnTo>
                    <a:pt x="2823" y="1646"/>
                  </a:lnTo>
                  <a:lnTo>
                    <a:pt x="2813" y="1648"/>
                  </a:lnTo>
                  <a:lnTo>
                    <a:pt x="2803" y="1651"/>
                  </a:lnTo>
                  <a:lnTo>
                    <a:pt x="2794" y="1654"/>
                  </a:lnTo>
                  <a:lnTo>
                    <a:pt x="2785" y="1659"/>
                  </a:lnTo>
                  <a:lnTo>
                    <a:pt x="2777" y="1665"/>
                  </a:lnTo>
                  <a:lnTo>
                    <a:pt x="2770" y="1671"/>
                  </a:lnTo>
                  <a:lnTo>
                    <a:pt x="2762" y="1679"/>
                  </a:lnTo>
                  <a:lnTo>
                    <a:pt x="2755" y="1686"/>
                  </a:lnTo>
                  <a:lnTo>
                    <a:pt x="2750" y="1695"/>
                  </a:lnTo>
                  <a:lnTo>
                    <a:pt x="2745" y="1705"/>
                  </a:lnTo>
                  <a:lnTo>
                    <a:pt x="2741" y="1715"/>
                  </a:lnTo>
                  <a:lnTo>
                    <a:pt x="2739" y="1727"/>
                  </a:lnTo>
                  <a:lnTo>
                    <a:pt x="2735" y="1739"/>
                  </a:lnTo>
                  <a:lnTo>
                    <a:pt x="2734" y="1750"/>
                  </a:lnTo>
                  <a:lnTo>
                    <a:pt x="2734" y="1763"/>
                  </a:lnTo>
                  <a:lnTo>
                    <a:pt x="2734" y="1763"/>
                  </a:lnTo>
                  <a:lnTo>
                    <a:pt x="2734" y="1775"/>
                  </a:lnTo>
                  <a:lnTo>
                    <a:pt x="2735" y="1788"/>
                  </a:lnTo>
                  <a:lnTo>
                    <a:pt x="2738" y="1800"/>
                  </a:lnTo>
                  <a:lnTo>
                    <a:pt x="2741" y="1811"/>
                  </a:lnTo>
                  <a:lnTo>
                    <a:pt x="2745" y="1821"/>
                  </a:lnTo>
                  <a:lnTo>
                    <a:pt x="2751" y="1831"/>
                  </a:lnTo>
                  <a:lnTo>
                    <a:pt x="2757" y="1840"/>
                  </a:lnTo>
                  <a:lnTo>
                    <a:pt x="2763" y="1848"/>
                  </a:lnTo>
                  <a:lnTo>
                    <a:pt x="2770" y="1854"/>
                  </a:lnTo>
                  <a:lnTo>
                    <a:pt x="2778" y="1861"/>
                  </a:lnTo>
                  <a:lnTo>
                    <a:pt x="2787" y="1867"/>
                  </a:lnTo>
                  <a:lnTo>
                    <a:pt x="2797" y="1871"/>
                  </a:lnTo>
                  <a:lnTo>
                    <a:pt x="2807" y="1874"/>
                  </a:lnTo>
                  <a:lnTo>
                    <a:pt x="2817" y="1878"/>
                  </a:lnTo>
                  <a:lnTo>
                    <a:pt x="2829" y="1879"/>
                  </a:lnTo>
                  <a:lnTo>
                    <a:pt x="2840" y="1880"/>
                  </a:lnTo>
                  <a:lnTo>
                    <a:pt x="2840" y="1880"/>
                  </a:lnTo>
                  <a:lnTo>
                    <a:pt x="2851" y="1879"/>
                  </a:lnTo>
                  <a:lnTo>
                    <a:pt x="2862" y="1878"/>
                  </a:lnTo>
                  <a:lnTo>
                    <a:pt x="2872" y="1874"/>
                  </a:lnTo>
                  <a:lnTo>
                    <a:pt x="2882" y="1871"/>
                  </a:lnTo>
                  <a:lnTo>
                    <a:pt x="2892" y="1866"/>
                  </a:lnTo>
                  <a:lnTo>
                    <a:pt x="2902" y="1860"/>
                  </a:lnTo>
                  <a:lnTo>
                    <a:pt x="2911" y="1852"/>
                  </a:lnTo>
                  <a:lnTo>
                    <a:pt x="2919" y="1844"/>
                  </a:lnTo>
                  <a:lnTo>
                    <a:pt x="2884" y="1810"/>
                  </a:lnTo>
                  <a:close/>
                  <a:moveTo>
                    <a:pt x="2791" y="1739"/>
                  </a:moveTo>
                  <a:lnTo>
                    <a:pt x="2791" y="1739"/>
                  </a:lnTo>
                  <a:lnTo>
                    <a:pt x="2792" y="1729"/>
                  </a:lnTo>
                  <a:lnTo>
                    <a:pt x="2795" y="1720"/>
                  </a:lnTo>
                  <a:lnTo>
                    <a:pt x="2799" y="1712"/>
                  </a:lnTo>
                  <a:lnTo>
                    <a:pt x="2803" y="1705"/>
                  </a:lnTo>
                  <a:lnTo>
                    <a:pt x="2810" y="1700"/>
                  </a:lnTo>
                  <a:lnTo>
                    <a:pt x="2817" y="1696"/>
                  </a:lnTo>
                  <a:lnTo>
                    <a:pt x="2824" y="1693"/>
                  </a:lnTo>
                  <a:lnTo>
                    <a:pt x="2833" y="1693"/>
                  </a:lnTo>
                  <a:lnTo>
                    <a:pt x="2833" y="1693"/>
                  </a:lnTo>
                  <a:lnTo>
                    <a:pt x="2843" y="1694"/>
                  </a:lnTo>
                  <a:lnTo>
                    <a:pt x="2851" y="1696"/>
                  </a:lnTo>
                  <a:lnTo>
                    <a:pt x="2859" y="1701"/>
                  </a:lnTo>
                  <a:lnTo>
                    <a:pt x="2864" y="1708"/>
                  </a:lnTo>
                  <a:lnTo>
                    <a:pt x="2869" y="1714"/>
                  </a:lnTo>
                  <a:lnTo>
                    <a:pt x="2872" y="1722"/>
                  </a:lnTo>
                  <a:lnTo>
                    <a:pt x="2874" y="1731"/>
                  </a:lnTo>
                  <a:lnTo>
                    <a:pt x="2875" y="1739"/>
                  </a:lnTo>
                  <a:lnTo>
                    <a:pt x="2791" y="1739"/>
                  </a:lnTo>
                  <a:close/>
                  <a:moveTo>
                    <a:pt x="2658" y="1797"/>
                  </a:moveTo>
                  <a:lnTo>
                    <a:pt x="2658" y="1797"/>
                  </a:lnTo>
                  <a:lnTo>
                    <a:pt x="2658" y="1804"/>
                  </a:lnTo>
                  <a:lnTo>
                    <a:pt x="2659" y="1810"/>
                  </a:lnTo>
                  <a:lnTo>
                    <a:pt x="2661" y="1815"/>
                  </a:lnTo>
                  <a:lnTo>
                    <a:pt x="2663" y="1820"/>
                  </a:lnTo>
                  <a:lnTo>
                    <a:pt x="2667" y="1823"/>
                  </a:lnTo>
                  <a:lnTo>
                    <a:pt x="2671" y="1825"/>
                  </a:lnTo>
                  <a:lnTo>
                    <a:pt x="2675" y="1827"/>
                  </a:lnTo>
                  <a:lnTo>
                    <a:pt x="2682" y="1827"/>
                  </a:lnTo>
                  <a:lnTo>
                    <a:pt x="2682" y="1827"/>
                  </a:lnTo>
                  <a:lnTo>
                    <a:pt x="2690" y="1827"/>
                  </a:lnTo>
                  <a:lnTo>
                    <a:pt x="2699" y="1824"/>
                  </a:lnTo>
                  <a:lnTo>
                    <a:pt x="2708" y="1821"/>
                  </a:lnTo>
                  <a:lnTo>
                    <a:pt x="2715" y="1817"/>
                  </a:lnTo>
                  <a:lnTo>
                    <a:pt x="2709" y="1869"/>
                  </a:lnTo>
                  <a:lnTo>
                    <a:pt x="2709" y="1869"/>
                  </a:lnTo>
                  <a:lnTo>
                    <a:pt x="2699" y="1873"/>
                  </a:lnTo>
                  <a:lnTo>
                    <a:pt x="2687" y="1877"/>
                  </a:lnTo>
                  <a:lnTo>
                    <a:pt x="2674" y="1879"/>
                  </a:lnTo>
                  <a:lnTo>
                    <a:pt x="2662" y="1880"/>
                  </a:lnTo>
                  <a:lnTo>
                    <a:pt x="2662" y="1880"/>
                  </a:lnTo>
                  <a:lnTo>
                    <a:pt x="2654" y="1879"/>
                  </a:lnTo>
                  <a:lnTo>
                    <a:pt x="2647" y="1878"/>
                  </a:lnTo>
                  <a:lnTo>
                    <a:pt x="2640" y="1876"/>
                  </a:lnTo>
                  <a:lnTo>
                    <a:pt x="2634" y="1873"/>
                  </a:lnTo>
                  <a:lnTo>
                    <a:pt x="2629" y="1870"/>
                  </a:lnTo>
                  <a:lnTo>
                    <a:pt x="2623" y="1867"/>
                  </a:lnTo>
                  <a:lnTo>
                    <a:pt x="2620" y="1862"/>
                  </a:lnTo>
                  <a:lnTo>
                    <a:pt x="2615" y="1857"/>
                  </a:lnTo>
                  <a:lnTo>
                    <a:pt x="2610" y="1847"/>
                  </a:lnTo>
                  <a:lnTo>
                    <a:pt x="2605" y="1834"/>
                  </a:lnTo>
                  <a:lnTo>
                    <a:pt x="2603" y="1823"/>
                  </a:lnTo>
                  <a:lnTo>
                    <a:pt x="2602" y="1811"/>
                  </a:lnTo>
                  <a:lnTo>
                    <a:pt x="2602" y="1702"/>
                  </a:lnTo>
                  <a:lnTo>
                    <a:pt x="2568" y="1702"/>
                  </a:lnTo>
                  <a:lnTo>
                    <a:pt x="2568" y="1651"/>
                  </a:lnTo>
                  <a:lnTo>
                    <a:pt x="2602" y="1651"/>
                  </a:lnTo>
                  <a:lnTo>
                    <a:pt x="2602" y="1593"/>
                  </a:lnTo>
                  <a:lnTo>
                    <a:pt x="2658" y="1565"/>
                  </a:lnTo>
                  <a:lnTo>
                    <a:pt x="2658" y="1651"/>
                  </a:lnTo>
                  <a:lnTo>
                    <a:pt x="2708" y="1651"/>
                  </a:lnTo>
                  <a:lnTo>
                    <a:pt x="2708" y="1702"/>
                  </a:lnTo>
                  <a:lnTo>
                    <a:pt x="2658" y="1702"/>
                  </a:lnTo>
                  <a:lnTo>
                    <a:pt x="2658" y="1797"/>
                  </a:lnTo>
                  <a:close/>
                  <a:moveTo>
                    <a:pt x="2550" y="1869"/>
                  </a:moveTo>
                  <a:lnTo>
                    <a:pt x="2550" y="1869"/>
                  </a:lnTo>
                  <a:lnTo>
                    <a:pt x="2540" y="1873"/>
                  </a:lnTo>
                  <a:lnTo>
                    <a:pt x="2529" y="1877"/>
                  </a:lnTo>
                  <a:lnTo>
                    <a:pt x="2516" y="1879"/>
                  </a:lnTo>
                  <a:lnTo>
                    <a:pt x="2504" y="1880"/>
                  </a:lnTo>
                  <a:lnTo>
                    <a:pt x="2504" y="1880"/>
                  </a:lnTo>
                  <a:lnTo>
                    <a:pt x="2495" y="1879"/>
                  </a:lnTo>
                  <a:lnTo>
                    <a:pt x="2489" y="1878"/>
                  </a:lnTo>
                  <a:lnTo>
                    <a:pt x="2482" y="1876"/>
                  </a:lnTo>
                  <a:lnTo>
                    <a:pt x="2475" y="1873"/>
                  </a:lnTo>
                  <a:lnTo>
                    <a:pt x="2471" y="1870"/>
                  </a:lnTo>
                  <a:lnTo>
                    <a:pt x="2465" y="1867"/>
                  </a:lnTo>
                  <a:lnTo>
                    <a:pt x="2461" y="1862"/>
                  </a:lnTo>
                  <a:lnTo>
                    <a:pt x="2458" y="1857"/>
                  </a:lnTo>
                  <a:lnTo>
                    <a:pt x="2451" y="1847"/>
                  </a:lnTo>
                  <a:lnTo>
                    <a:pt x="2448" y="1834"/>
                  </a:lnTo>
                  <a:lnTo>
                    <a:pt x="2444" y="1823"/>
                  </a:lnTo>
                  <a:lnTo>
                    <a:pt x="2444" y="1811"/>
                  </a:lnTo>
                  <a:lnTo>
                    <a:pt x="2444" y="1702"/>
                  </a:lnTo>
                  <a:lnTo>
                    <a:pt x="2410" y="1702"/>
                  </a:lnTo>
                  <a:lnTo>
                    <a:pt x="2410" y="1651"/>
                  </a:lnTo>
                  <a:lnTo>
                    <a:pt x="2444" y="1651"/>
                  </a:lnTo>
                  <a:lnTo>
                    <a:pt x="2444" y="1593"/>
                  </a:lnTo>
                  <a:lnTo>
                    <a:pt x="2500" y="1565"/>
                  </a:lnTo>
                  <a:lnTo>
                    <a:pt x="2500" y="1651"/>
                  </a:lnTo>
                  <a:lnTo>
                    <a:pt x="2546" y="1651"/>
                  </a:lnTo>
                  <a:lnTo>
                    <a:pt x="2546" y="1702"/>
                  </a:lnTo>
                  <a:lnTo>
                    <a:pt x="2500" y="1702"/>
                  </a:lnTo>
                  <a:lnTo>
                    <a:pt x="2500" y="1797"/>
                  </a:lnTo>
                  <a:lnTo>
                    <a:pt x="2500" y="1797"/>
                  </a:lnTo>
                  <a:lnTo>
                    <a:pt x="2500" y="1804"/>
                  </a:lnTo>
                  <a:lnTo>
                    <a:pt x="2501" y="1810"/>
                  </a:lnTo>
                  <a:lnTo>
                    <a:pt x="2503" y="1815"/>
                  </a:lnTo>
                  <a:lnTo>
                    <a:pt x="2505" y="1820"/>
                  </a:lnTo>
                  <a:lnTo>
                    <a:pt x="2509" y="1823"/>
                  </a:lnTo>
                  <a:lnTo>
                    <a:pt x="2513" y="1825"/>
                  </a:lnTo>
                  <a:lnTo>
                    <a:pt x="2518" y="1827"/>
                  </a:lnTo>
                  <a:lnTo>
                    <a:pt x="2523" y="1827"/>
                  </a:lnTo>
                  <a:lnTo>
                    <a:pt x="2523" y="1827"/>
                  </a:lnTo>
                  <a:lnTo>
                    <a:pt x="2532" y="1827"/>
                  </a:lnTo>
                  <a:lnTo>
                    <a:pt x="2541" y="1824"/>
                  </a:lnTo>
                  <a:lnTo>
                    <a:pt x="2549" y="1821"/>
                  </a:lnTo>
                  <a:lnTo>
                    <a:pt x="2556" y="1817"/>
                  </a:lnTo>
                  <a:lnTo>
                    <a:pt x="2550" y="1869"/>
                  </a:lnTo>
                  <a:close/>
                  <a:moveTo>
                    <a:pt x="3096" y="1713"/>
                  </a:moveTo>
                  <a:lnTo>
                    <a:pt x="3096" y="1713"/>
                  </a:lnTo>
                  <a:lnTo>
                    <a:pt x="3088" y="1708"/>
                  </a:lnTo>
                  <a:lnTo>
                    <a:pt x="3079" y="1704"/>
                  </a:lnTo>
                  <a:lnTo>
                    <a:pt x="3069" y="1702"/>
                  </a:lnTo>
                  <a:lnTo>
                    <a:pt x="3059" y="1701"/>
                  </a:lnTo>
                  <a:lnTo>
                    <a:pt x="3059" y="1701"/>
                  </a:lnTo>
                  <a:lnTo>
                    <a:pt x="3050" y="1702"/>
                  </a:lnTo>
                  <a:lnTo>
                    <a:pt x="3041" y="1704"/>
                  </a:lnTo>
                  <a:lnTo>
                    <a:pt x="3034" y="1709"/>
                  </a:lnTo>
                  <a:lnTo>
                    <a:pt x="3029" y="1714"/>
                  </a:lnTo>
                  <a:lnTo>
                    <a:pt x="3024" y="1721"/>
                  </a:lnTo>
                  <a:lnTo>
                    <a:pt x="3022" y="1730"/>
                  </a:lnTo>
                  <a:lnTo>
                    <a:pt x="3020" y="1741"/>
                  </a:lnTo>
                  <a:lnTo>
                    <a:pt x="3019" y="1753"/>
                  </a:lnTo>
                  <a:lnTo>
                    <a:pt x="3019" y="1874"/>
                  </a:lnTo>
                  <a:lnTo>
                    <a:pt x="2964" y="1874"/>
                  </a:lnTo>
                  <a:lnTo>
                    <a:pt x="2964" y="1651"/>
                  </a:lnTo>
                  <a:lnTo>
                    <a:pt x="3019" y="1651"/>
                  </a:lnTo>
                  <a:lnTo>
                    <a:pt x="3019" y="1670"/>
                  </a:lnTo>
                  <a:lnTo>
                    <a:pt x="3019" y="1670"/>
                  </a:lnTo>
                  <a:lnTo>
                    <a:pt x="3024" y="1664"/>
                  </a:lnTo>
                  <a:lnTo>
                    <a:pt x="3030" y="1659"/>
                  </a:lnTo>
                  <a:lnTo>
                    <a:pt x="3036" y="1655"/>
                  </a:lnTo>
                  <a:lnTo>
                    <a:pt x="3042" y="1652"/>
                  </a:lnTo>
                  <a:lnTo>
                    <a:pt x="3048" y="1649"/>
                  </a:lnTo>
                  <a:lnTo>
                    <a:pt x="3054" y="1648"/>
                  </a:lnTo>
                  <a:lnTo>
                    <a:pt x="3061" y="1646"/>
                  </a:lnTo>
                  <a:lnTo>
                    <a:pt x="3069" y="1645"/>
                  </a:lnTo>
                  <a:lnTo>
                    <a:pt x="3069" y="1645"/>
                  </a:lnTo>
                  <a:lnTo>
                    <a:pt x="3080" y="1646"/>
                  </a:lnTo>
                  <a:lnTo>
                    <a:pt x="3091" y="1650"/>
                  </a:lnTo>
                  <a:lnTo>
                    <a:pt x="3101" y="1653"/>
                  </a:lnTo>
                  <a:lnTo>
                    <a:pt x="3110" y="1659"/>
                  </a:lnTo>
                  <a:lnTo>
                    <a:pt x="3096" y="1713"/>
                  </a:lnTo>
                  <a:close/>
                  <a:moveTo>
                    <a:pt x="597" y="1591"/>
                  </a:moveTo>
                  <a:lnTo>
                    <a:pt x="597" y="1619"/>
                  </a:lnTo>
                  <a:lnTo>
                    <a:pt x="541" y="1619"/>
                  </a:lnTo>
                  <a:lnTo>
                    <a:pt x="541" y="1563"/>
                  </a:lnTo>
                  <a:lnTo>
                    <a:pt x="597" y="1563"/>
                  </a:lnTo>
                  <a:lnTo>
                    <a:pt x="597" y="1591"/>
                  </a:lnTo>
                  <a:close/>
                  <a:moveTo>
                    <a:pt x="981" y="1651"/>
                  </a:moveTo>
                  <a:lnTo>
                    <a:pt x="1037" y="1651"/>
                  </a:lnTo>
                  <a:lnTo>
                    <a:pt x="1037" y="1751"/>
                  </a:lnTo>
                  <a:lnTo>
                    <a:pt x="1037" y="1874"/>
                  </a:lnTo>
                  <a:lnTo>
                    <a:pt x="981" y="1874"/>
                  </a:lnTo>
                  <a:lnTo>
                    <a:pt x="981" y="1651"/>
                  </a:lnTo>
                  <a:close/>
                  <a:moveTo>
                    <a:pt x="1037" y="1591"/>
                  </a:moveTo>
                  <a:lnTo>
                    <a:pt x="1037" y="1619"/>
                  </a:lnTo>
                  <a:lnTo>
                    <a:pt x="981" y="1619"/>
                  </a:lnTo>
                  <a:lnTo>
                    <a:pt x="981" y="1563"/>
                  </a:lnTo>
                  <a:lnTo>
                    <a:pt x="1037" y="1563"/>
                  </a:lnTo>
                  <a:lnTo>
                    <a:pt x="1037" y="1591"/>
                  </a:lnTo>
                  <a:close/>
                  <a:moveTo>
                    <a:pt x="2558" y="2058"/>
                  </a:moveTo>
                  <a:lnTo>
                    <a:pt x="2558" y="2058"/>
                  </a:lnTo>
                  <a:lnTo>
                    <a:pt x="2552" y="2053"/>
                  </a:lnTo>
                  <a:lnTo>
                    <a:pt x="2546" y="2049"/>
                  </a:lnTo>
                  <a:lnTo>
                    <a:pt x="2541" y="2046"/>
                  </a:lnTo>
                  <a:lnTo>
                    <a:pt x="2534" y="2042"/>
                  </a:lnTo>
                  <a:lnTo>
                    <a:pt x="2529" y="2040"/>
                  </a:lnTo>
                  <a:lnTo>
                    <a:pt x="2522" y="2039"/>
                  </a:lnTo>
                  <a:lnTo>
                    <a:pt x="2508" y="2037"/>
                  </a:lnTo>
                  <a:lnTo>
                    <a:pt x="2508" y="2037"/>
                  </a:lnTo>
                  <a:lnTo>
                    <a:pt x="2498" y="2038"/>
                  </a:lnTo>
                  <a:lnTo>
                    <a:pt x="2489" y="2039"/>
                  </a:lnTo>
                  <a:lnTo>
                    <a:pt x="2480" y="2042"/>
                  </a:lnTo>
                  <a:lnTo>
                    <a:pt x="2471" y="2046"/>
                  </a:lnTo>
                  <a:lnTo>
                    <a:pt x="2463" y="2050"/>
                  </a:lnTo>
                  <a:lnTo>
                    <a:pt x="2456" y="2055"/>
                  </a:lnTo>
                  <a:lnTo>
                    <a:pt x="2450" y="2061"/>
                  </a:lnTo>
                  <a:lnTo>
                    <a:pt x="2443" y="2068"/>
                  </a:lnTo>
                  <a:lnTo>
                    <a:pt x="2439" y="2076"/>
                  </a:lnTo>
                  <a:lnTo>
                    <a:pt x="2433" y="2085"/>
                  </a:lnTo>
                  <a:lnTo>
                    <a:pt x="2430" y="2093"/>
                  </a:lnTo>
                  <a:lnTo>
                    <a:pt x="2426" y="2105"/>
                  </a:lnTo>
                  <a:lnTo>
                    <a:pt x="2423" y="2115"/>
                  </a:lnTo>
                  <a:lnTo>
                    <a:pt x="2422" y="2127"/>
                  </a:lnTo>
                  <a:lnTo>
                    <a:pt x="2421" y="2139"/>
                  </a:lnTo>
                  <a:lnTo>
                    <a:pt x="2420" y="2152"/>
                  </a:lnTo>
                  <a:lnTo>
                    <a:pt x="2420" y="2152"/>
                  </a:lnTo>
                  <a:lnTo>
                    <a:pt x="2421" y="2166"/>
                  </a:lnTo>
                  <a:lnTo>
                    <a:pt x="2422" y="2178"/>
                  </a:lnTo>
                  <a:lnTo>
                    <a:pt x="2423" y="2190"/>
                  </a:lnTo>
                  <a:lnTo>
                    <a:pt x="2426" y="2202"/>
                  </a:lnTo>
                  <a:lnTo>
                    <a:pt x="2429" y="2212"/>
                  </a:lnTo>
                  <a:lnTo>
                    <a:pt x="2433" y="2222"/>
                  </a:lnTo>
                  <a:lnTo>
                    <a:pt x="2438" y="2231"/>
                  </a:lnTo>
                  <a:lnTo>
                    <a:pt x="2443" y="2239"/>
                  </a:lnTo>
                  <a:lnTo>
                    <a:pt x="2449" y="2247"/>
                  </a:lnTo>
                  <a:lnTo>
                    <a:pt x="2455" y="2252"/>
                  </a:lnTo>
                  <a:lnTo>
                    <a:pt x="2462" y="2258"/>
                  </a:lnTo>
                  <a:lnTo>
                    <a:pt x="2470" y="2262"/>
                  </a:lnTo>
                  <a:lnTo>
                    <a:pt x="2479" y="2267"/>
                  </a:lnTo>
                  <a:lnTo>
                    <a:pt x="2488" y="2269"/>
                  </a:lnTo>
                  <a:lnTo>
                    <a:pt x="2496" y="2270"/>
                  </a:lnTo>
                  <a:lnTo>
                    <a:pt x="2506" y="2271"/>
                  </a:lnTo>
                  <a:lnTo>
                    <a:pt x="2506" y="2271"/>
                  </a:lnTo>
                  <a:lnTo>
                    <a:pt x="2513" y="2270"/>
                  </a:lnTo>
                  <a:lnTo>
                    <a:pt x="2521" y="2269"/>
                  </a:lnTo>
                  <a:lnTo>
                    <a:pt x="2528" y="2268"/>
                  </a:lnTo>
                  <a:lnTo>
                    <a:pt x="2533" y="2266"/>
                  </a:lnTo>
                  <a:lnTo>
                    <a:pt x="2540" y="2262"/>
                  </a:lnTo>
                  <a:lnTo>
                    <a:pt x="2546" y="2259"/>
                  </a:lnTo>
                  <a:lnTo>
                    <a:pt x="2552" y="2255"/>
                  </a:lnTo>
                  <a:lnTo>
                    <a:pt x="2558" y="2249"/>
                  </a:lnTo>
                  <a:lnTo>
                    <a:pt x="2558" y="2266"/>
                  </a:lnTo>
                  <a:lnTo>
                    <a:pt x="2613" y="2266"/>
                  </a:lnTo>
                  <a:lnTo>
                    <a:pt x="2613" y="1949"/>
                  </a:lnTo>
                  <a:lnTo>
                    <a:pt x="2558" y="1977"/>
                  </a:lnTo>
                  <a:lnTo>
                    <a:pt x="2558" y="2058"/>
                  </a:lnTo>
                  <a:close/>
                  <a:moveTo>
                    <a:pt x="2519" y="2220"/>
                  </a:moveTo>
                  <a:lnTo>
                    <a:pt x="2519" y="2220"/>
                  </a:lnTo>
                  <a:lnTo>
                    <a:pt x="2511" y="2219"/>
                  </a:lnTo>
                  <a:lnTo>
                    <a:pt x="2504" y="2217"/>
                  </a:lnTo>
                  <a:lnTo>
                    <a:pt x="2496" y="2214"/>
                  </a:lnTo>
                  <a:lnTo>
                    <a:pt x="2490" y="2207"/>
                  </a:lnTo>
                  <a:lnTo>
                    <a:pt x="2484" y="2198"/>
                  </a:lnTo>
                  <a:lnTo>
                    <a:pt x="2480" y="2186"/>
                  </a:lnTo>
                  <a:lnTo>
                    <a:pt x="2478" y="2170"/>
                  </a:lnTo>
                  <a:lnTo>
                    <a:pt x="2476" y="2150"/>
                  </a:lnTo>
                  <a:lnTo>
                    <a:pt x="2476" y="2150"/>
                  </a:lnTo>
                  <a:lnTo>
                    <a:pt x="2478" y="2133"/>
                  </a:lnTo>
                  <a:lnTo>
                    <a:pt x="2480" y="2119"/>
                  </a:lnTo>
                  <a:lnTo>
                    <a:pt x="2484" y="2108"/>
                  </a:lnTo>
                  <a:lnTo>
                    <a:pt x="2490" y="2100"/>
                  </a:lnTo>
                  <a:lnTo>
                    <a:pt x="2496" y="2095"/>
                  </a:lnTo>
                  <a:lnTo>
                    <a:pt x="2503" y="2090"/>
                  </a:lnTo>
                  <a:lnTo>
                    <a:pt x="2511" y="2089"/>
                  </a:lnTo>
                  <a:lnTo>
                    <a:pt x="2518" y="2088"/>
                  </a:lnTo>
                  <a:lnTo>
                    <a:pt x="2518" y="2088"/>
                  </a:lnTo>
                  <a:lnTo>
                    <a:pt x="2525" y="2089"/>
                  </a:lnTo>
                  <a:lnTo>
                    <a:pt x="2532" y="2090"/>
                  </a:lnTo>
                  <a:lnTo>
                    <a:pt x="2538" y="2092"/>
                  </a:lnTo>
                  <a:lnTo>
                    <a:pt x="2543" y="2096"/>
                  </a:lnTo>
                  <a:lnTo>
                    <a:pt x="2548" y="2099"/>
                  </a:lnTo>
                  <a:lnTo>
                    <a:pt x="2552" y="2102"/>
                  </a:lnTo>
                  <a:lnTo>
                    <a:pt x="2558" y="2110"/>
                  </a:lnTo>
                  <a:lnTo>
                    <a:pt x="2558" y="2198"/>
                  </a:lnTo>
                  <a:lnTo>
                    <a:pt x="2558" y="2198"/>
                  </a:lnTo>
                  <a:lnTo>
                    <a:pt x="2551" y="2206"/>
                  </a:lnTo>
                  <a:lnTo>
                    <a:pt x="2543" y="2212"/>
                  </a:lnTo>
                  <a:lnTo>
                    <a:pt x="2538" y="2216"/>
                  </a:lnTo>
                  <a:lnTo>
                    <a:pt x="2532" y="2218"/>
                  </a:lnTo>
                  <a:lnTo>
                    <a:pt x="2525" y="2219"/>
                  </a:lnTo>
                  <a:lnTo>
                    <a:pt x="2519" y="2220"/>
                  </a:lnTo>
                  <a:lnTo>
                    <a:pt x="2519" y="2220"/>
                  </a:lnTo>
                  <a:close/>
                  <a:moveTo>
                    <a:pt x="677" y="2105"/>
                  </a:moveTo>
                  <a:lnTo>
                    <a:pt x="677" y="2105"/>
                  </a:lnTo>
                  <a:lnTo>
                    <a:pt x="669" y="2100"/>
                  </a:lnTo>
                  <a:lnTo>
                    <a:pt x="660" y="2096"/>
                  </a:lnTo>
                  <a:lnTo>
                    <a:pt x="650" y="2093"/>
                  </a:lnTo>
                  <a:lnTo>
                    <a:pt x="640" y="2092"/>
                  </a:lnTo>
                  <a:lnTo>
                    <a:pt x="640" y="2092"/>
                  </a:lnTo>
                  <a:lnTo>
                    <a:pt x="631" y="2093"/>
                  </a:lnTo>
                  <a:lnTo>
                    <a:pt x="622" y="2096"/>
                  </a:lnTo>
                  <a:lnTo>
                    <a:pt x="616" y="2100"/>
                  </a:lnTo>
                  <a:lnTo>
                    <a:pt x="610" y="2106"/>
                  </a:lnTo>
                  <a:lnTo>
                    <a:pt x="606" y="2112"/>
                  </a:lnTo>
                  <a:lnTo>
                    <a:pt x="604" y="2121"/>
                  </a:lnTo>
                  <a:lnTo>
                    <a:pt x="601" y="2132"/>
                  </a:lnTo>
                  <a:lnTo>
                    <a:pt x="600" y="2145"/>
                  </a:lnTo>
                  <a:lnTo>
                    <a:pt x="600" y="2266"/>
                  </a:lnTo>
                  <a:lnTo>
                    <a:pt x="546" y="2266"/>
                  </a:lnTo>
                  <a:lnTo>
                    <a:pt x="546" y="2042"/>
                  </a:lnTo>
                  <a:lnTo>
                    <a:pt x="600" y="2042"/>
                  </a:lnTo>
                  <a:lnTo>
                    <a:pt x="600" y="2061"/>
                  </a:lnTo>
                  <a:lnTo>
                    <a:pt x="600" y="2061"/>
                  </a:lnTo>
                  <a:lnTo>
                    <a:pt x="606" y="2056"/>
                  </a:lnTo>
                  <a:lnTo>
                    <a:pt x="611" y="2050"/>
                  </a:lnTo>
                  <a:lnTo>
                    <a:pt x="617" y="2047"/>
                  </a:lnTo>
                  <a:lnTo>
                    <a:pt x="624" y="2043"/>
                  </a:lnTo>
                  <a:lnTo>
                    <a:pt x="629" y="2040"/>
                  </a:lnTo>
                  <a:lnTo>
                    <a:pt x="636" y="2039"/>
                  </a:lnTo>
                  <a:lnTo>
                    <a:pt x="644" y="2038"/>
                  </a:lnTo>
                  <a:lnTo>
                    <a:pt x="650" y="2037"/>
                  </a:lnTo>
                  <a:lnTo>
                    <a:pt x="650" y="2037"/>
                  </a:lnTo>
                  <a:lnTo>
                    <a:pt x="661" y="2038"/>
                  </a:lnTo>
                  <a:lnTo>
                    <a:pt x="672" y="2041"/>
                  </a:lnTo>
                  <a:lnTo>
                    <a:pt x="684" y="2046"/>
                  </a:lnTo>
                  <a:lnTo>
                    <a:pt x="692" y="2051"/>
                  </a:lnTo>
                  <a:lnTo>
                    <a:pt x="677" y="2105"/>
                  </a:lnTo>
                  <a:close/>
                  <a:moveTo>
                    <a:pt x="242" y="2042"/>
                  </a:moveTo>
                  <a:lnTo>
                    <a:pt x="297" y="2042"/>
                  </a:lnTo>
                  <a:lnTo>
                    <a:pt x="233" y="2266"/>
                  </a:lnTo>
                  <a:lnTo>
                    <a:pt x="186" y="2266"/>
                  </a:lnTo>
                  <a:lnTo>
                    <a:pt x="161" y="2174"/>
                  </a:lnTo>
                  <a:lnTo>
                    <a:pt x="161" y="2174"/>
                  </a:lnTo>
                  <a:lnTo>
                    <a:pt x="149" y="2125"/>
                  </a:lnTo>
                  <a:lnTo>
                    <a:pt x="149" y="2125"/>
                  </a:lnTo>
                  <a:lnTo>
                    <a:pt x="143" y="2148"/>
                  </a:lnTo>
                  <a:lnTo>
                    <a:pt x="137" y="2175"/>
                  </a:lnTo>
                  <a:lnTo>
                    <a:pt x="111" y="2266"/>
                  </a:lnTo>
                  <a:lnTo>
                    <a:pt x="63" y="2266"/>
                  </a:lnTo>
                  <a:lnTo>
                    <a:pt x="63" y="2265"/>
                  </a:lnTo>
                  <a:lnTo>
                    <a:pt x="0" y="2042"/>
                  </a:lnTo>
                  <a:lnTo>
                    <a:pt x="58" y="2042"/>
                  </a:lnTo>
                  <a:lnTo>
                    <a:pt x="78" y="2126"/>
                  </a:lnTo>
                  <a:lnTo>
                    <a:pt x="78" y="2126"/>
                  </a:lnTo>
                  <a:lnTo>
                    <a:pt x="83" y="2152"/>
                  </a:lnTo>
                  <a:lnTo>
                    <a:pt x="89" y="2180"/>
                  </a:lnTo>
                  <a:lnTo>
                    <a:pt x="89" y="2180"/>
                  </a:lnTo>
                  <a:lnTo>
                    <a:pt x="96" y="2152"/>
                  </a:lnTo>
                  <a:lnTo>
                    <a:pt x="102" y="2125"/>
                  </a:lnTo>
                  <a:lnTo>
                    <a:pt x="126" y="2042"/>
                  </a:lnTo>
                  <a:lnTo>
                    <a:pt x="173" y="2042"/>
                  </a:lnTo>
                  <a:lnTo>
                    <a:pt x="197" y="2125"/>
                  </a:lnTo>
                  <a:lnTo>
                    <a:pt x="197" y="2125"/>
                  </a:lnTo>
                  <a:lnTo>
                    <a:pt x="203" y="2151"/>
                  </a:lnTo>
                  <a:lnTo>
                    <a:pt x="210" y="2181"/>
                  </a:lnTo>
                  <a:lnTo>
                    <a:pt x="210" y="2181"/>
                  </a:lnTo>
                  <a:lnTo>
                    <a:pt x="215" y="2156"/>
                  </a:lnTo>
                  <a:lnTo>
                    <a:pt x="221" y="2125"/>
                  </a:lnTo>
                  <a:lnTo>
                    <a:pt x="242" y="2042"/>
                  </a:lnTo>
                  <a:close/>
                  <a:moveTo>
                    <a:pt x="409" y="2037"/>
                  </a:moveTo>
                  <a:lnTo>
                    <a:pt x="409" y="2037"/>
                  </a:lnTo>
                  <a:lnTo>
                    <a:pt x="399" y="2038"/>
                  </a:lnTo>
                  <a:lnTo>
                    <a:pt x="388" y="2039"/>
                  </a:lnTo>
                  <a:lnTo>
                    <a:pt x="378" y="2042"/>
                  </a:lnTo>
                  <a:lnTo>
                    <a:pt x="369" y="2046"/>
                  </a:lnTo>
                  <a:lnTo>
                    <a:pt x="360" y="2050"/>
                  </a:lnTo>
                  <a:lnTo>
                    <a:pt x="351" y="2056"/>
                  </a:lnTo>
                  <a:lnTo>
                    <a:pt x="343" y="2062"/>
                  </a:lnTo>
                  <a:lnTo>
                    <a:pt x="337" y="2070"/>
                  </a:lnTo>
                  <a:lnTo>
                    <a:pt x="330" y="2078"/>
                  </a:lnTo>
                  <a:lnTo>
                    <a:pt x="325" y="2087"/>
                  </a:lnTo>
                  <a:lnTo>
                    <a:pt x="319" y="2097"/>
                  </a:lnTo>
                  <a:lnTo>
                    <a:pt x="316" y="2107"/>
                  </a:lnTo>
                  <a:lnTo>
                    <a:pt x="312" y="2118"/>
                  </a:lnTo>
                  <a:lnTo>
                    <a:pt x="310" y="2129"/>
                  </a:lnTo>
                  <a:lnTo>
                    <a:pt x="308" y="2141"/>
                  </a:lnTo>
                  <a:lnTo>
                    <a:pt x="308" y="2155"/>
                  </a:lnTo>
                  <a:lnTo>
                    <a:pt x="308" y="2155"/>
                  </a:lnTo>
                  <a:lnTo>
                    <a:pt x="308" y="2167"/>
                  </a:lnTo>
                  <a:lnTo>
                    <a:pt x="310" y="2179"/>
                  </a:lnTo>
                  <a:lnTo>
                    <a:pt x="312" y="2190"/>
                  </a:lnTo>
                  <a:lnTo>
                    <a:pt x="316" y="2201"/>
                  </a:lnTo>
                  <a:lnTo>
                    <a:pt x="319" y="2211"/>
                  </a:lnTo>
                  <a:lnTo>
                    <a:pt x="325" y="2221"/>
                  </a:lnTo>
                  <a:lnTo>
                    <a:pt x="330" y="2230"/>
                  </a:lnTo>
                  <a:lnTo>
                    <a:pt x="337" y="2238"/>
                  </a:lnTo>
                  <a:lnTo>
                    <a:pt x="343" y="2246"/>
                  </a:lnTo>
                  <a:lnTo>
                    <a:pt x="351" y="2252"/>
                  </a:lnTo>
                  <a:lnTo>
                    <a:pt x="360" y="2258"/>
                  </a:lnTo>
                  <a:lnTo>
                    <a:pt x="369" y="2262"/>
                  </a:lnTo>
                  <a:lnTo>
                    <a:pt x="378" y="2266"/>
                  </a:lnTo>
                  <a:lnTo>
                    <a:pt x="388" y="2269"/>
                  </a:lnTo>
                  <a:lnTo>
                    <a:pt x="399" y="2270"/>
                  </a:lnTo>
                  <a:lnTo>
                    <a:pt x="409" y="2271"/>
                  </a:lnTo>
                  <a:lnTo>
                    <a:pt x="409" y="2271"/>
                  </a:lnTo>
                  <a:lnTo>
                    <a:pt x="420" y="2270"/>
                  </a:lnTo>
                  <a:lnTo>
                    <a:pt x="431" y="2269"/>
                  </a:lnTo>
                  <a:lnTo>
                    <a:pt x="441" y="2266"/>
                  </a:lnTo>
                  <a:lnTo>
                    <a:pt x="450" y="2262"/>
                  </a:lnTo>
                  <a:lnTo>
                    <a:pt x="459" y="2258"/>
                  </a:lnTo>
                  <a:lnTo>
                    <a:pt x="468" y="2252"/>
                  </a:lnTo>
                  <a:lnTo>
                    <a:pt x="476" y="2246"/>
                  </a:lnTo>
                  <a:lnTo>
                    <a:pt x="482" y="2238"/>
                  </a:lnTo>
                  <a:lnTo>
                    <a:pt x="489" y="2230"/>
                  </a:lnTo>
                  <a:lnTo>
                    <a:pt x="495" y="2221"/>
                  </a:lnTo>
                  <a:lnTo>
                    <a:pt x="499" y="2211"/>
                  </a:lnTo>
                  <a:lnTo>
                    <a:pt x="504" y="2201"/>
                  </a:lnTo>
                  <a:lnTo>
                    <a:pt x="507" y="2190"/>
                  </a:lnTo>
                  <a:lnTo>
                    <a:pt x="509" y="2179"/>
                  </a:lnTo>
                  <a:lnTo>
                    <a:pt x="511" y="2167"/>
                  </a:lnTo>
                  <a:lnTo>
                    <a:pt x="511" y="2155"/>
                  </a:lnTo>
                  <a:lnTo>
                    <a:pt x="511" y="2155"/>
                  </a:lnTo>
                  <a:lnTo>
                    <a:pt x="511" y="2141"/>
                  </a:lnTo>
                  <a:lnTo>
                    <a:pt x="509" y="2129"/>
                  </a:lnTo>
                  <a:lnTo>
                    <a:pt x="507" y="2118"/>
                  </a:lnTo>
                  <a:lnTo>
                    <a:pt x="504" y="2107"/>
                  </a:lnTo>
                  <a:lnTo>
                    <a:pt x="499" y="2097"/>
                  </a:lnTo>
                  <a:lnTo>
                    <a:pt x="495" y="2087"/>
                  </a:lnTo>
                  <a:lnTo>
                    <a:pt x="489" y="2078"/>
                  </a:lnTo>
                  <a:lnTo>
                    <a:pt x="482" y="2070"/>
                  </a:lnTo>
                  <a:lnTo>
                    <a:pt x="476" y="2062"/>
                  </a:lnTo>
                  <a:lnTo>
                    <a:pt x="468" y="2056"/>
                  </a:lnTo>
                  <a:lnTo>
                    <a:pt x="459" y="2050"/>
                  </a:lnTo>
                  <a:lnTo>
                    <a:pt x="450" y="2046"/>
                  </a:lnTo>
                  <a:lnTo>
                    <a:pt x="441" y="2042"/>
                  </a:lnTo>
                  <a:lnTo>
                    <a:pt x="431" y="2039"/>
                  </a:lnTo>
                  <a:lnTo>
                    <a:pt x="420" y="2038"/>
                  </a:lnTo>
                  <a:lnTo>
                    <a:pt x="409" y="2037"/>
                  </a:lnTo>
                  <a:lnTo>
                    <a:pt x="409" y="2037"/>
                  </a:lnTo>
                  <a:close/>
                  <a:moveTo>
                    <a:pt x="409" y="2219"/>
                  </a:moveTo>
                  <a:lnTo>
                    <a:pt x="409" y="2219"/>
                  </a:lnTo>
                  <a:lnTo>
                    <a:pt x="399" y="2218"/>
                  </a:lnTo>
                  <a:lnTo>
                    <a:pt x="390" y="2215"/>
                  </a:lnTo>
                  <a:lnTo>
                    <a:pt x="383" y="2209"/>
                  </a:lnTo>
                  <a:lnTo>
                    <a:pt x="377" y="2201"/>
                  </a:lnTo>
                  <a:lnTo>
                    <a:pt x="371" y="2192"/>
                  </a:lnTo>
                  <a:lnTo>
                    <a:pt x="367" y="2181"/>
                  </a:lnTo>
                  <a:lnTo>
                    <a:pt x="365" y="2168"/>
                  </a:lnTo>
                  <a:lnTo>
                    <a:pt x="365" y="2155"/>
                  </a:lnTo>
                  <a:lnTo>
                    <a:pt x="365" y="2155"/>
                  </a:lnTo>
                  <a:lnTo>
                    <a:pt x="365" y="2140"/>
                  </a:lnTo>
                  <a:lnTo>
                    <a:pt x="367" y="2127"/>
                  </a:lnTo>
                  <a:lnTo>
                    <a:pt x="371" y="2117"/>
                  </a:lnTo>
                  <a:lnTo>
                    <a:pt x="377" y="2107"/>
                  </a:lnTo>
                  <a:lnTo>
                    <a:pt x="383" y="2099"/>
                  </a:lnTo>
                  <a:lnTo>
                    <a:pt x="390" y="2093"/>
                  </a:lnTo>
                  <a:lnTo>
                    <a:pt x="399" y="2090"/>
                  </a:lnTo>
                  <a:lnTo>
                    <a:pt x="409" y="2089"/>
                  </a:lnTo>
                  <a:lnTo>
                    <a:pt x="409" y="2089"/>
                  </a:lnTo>
                  <a:lnTo>
                    <a:pt x="419" y="2090"/>
                  </a:lnTo>
                  <a:lnTo>
                    <a:pt x="428" y="2093"/>
                  </a:lnTo>
                  <a:lnTo>
                    <a:pt x="436" y="2099"/>
                  </a:lnTo>
                  <a:lnTo>
                    <a:pt x="442" y="2107"/>
                  </a:lnTo>
                  <a:lnTo>
                    <a:pt x="448" y="2117"/>
                  </a:lnTo>
                  <a:lnTo>
                    <a:pt x="451" y="2127"/>
                  </a:lnTo>
                  <a:lnTo>
                    <a:pt x="453" y="2140"/>
                  </a:lnTo>
                  <a:lnTo>
                    <a:pt x="455" y="2155"/>
                  </a:lnTo>
                  <a:lnTo>
                    <a:pt x="455" y="2155"/>
                  </a:lnTo>
                  <a:lnTo>
                    <a:pt x="453" y="2168"/>
                  </a:lnTo>
                  <a:lnTo>
                    <a:pt x="451" y="2181"/>
                  </a:lnTo>
                  <a:lnTo>
                    <a:pt x="448" y="2192"/>
                  </a:lnTo>
                  <a:lnTo>
                    <a:pt x="442" y="2201"/>
                  </a:lnTo>
                  <a:lnTo>
                    <a:pt x="436" y="2209"/>
                  </a:lnTo>
                  <a:lnTo>
                    <a:pt x="428" y="2215"/>
                  </a:lnTo>
                  <a:lnTo>
                    <a:pt x="419" y="2218"/>
                  </a:lnTo>
                  <a:lnTo>
                    <a:pt x="409" y="2219"/>
                  </a:lnTo>
                  <a:lnTo>
                    <a:pt x="409" y="2219"/>
                  </a:lnTo>
                  <a:close/>
                  <a:moveTo>
                    <a:pt x="2285" y="2105"/>
                  </a:moveTo>
                  <a:lnTo>
                    <a:pt x="2285" y="2105"/>
                  </a:lnTo>
                  <a:lnTo>
                    <a:pt x="2276" y="2100"/>
                  </a:lnTo>
                  <a:lnTo>
                    <a:pt x="2267" y="2096"/>
                  </a:lnTo>
                  <a:lnTo>
                    <a:pt x="2257" y="2093"/>
                  </a:lnTo>
                  <a:lnTo>
                    <a:pt x="2249" y="2092"/>
                  </a:lnTo>
                  <a:lnTo>
                    <a:pt x="2249" y="2092"/>
                  </a:lnTo>
                  <a:lnTo>
                    <a:pt x="2239" y="2093"/>
                  </a:lnTo>
                  <a:lnTo>
                    <a:pt x="2231" y="2096"/>
                  </a:lnTo>
                  <a:lnTo>
                    <a:pt x="2224" y="2100"/>
                  </a:lnTo>
                  <a:lnTo>
                    <a:pt x="2219" y="2106"/>
                  </a:lnTo>
                  <a:lnTo>
                    <a:pt x="2214" y="2112"/>
                  </a:lnTo>
                  <a:lnTo>
                    <a:pt x="2211" y="2121"/>
                  </a:lnTo>
                  <a:lnTo>
                    <a:pt x="2209" y="2132"/>
                  </a:lnTo>
                  <a:lnTo>
                    <a:pt x="2209" y="2145"/>
                  </a:lnTo>
                  <a:lnTo>
                    <a:pt x="2209" y="2266"/>
                  </a:lnTo>
                  <a:lnTo>
                    <a:pt x="2153" y="2266"/>
                  </a:lnTo>
                  <a:lnTo>
                    <a:pt x="2153" y="2042"/>
                  </a:lnTo>
                  <a:lnTo>
                    <a:pt x="2209" y="2042"/>
                  </a:lnTo>
                  <a:lnTo>
                    <a:pt x="2209" y="2061"/>
                  </a:lnTo>
                  <a:lnTo>
                    <a:pt x="2209" y="2061"/>
                  </a:lnTo>
                  <a:lnTo>
                    <a:pt x="2213" y="2056"/>
                  </a:lnTo>
                  <a:lnTo>
                    <a:pt x="2219" y="2050"/>
                  </a:lnTo>
                  <a:lnTo>
                    <a:pt x="2224" y="2047"/>
                  </a:lnTo>
                  <a:lnTo>
                    <a:pt x="2231" y="2043"/>
                  </a:lnTo>
                  <a:lnTo>
                    <a:pt x="2237" y="2040"/>
                  </a:lnTo>
                  <a:lnTo>
                    <a:pt x="2244" y="2039"/>
                  </a:lnTo>
                  <a:lnTo>
                    <a:pt x="2251" y="2038"/>
                  </a:lnTo>
                  <a:lnTo>
                    <a:pt x="2257" y="2037"/>
                  </a:lnTo>
                  <a:lnTo>
                    <a:pt x="2257" y="2037"/>
                  </a:lnTo>
                  <a:lnTo>
                    <a:pt x="2269" y="2038"/>
                  </a:lnTo>
                  <a:lnTo>
                    <a:pt x="2280" y="2041"/>
                  </a:lnTo>
                  <a:lnTo>
                    <a:pt x="2291" y="2046"/>
                  </a:lnTo>
                  <a:lnTo>
                    <a:pt x="2300" y="2051"/>
                  </a:lnTo>
                  <a:lnTo>
                    <a:pt x="2285" y="2105"/>
                  </a:lnTo>
                  <a:close/>
                  <a:moveTo>
                    <a:pt x="1850" y="2042"/>
                  </a:moveTo>
                  <a:lnTo>
                    <a:pt x="1904" y="2042"/>
                  </a:lnTo>
                  <a:lnTo>
                    <a:pt x="1841" y="2266"/>
                  </a:lnTo>
                  <a:lnTo>
                    <a:pt x="1793" y="2266"/>
                  </a:lnTo>
                  <a:lnTo>
                    <a:pt x="1768" y="2174"/>
                  </a:lnTo>
                  <a:lnTo>
                    <a:pt x="1768" y="2174"/>
                  </a:lnTo>
                  <a:lnTo>
                    <a:pt x="1756" y="2125"/>
                  </a:lnTo>
                  <a:lnTo>
                    <a:pt x="1756" y="2125"/>
                  </a:lnTo>
                  <a:lnTo>
                    <a:pt x="1751" y="2148"/>
                  </a:lnTo>
                  <a:lnTo>
                    <a:pt x="1744" y="2175"/>
                  </a:lnTo>
                  <a:lnTo>
                    <a:pt x="1720" y="2266"/>
                  </a:lnTo>
                  <a:lnTo>
                    <a:pt x="1672" y="2266"/>
                  </a:lnTo>
                  <a:lnTo>
                    <a:pt x="1671" y="2265"/>
                  </a:lnTo>
                  <a:lnTo>
                    <a:pt x="1608" y="2042"/>
                  </a:lnTo>
                  <a:lnTo>
                    <a:pt x="1665" y="2042"/>
                  </a:lnTo>
                  <a:lnTo>
                    <a:pt x="1686" y="2126"/>
                  </a:lnTo>
                  <a:lnTo>
                    <a:pt x="1686" y="2126"/>
                  </a:lnTo>
                  <a:lnTo>
                    <a:pt x="1692" y="2152"/>
                  </a:lnTo>
                  <a:lnTo>
                    <a:pt x="1697" y="2180"/>
                  </a:lnTo>
                  <a:lnTo>
                    <a:pt x="1697" y="2180"/>
                  </a:lnTo>
                  <a:lnTo>
                    <a:pt x="1703" y="2152"/>
                  </a:lnTo>
                  <a:lnTo>
                    <a:pt x="1711" y="2125"/>
                  </a:lnTo>
                  <a:lnTo>
                    <a:pt x="1734" y="2042"/>
                  </a:lnTo>
                  <a:lnTo>
                    <a:pt x="1781" y="2042"/>
                  </a:lnTo>
                  <a:lnTo>
                    <a:pt x="1804" y="2125"/>
                  </a:lnTo>
                  <a:lnTo>
                    <a:pt x="1804" y="2125"/>
                  </a:lnTo>
                  <a:lnTo>
                    <a:pt x="1811" y="2151"/>
                  </a:lnTo>
                  <a:lnTo>
                    <a:pt x="1817" y="2181"/>
                  </a:lnTo>
                  <a:lnTo>
                    <a:pt x="1817" y="2181"/>
                  </a:lnTo>
                  <a:lnTo>
                    <a:pt x="1823" y="2156"/>
                  </a:lnTo>
                  <a:lnTo>
                    <a:pt x="1830" y="2125"/>
                  </a:lnTo>
                  <a:lnTo>
                    <a:pt x="1850" y="2042"/>
                  </a:lnTo>
                  <a:close/>
                  <a:moveTo>
                    <a:pt x="2016" y="2037"/>
                  </a:moveTo>
                  <a:lnTo>
                    <a:pt x="2016" y="2037"/>
                  </a:lnTo>
                  <a:lnTo>
                    <a:pt x="2006" y="2038"/>
                  </a:lnTo>
                  <a:lnTo>
                    <a:pt x="1995" y="2039"/>
                  </a:lnTo>
                  <a:lnTo>
                    <a:pt x="1985" y="2042"/>
                  </a:lnTo>
                  <a:lnTo>
                    <a:pt x="1976" y="2046"/>
                  </a:lnTo>
                  <a:lnTo>
                    <a:pt x="1967" y="2050"/>
                  </a:lnTo>
                  <a:lnTo>
                    <a:pt x="1958" y="2057"/>
                  </a:lnTo>
                  <a:lnTo>
                    <a:pt x="1951" y="2062"/>
                  </a:lnTo>
                  <a:lnTo>
                    <a:pt x="1944" y="2070"/>
                  </a:lnTo>
                  <a:lnTo>
                    <a:pt x="1937" y="2078"/>
                  </a:lnTo>
                  <a:lnTo>
                    <a:pt x="1932" y="2087"/>
                  </a:lnTo>
                  <a:lnTo>
                    <a:pt x="1926" y="2097"/>
                  </a:lnTo>
                  <a:lnTo>
                    <a:pt x="1923" y="2107"/>
                  </a:lnTo>
                  <a:lnTo>
                    <a:pt x="1920" y="2118"/>
                  </a:lnTo>
                  <a:lnTo>
                    <a:pt x="1916" y="2130"/>
                  </a:lnTo>
                  <a:lnTo>
                    <a:pt x="1915" y="2141"/>
                  </a:lnTo>
                  <a:lnTo>
                    <a:pt x="1915" y="2155"/>
                  </a:lnTo>
                  <a:lnTo>
                    <a:pt x="1915" y="2155"/>
                  </a:lnTo>
                  <a:lnTo>
                    <a:pt x="1915" y="2167"/>
                  </a:lnTo>
                  <a:lnTo>
                    <a:pt x="1916" y="2179"/>
                  </a:lnTo>
                  <a:lnTo>
                    <a:pt x="1920" y="2190"/>
                  </a:lnTo>
                  <a:lnTo>
                    <a:pt x="1923" y="2201"/>
                  </a:lnTo>
                  <a:lnTo>
                    <a:pt x="1926" y="2211"/>
                  </a:lnTo>
                  <a:lnTo>
                    <a:pt x="1932" y="2221"/>
                  </a:lnTo>
                  <a:lnTo>
                    <a:pt x="1937" y="2230"/>
                  </a:lnTo>
                  <a:lnTo>
                    <a:pt x="1944" y="2238"/>
                  </a:lnTo>
                  <a:lnTo>
                    <a:pt x="1951" y="2246"/>
                  </a:lnTo>
                  <a:lnTo>
                    <a:pt x="1958" y="2252"/>
                  </a:lnTo>
                  <a:lnTo>
                    <a:pt x="1967" y="2258"/>
                  </a:lnTo>
                  <a:lnTo>
                    <a:pt x="1976" y="2262"/>
                  </a:lnTo>
                  <a:lnTo>
                    <a:pt x="1985" y="2266"/>
                  </a:lnTo>
                  <a:lnTo>
                    <a:pt x="1995" y="2269"/>
                  </a:lnTo>
                  <a:lnTo>
                    <a:pt x="2006" y="2270"/>
                  </a:lnTo>
                  <a:lnTo>
                    <a:pt x="2016" y="2271"/>
                  </a:lnTo>
                  <a:lnTo>
                    <a:pt x="2016" y="2271"/>
                  </a:lnTo>
                  <a:lnTo>
                    <a:pt x="2027" y="2270"/>
                  </a:lnTo>
                  <a:lnTo>
                    <a:pt x="2039" y="2269"/>
                  </a:lnTo>
                  <a:lnTo>
                    <a:pt x="2049" y="2266"/>
                  </a:lnTo>
                  <a:lnTo>
                    <a:pt x="2057" y="2262"/>
                  </a:lnTo>
                  <a:lnTo>
                    <a:pt x="2066" y="2258"/>
                  </a:lnTo>
                  <a:lnTo>
                    <a:pt x="2075" y="2252"/>
                  </a:lnTo>
                  <a:lnTo>
                    <a:pt x="2083" y="2246"/>
                  </a:lnTo>
                  <a:lnTo>
                    <a:pt x="2090" y="2238"/>
                  </a:lnTo>
                  <a:lnTo>
                    <a:pt x="2096" y="2230"/>
                  </a:lnTo>
                  <a:lnTo>
                    <a:pt x="2102" y="2221"/>
                  </a:lnTo>
                  <a:lnTo>
                    <a:pt x="2106" y="2211"/>
                  </a:lnTo>
                  <a:lnTo>
                    <a:pt x="2111" y="2201"/>
                  </a:lnTo>
                  <a:lnTo>
                    <a:pt x="2114" y="2190"/>
                  </a:lnTo>
                  <a:lnTo>
                    <a:pt x="2116" y="2179"/>
                  </a:lnTo>
                  <a:lnTo>
                    <a:pt x="2119" y="2167"/>
                  </a:lnTo>
                  <a:lnTo>
                    <a:pt x="2119" y="2155"/>
                  </a:lnTo>
                  <a:lnTo>
                    <a:pt x="2119" y="2155"/>
                  </a:lnTo>
                  <a:lnTo>
                    <a:pt x="2119" y="2141"/>
                  </a:lnTo>
                  <a:lnTo>
                    <a:pt x="2116" y="2130"/>
                  </a:lnTo>
                  <a:lnTo>
                    <a:pt x="2114" y="2118"/>
                  </a:lnTo>
                  <a:lnTo>
                    <a:pt x="2111" y="2107"/>
                  </a:lnTo>
                  <a:lnTo>
                    <a:pt x="2106" y="2097"/>
                  </a:lnTo>
                  <a:lnTo>
                    <a:pt x="2102" y="2087"/>
                  </a:lnTo>
                  <a:lnTo>
                    <a:pt x="2096" y="2078"/>
                  </a:lnTo>
                  <a:lnTo>
                    <a:pt x="2090" y="2070"/>
                  </a:lnTo>
                  <a:lnTo>
                    <a:pt x="2083" y="2062"/>
                  </a:lnTo>
                  <a:lnTo>
                    <a:pt x="2075" y="2057"/>
                  </a:lnTo>
                  <a:lnTo>
                    <a:pt x="2066" y="2050"/>
                  </a:lnTo>
                  <a:lnTo>
                    <a:pt x="2057" y="2046"/>
                  </a:lnTo>
                  <a:lnTo>
                    <a:pt x="2049" y="2042"/>
                  </a:lnTo>
                  <a:lnTo>
                    <a:pt x="2039" y="2039"/>
                  </a:lnTo>
                  <a:lnTo>
                    <a:pt x="2027" y="2038"/>
                  </a:lnTo>
                  <a:lnTo>
                    <a:pt x="2016" y="2037"/>
                  </a:lnTo>
                  <a:lnTo>
                    <a:pt x="2016" y="2037"/>
                  </a:lnTo>
                  <a:close/>
                  <a:moveTo>
                    <a:pt x="2016" y="2219"/>
                  </a:moveTo>
                  <a:lnTo>
                    <a:pt x="2016" y="2219"/>
                  </a:lnTo>
                  <a:lnTo>
                    <a:pt x="2006" y="2218"/>
                  </a:lnTo>
                  <a:lnTo>
                    <a:pt x="1998" y="2215"/>
                  </a:lnTo>
                  <a:lnTo>
                    <a:pt x="1991" y="2209"/>
                  </a:lnTo>
                  <a:lnTo>
                    <a:pt x="1984" y="2201"/>
                  </a:lnTo>
                  <a:lnTo>
                    <a:pt x="1978" y="2192"/>
                  </a:lnTo>
                  <a:lnTo>
                    <a:pt x="1974" y="2181"/>
                  </a:lnTo>
                  <a:lnTo>
                    <a:pt x="1972" y="2168"/>
                  </a:lnTo>
                  <a:lnTo>
                    <a:pt x="1972" y="2155"/>
                  </a:lnTo>
                  <a:lnTo>
                    <a:pt x="1972" y="2155"/>
                  </a:lnTo>
                  <a:lnTo>
                    <a:pt x="1972" y="2140"/>
                  </a:lnTo>
                  <a:lnTo>
                    <a:pt x="1974" y="2128"/>
                  </a:lnTo>
                  <a:lnTo>
                    <a:pt x="1978" y="2117"/>
                  </a:lnTo>
                  <a:lnTo>
                    <a:pt x="1984" y="2107"/>
                  </a:lnTo>
                  <a:lnTo>
                    <a:pt x="1991" y="2099"/>
                  </a:lnTo>
                  <a:lnTo>
                    <a:pt x="1998" y="2093"/>
                  </a:lnTo>
                  <a:lnTo>
                    <a:pt x="2006" y="2090"/>
                  </a:lnTo>
                  <a:lnTo>
                    <a:pt x="2016" y="2089"/>
                  </a:lnTo>
                  <a:lnTo>
                    <a:pt x="2016" y="2089"/>
                  </a:lnTo>
                  <a:lnTo>
                    <a:pt x="2026" y="2090"/>
                  </a:lnTo>
                  <a:lnTo>
                    <a:pt x="2035" y="2093"/>
                  </a:lnTo>
                  <a:lnTo>
                    <a:pt x="2043" y="2099"/>
                  </a:lnTo>
                  <a:lnTo>
                    <a:pt x="2050" y="2107"/>
                  </a:lnTo>
                  <a:lnTo>
                    <a:pt x="2055" y="2117"/>
                  </a:lnTo>
                  <a:lnTo>
                    <a:pt x="2059" y="2128"/>
                  </a:lnTo>
                  <a:lnTo>
                    <a:pt x="2061" y="2140"/>
                  </a:lnTo>
                  <a:lnTo>
                    <a:pt x="2062" y="2155"/>
                  </a:lnTo>
                  <a:lnTo>
                    <a:pt x="2062" y="2155"/>
                  </a:lnTo>
                  <a:lnTo>
                    <a:pt x="2061" y="2168"/>
                  </a:lnTo>
                  <a:lnTo>
                    <a:pt x="2059" y="2181"/>
                  </a:lnTo>
                  <a:lnTo>
                    <a:pt x="2055" y="2192"/>
                  </a:lnTo>
                  <a:lnTo>
                    <a:pt x="2050" y="2201"/>
                  </a:lnTo>
                  <a:lnTo>
                    <a:pt x="2043" y="2209"/>
                  </a:lnTo>
                  <a:lnTo>
                    <a:pt x="2035" y="2215"/>
                  </a:lnTo>
                  <a:lnTo>
                    <a:pt x="2026" y="2218"/>
                  </a:lnTo>
                  <a:lnTo>
                    <a:pt x="2016" y="2219"/>
                  </a:lnTo>
                  <a:lnTo>
                    <a:pt x="2016" y="2219"/>
                  </a:lnTo>
                  <a:close/>
                  <a:moveTo>
                    <a:pt x="843" y="2116"/>
                  </a:moveTo>
                  <a:lnTo>
                    <a:pt x="910" y="2266"/>
                  </a:lnTo>
                  <a:lnTo>
                    <a:pt x="849" y="2266"/>
                  </a:lnTo>
                  <a:lnTo>
                    <a:pt x="803" y="2162"/>
                  </a:lnTo>
                  <a:lnTo>
                    <a:pt x="772" y="2199"/>
                  </a:lnTo>
                  <a:lnTo>
                    <a:pt x="772" y="2266"/>
                  </a:lnTo>
                  <a:lnTo>
                    <a:pt x="718" y="2266"/>
                  </a:lnTo>
                  <a:lnTo>
                    <a:pt x="718" y="1977"/>
                  </a:lnTo>
                  <a:lnTo>
                    <a:pt x="772" y="1949"/>
                  </a:lnTo>
                  <a:lnTo>
                    <a:pt x="772" y="2128"/>
                  </a:lnTo>
                  <a:lnTo>
                    <a:pt x="772" y="2128"/>
                  </a:lnTo>
                  <a:lnTo>
                    <a:pt x="794" y="2099"/>
                  </a:lnTo>
                  <a:lnTo>
                    <a:pt x="838" y="2042"/>
                  </a:lnTo>
                  <a:lnTo>
                    <a:pt x="903" y="2042"/>
                  </a:lnTo>
                  <a:lnTo>
                    <a:pt x="843" y="2116"/>
                  </a:lnTo>
                  <a:close/>
                  <a:moveTo>
                    <a:pt x="1105" y="2266"/>
                  </a:moveTo>
                  <a:lnTo>
                    <a:pt x="1049" y="2266"/>
                  </a:lnTo>
                  <a:lnTo>
                    <a:pt x="1049" y="2042"/>
                  </a:lnTo>
                  <a:lnTo>
                    <a:pt x="1105" y="2042"/>
                  </a:lnTo>
                  <a:lnTo>
                    <a:pt x="1105" y="2061"/>
                  </a:lnTo>
                  <a:lnTo>
                    <a:pt x="1105" y="2061"/>
                  </a:lnTo>
                  <a:lnTo>
                    <a:pt x="1110" y="2056"/>
                  </a:lnTo>
                  <a:lnTo>
                    <a:pt x="1116" y="2051"/>
                  </a:lnTo>
                  <a:lnTo>
                    <a:pt x="1123" y="2047"/>
                  </a:lnTo>
                  <a:lnTo>
                    <a:pt x="1129" y="2043"/>
                  </a:lnTo>
                  <a:lnTo>
                    <a:pt x="1137" y="2041"/>
                  </a:lnTo>
                  <a:lnTo>
                    <a:pt x="1145" y="2039"/>
                  </a:lnTo>
                  <a:lnTo>
                    <a:pt x="1153" y="2038"/>
                  </a:lnTo>
                  <a:lnTo>
                    <a:pt x="1162" y="2037"/>
                  </a:lnTo>
                  <a:lnTo>
                    <a:pt x="1162" y="2037"/>
                  </a:lnTo>
                  <a:lnTo>
                    <a:pt x="1172" y="2038"/>
                  </a:lnTo>
                  <a:lnTo>
                    <a:pt x="1180" y="2039"/>
                  </a:lnTo>
                  <a:lnTo>
                    <a:pt x="1188" y="2041"/>
                  </a:lnTo>
                  <a:lnTo>
                    <a:pt x="1197" y="2043"/>
                  </a:lnTo>
                  <a:lnTo>
                    <a:pt x="1204" y="2048"/>
                  </a:lnTo>
                  <a:lnTo>
                    <a:pt x="1210" y="2052"/>
                  </a:lnTo>
                  <a:lnTo>
                    <a:pt x="1217" y="2057"/>
                  </a:lnTo>
                  <a:lnTo>
                    <a:pt x="1223" y="2063"/>
                  </a:lnTo>
                  <a:lnTo>
                    <a:pt x="1227" y="2070"/>
                  </a:lnTo>
                  <a:lnTo>
                    <a:pt x="1232" y="2078"/>
                  </a:lnTo>
                  <a:lnTo>
                    <a:pt x="1235" y="2086"/>
                  </a:lnTo>
                  <a:lnTo>
                    <a:pt x="1238" y="2096"/>
                  </a:lnTo>
                  <a:lnTo>
                    <a:pt x="1240" y="2106"/>
                  </a:lnTo>
                  <a:lnTo>
                    <a:pt x="1242" y="2116"/>
                  </a:lnTo>
                  <a:lnTo>
                    <a:pt x="1243" y="2127"/>
                  </a:lnTo>
                  <a:lnTo>
                    <a:pt x="1244" y="2139"/>
                  </a:lnTo>
                  <a:lnTo>
                    <a:pt x="1244" y="2266"/>
                  </a:lnTo>
                  <a:lnTo>
                    <a:pt x="1188" y="2266"/>
                  </a:lnTo>
                  <a:lnTo>
                    <a:pt x="1188" y="2142"/>
                  </a:lnTo>
                  <a:lnTo>
                    <a:pt x="1188" y="2142"/>
                  </a:lnTo>
                  <a:lnTo>
                    <a:pt x="1187" y="2130"/>
                  </a:lnTo>
                  <a:lnTo>
                    <a:pt x="1186" y="2118"/>
                  </a:lnTo>
                  <a:lnTo>
                    <a:pt x="1183" y="2109"/>
                  </a:lnTo>
                  <a:lnTo>
                    <a:pt x="1178" y="2101"/>
                  </a:lnTo>
                  <a:lnTo>
                    <a:pt x="1173" y="2096"/>
                  </a:lnTo>
                  <a:lnTo>
                    <a:pt x="1166" y="2091"/>
                  </a:lnTo>
                  <a:lnTo>
                    <a:pt x="1157" y="2089"/>
                  </a:lnTo>
                  <a:lnTo>
                    <a:pt x="1147" y="2088"/>
                  </a:lnTo>
                  <a:lnTo>
                    <a:pt x="1147" y="2088"/>
                  </a:lnTo>
                  <a:lnTo>
                    <a:pt x="1138" y="2089"/>
                  </a:lnTo>
                  <a:lnTo>
                    <a:pt x="1129" y="2091"/>
                  </a:lnTo>
                  <a:lnTo>
                    <a:pt x="1122" y="2096"/>
                  </a:lnTo>
                  <a:lnTo>
                    <a:pt x="1116" y="2102"/>
                  </a:lnTo>
                  <a:lnTo>
                    <a:pt x="1112" y="2109"/>
                  </a:lnTo>
                  <a:lnTo>
                    <a:pt x="1108" y="2119"/>
                  </a:lnTo>
                  <a:lnTo>
                    <a:pt x="1106" y="2130"/>
                  </a:lnTo>
                  <a:lnTo>
                    <a:pt x="1105" y="2142"/>
                  </a:lnTo>
                  <a:lnTo>
                    <a:pt x="1105" y="2266"/>
                  </a:lnTo>
                  <a:close/>
                  <a:moveTo>
                    <a:pt x="1418" y="2058"/>
                  </a:moveTo>
                  <a:lnTo>
                    <a:pt x="1418" y="2058"/>
                  </a:lnTo>
                  <a:lnTo>
                    <a:pt x="1413" y="2053"/>
                  </a:lnTo>
                  <a:lnTo>
                    <a:pt x="1407" y="2049"/>
                  </a:lnTo>
                  <a:lnTo>
                    <a:pt x="1402" y="2046"/>
                  </a:lnTo>
                  <a:lnTo>
                    <a:pt x="1395" y="2042"/>
                  </a:lnTo>
                  <a:lnTo>
                    <a:pt x="1388" y="2040"/>
                  </a:lnTo>
                  <a:lnTo>
                    <a:pt x="1382" y="2039"/>
                  </a:lnTo>
                  <a:lnTo>
                    <a:pt x="1375" y="2038"/>
                  </a:lnTo>
                  <a:lnTo>
                    <a:pt x="1368" y="2037"/>
                  </a:lnTo>
                  <a:lnTo>
                    <a:pt x="1368" y="2037"/>
                  </a:lnTo>
                  <a:lnTo>
                    <a:pt x="1358" y="2038"/>
                  </a:lnTo>
                  <a:lnTo>
                    <a:pt x="1349" y="2039"/>
                  </a:lnTo>
                  <a:lnTo>
                    <a:pt x="1340" y="2041"/>
                  </a:lnTo>
                  <a:lnTo>
                    <a:pt x="1332" y="2046"/>
                  </a:lnTo>
                  <a:lnTo>
                    <a:pt x="1324" y="2049"/>
                  </a:lnTo>
                  <a:lnTo>
                    <a:pt x="1317" y="2055"/>
                  </a:lnTo>
                  <a:lnTo>
                    <a:pt x="1310" y="2061"/>
                  </a:lnTo>
                  <a:lnTo>
                    <a:pt x="1304" y="2068"/>
                  </a:lnTo>
                  <a:lnTo>
                    <a:pt x="1298" y="2076"/>
                  </a:lnTo>
                  <a:lnTo>
                    <a:pt x="1294" y="2085"/>
                  </a:lnTo>
                  <a:lnTo>
                    <a:pt x="1289" y="2093"/>
                  </a:lnTo>
                  <a:lnTo>
                    <a:pt x="1286" y="2105"/>
                  </a:lnTo>
                  <a:lnTo>
                    <a:pt x="1284" y="2115"/>
                  </a:lnTo>
                  <a:lnTo>
                    <a:pt x="1282" y="2127"/>
                  </a:lnTo>
                  <a:lnTo>
                    <a:pt x="1280" y="2139"/>
                  </a:lnTo>
                  <a:lnTo>
                    <a:pt x="1280" y="2151"/>
                  </a:lnTo>
                  <a:lnTo>
                    <a:pt x="1280" y="2151"/>
                  </a:lnTo>
                  <a:lnTo>
                    <a:pt x="1280" y="2166"/>
                  </a:lnTo>
                  <a:lnTo>
                    <a:pt x="1282" y="2178"/>
                  </a:lnTo>
                  <a:lnTo>
                    <a:pt x="1284" y="2190"/>
                  </a:lnTo>
                  <a:lnTo>
                    <a:pt x="1286" y="2202"/>
                  </a:lnTo>
                  <a:lnTo>
                    <a:pt x="1289" y="2212"/>
                  </a:lnTo>
                  <a:lnTo>
                    <a:pt x="1294" y="2222"/>
                  </a:lnTo>
                  <a:lnTo>
                    <a:pt x="1298" y="2231"/>
                  </a:lnTo>
                  <a:lnTo>
                    <a:pt x="1304" y="2239"/>
                  </a:lnTo>
                  <a:lnTo>
                    <a:pt x="1309" y="2247"/>
                  </a:lnTo>
                  <a:lnTo>
                    <a:pt x="1316" y="2252"/>
                  </a:lnTo>
                  <a:lnTo>
                    <a:pt x="1323" y="2258"/>
                  </a:lnTo>
                  <a:lnTo>
                    <a:pt x="1330" y="2262"/>
                  </a:lnTo>
                  <a:lnTo>
                    <a:pt x="1339" y="2266"/>
                  </a:lnTo>
                  <a:lnTo>
                    <a:pt x="1348" y="2269"/>
                  </a:lnTo>
                  <a:lnTo>
                    <a:pt x="1357" y="2270"/>
                  </a:lnTo>
                  <a:lnTo>
                    <a:pt x="1367" y="2271"/>
                  </a:lnTo>
                  <a:lnTo>
                    <a:pt x="1367" y="2271"/>
                  </a:lnTo>
                  <a:lnTo>
                    <a:pt x="1374" y="2270"/>
                  </a:lnTo>
                  <a:lnTo>
                    <a:pt x="1382" y="2269"/>
                  </a:lnTo>
                  <a:lnTo>
                    <a:pt x="1388" y="2268"/>
                  </a:lnTo>
                  <a:lnTo>
                    <a:pt x="1395" y="2266"/>
                  </a:lnTo>
                  <a:lnTo>
                    <a:pt x="1401" y="2262"/>
                  </a:lnTo>
                  <a:lnTo>
                    <a:pt x="1407" y="2259"/>
                  </a:lnTo>
                  <a:lnTo>
                    <a:pt x="1413" y="2255"/>
                  </a:lnTo>
                  <a:lnTo>
                    <a:pt x="1418" y="2249"/>
                  </a:lnTo>
                  <a:lnTo>
                    <a:pt x="1418" y="2255"/>
                  </a:lnTo>
                  <a:lnTo>
                    <a:pt x="1418" y="2255"/>
                  </a:lnTo>
                  <a:lnTo>
                    <a:pt x="1418" y="2264"/>
                  </a:lnTo>
                  <a:lnTo>
                    <a:pt x="1417" y="2274"/>
                  </a:lnTo>
                  <a:lnTo>
                    <a:pt x="1414" y="2284"/>
                  </a:lnTo>
                  <a:lnTo>
                    <a:pt x="1412" y="2288"/>
                  </a:lnTo>
                  <a:lnTo>
                    <a:pt x="1409" y="2293"/>
                  </a:lnTo>
                  <a:lnTo>
                    <a:pt x="1405" y="2297"/>
                  </a:lnTo>
                  <a:lnTo>
                    <a:pt x="1401" y="2301"/>
                  </a:lnTo>
                  <a:lnTo>
                    <a:pt x="1395" y="2305"/>
                  </a:lnTo>
                  <a:lnTo>
                    <a:pt x="1388" y="2308"/>
                  </a:lnTo>
                  <a:lnTo>
                    <a:pt x="1379" y="2310"/>
                  </a:lnTo>
                  <a:lnTo>
                    <a:pt x="1370" y="2313"/>
                  </a:lnTo>
                  <a:lnTo>
                    <a:pt x="1359" y="2314"/>
                  </a:lnTo>
                  <a:lnTo>
                    <a:pt x="1346" y="2314"/>
                  </a:lnTo>
                  <a:lnTo>
                    <a:pt x="1344" y="2314"/>
                  </a:lnTo>
                  <a:lnTo>
                    <a:pt x="1364" y="2357"/>
                  </a:lnTo>
                  <a:lnTo>
                    <a:pt x="1365" y="2357"/>
                  </a:lnTo>
                  <a:lnTo>
                    <a:pt x="1365" y="2357"/>
                  </a:lnTo>
                  <a:lnTo>
                    <a:pt x="1378" y="2357"/>
                  </a:lnTo>
                  <a:lnTo>
                    <a:pt x="1390" y="2356"/>
                  </a:lnTo>
                  <a:lnTo>
                    <a:pt x="1402" y="2353"/>
                  </a:lnTo>
                  <a:lnTo>
                    <a:pt x="1413" y="2350"/>
                  </a:lnTo>
                  <a:lnTo>
                    <a:pt x="1423" y="2346"/>
                  </a:lnTo>
                  <a:lnTo>
                    <a:pt x="1432" y="2341"/>
                  </a:lnTo>
                  <a:lnTo>
                    <a:pt x="1439" y="2336"/>
                  </a:lnTo>
                  <a:lnTo>
                    <a:pt x="1446" y="2329"/>
                  </a:lnTo>
                  <a:lnTo>
                    <a:pt x="1453" y="2321"/>
                  </a:lnTo>
                  <a:lnTo>
                    <a:pt x="1458" y="2314"/>
                  </a:lnTo>
                  <a:lnTo>
                    <a:pt x="1463" y="2304"/>
                  </a:lnTo>
                  <a:lnTo>
                    <a:pt x="1466" y="2294"/>
                  </a:lnTo>
                  <a:lnTo>
                    <a:pt x="1469" y="2284"/>
                  </a:lnTo>
                  <a:lnTo>
                    <a:pt x="1472" y="2271"/>
                  </a:lnTo>
                  <a:lnTo>
                    <a:pt x="1473" y="2259"/>
                  </a:lnTo>
                  <a:lnTo>
                    <a:pt x="1473" y="2246"/>
                  </a:lnTo>
                  <a:lnTo>
                    <a:pt x="1473" y="2042"/>
                  </a:lnTo>
                  <a:lnTo>
                    <a:pt x="1418" y="2042"/>
                  </a:lnTo>
                  <a:lnTo>
                    <a:pt x="1418" y="2058"/>
                  </a:lnTo>
                  <a:close/>
                  <a:moveTo>
                    <a:pt x="1418" y="2110"/>
                  </a:moveTo>
                  <a:lnTo>
                    <a:pt x="1418" y="2198"/>
                  </a:lnTo>
                  <a:lnTo>
                    <a:pt x="1418" y="2198"/>
                  </a:lnTo>
                  <a:lnTo>
                    <a:pt x="1411" y="2206"/>
                  </a:lnTo>
                  <a:lnTo>
                    <a:pt x="1403" y="2214"/>
                  </a:lnTo>
                  <a:lnTo>
                    <a:pt x="1397" y="2216"/>
                  </a:lnTo>
                  <a:lnTo>
                    <a:pt x="1392" y="2218"/>
                  </a:lnTo>
                  <a:lnTo>
                    <a:pt x="1386" y="2219"/>
                  </a:lnTo>
                  <a:lnTo>
                    <a:pt x="1378" y="2220"/>
                  </a:lnTo>
                  <a:lnTo>
                    <a:pt x="1378" y="2220"/>
                  </a:lnTo>
                  <a:lnTo>
                    <a:pt x="1372" y="2219"/>
                  </a:lnTo>
                  <a:lnTo>
                    <a:pt x="1364" y="2217"/>
                  </a:lnTo>
                  <a:lnTo>
                    <a:pt x="1357" y="2214"/>
                  </a:lnTo>
                  <a:lnTo>
                    <a:pt x="1350" y="2207"/>
                  </a:lnTo>
                  <a:lnTo>
                    <a:pt x="1345" y="2198"/>
                  </a:lnTo>
                  <a:lnTo>
                    <a:pt x="1340" y="2186"/>
                  </a:lnTo>
                  <a:lnTo>
                    <a:pt x="1338" y="2170"/>
                  </a:lnTo>
                  <a:lnTo>
                    <a:pt x="1337" y="2150"/>
                  </a:lnTo>
                  <a:lnTo>
                    <a:pt x="1337" y="2150"/>
                  </a:lnTo>
                  <a:lnTo>
                    <a:pt x="1338" y="2133"/>
                  </a:lnTo>
                  <a:lnTo>
                    <a:pt x="1340" y="2119"/>
                  </a:lnTo>
                  <a:lnTo>
                    <a:pt x="1345" y="2108"/>
                  </a:lnTo>
                  <a:lnTo>
                    <a:pt x="1350" y="2100"/>
                  </a:lnTo>
                  <a:lnTo>
                    <a:pt x="1357" y="2095"/>
                  </a:lnTo>
                  <a:lnTo>
                    <a:pt x="1364" y="2090"/>
                  </a:lnTo>
                  <a:lnTo>
                    <a:pt x="1372" y="2089"/>
                  </a:lnTo>
                  <a:lnTo>
                    <a:pt x="1378" y="2088"/>
                  </a:lnTo>
                  <a:lnTo>
                    <a:pt x="1378" y="2088"/>
                  </a:lnTo>
                  <a:lnTo>
                    <a:pt x="1386" y="2089"/>
                  </a:lnTo>
                  <a:lnTo>
                    <a:pt x="1393" y="2090"/>
                  </a:lnTo>
                  <a:lnTo>
                    <a:pt x="1398" y="2092"/>
                  </a:lnTo>
                  <a:lnTo>
                    <a:pt x="1404" y="2096"/>
                  </a:lnTo>
                  <a:lnTo>
                    <a:pt x="1408" y="2099"/>
                  </a:lnTo>
                  <a:lnTo>
                    <a:pt x="1412" y="2102"/>
                  </a:lnTo>
                  <a:lnTo>
                    <a:pt x="1418" y="2110"/>
                  </a:lnTo>
                  <a:lnTo>
                    <a:pt x="1418" y="2110"/>
                  </a:lnTo>
                  <a:close/>
                  <a:moveTo>
                    <a:pt x="945" y="2042"/>
                  </a:moveTo>
                  <a:lnTo>
                    <a:pt x="1000" y="2042"/>
                  </a:lnTo>
                  <a:lnTo>
                    <a:pt x="1000" y="2139"/>
                  </a:lnTo>
                  <a:lnTo>
                    <a:pt x="1000" y="2266"/>
                  </a:lnTo>
                  <a:lnTo>
                    <a:pt x="945" y="2266"/>
                  </a:lnTo>
                  <a:lnTo>
                    <a:pt x="945" y="2042"/>
                  </a:lnTo>
                  <a:close/>
                  <a:moveTo>
                    <a:pt x="1000" y="1982"/>
                  </a:moveTo>
                  <a:lnTo>
                    <a:pt x="1000" y="2010"/>
                  </a:lnTo>
                  <a:lnTo>
                    <a:pt x="945" y="2010"/>
                  </a:lnTo>
                  <a:lnTo>
                    <a:pt x="945" y="1954"/>
                  </a:lnTo>
                  <a:lnTo>
                    <a:pt x="1000" y="1954"/>
                  </a:lnTo>
                  <a:lnTo>
                    <a:pt x="1000" y="1982"/>
                  </a:lnTo>
                  <a:close/>
                  <a:moveTo>
                    <a:pt x="2325" y="1977"/>
                  </a:moveTo>
                  <a:lnTo>
                    <a:pt x="2381" y="1949"/>
                  </a:lnTo>
                  <a:lnTo>
                    <a:pt x="2381" y="2144"/>
                  </a:lnTo>
                  <a:lnTo>
                    <a:pt x="2381" y="2266"/>
                  </a:lnTo>
                  <a:lnTo>
                    <a:pt x="2325" y="2266"/>
                  </a:lnTo>
                  <a:lnTo>
                    <a:pt x="2325" y="1977"/>
                  </a:lnTo>
                  <a:close/>
                  <a:moveTo>
                    <a:pt x="400" y="762"/>
                  </a:moveTo>
                  <a:lnTo>
                    <a:pt x="856" y="762"/>
                  </a:lnTo>
                  <a:lnTo>
                    <a:pt x="856" y="498"/>
                  </a:lnTo>
                  <a:lnTo>
                    <a:pt x="400" y="498"/>
                  </a:lnTo>
                  <a:lnTo>
                    <a:pt x="400" y="290"/>
                  </a:lnTo>
                  <a:lnTo>
                    <a:pt x="905" y="290"/>
                  </a:lnTo>
                  <a:lnTo>
                    <a:pt x="737" y="0"/>
                  </a:lnTo>
                  <a:lnTo>
                    <a:pt x="22" y="0"/>
                  </a:lnTo>
                  <a:lnTo>
                    <a:pt x="22" y="1261"/>
                  </a:lnTo>
                  <a:lnTo>
                    <a:pt x="1030" y="1261"/>
                  </a:lnTo>
                  <a:lnTo>
                    <a:pt x="1030" y="970"/>
                  </a:lnTo>
                  <a:lnTo>
                    <a:pt x="400" y="970"/>
                  </a:lnTo>
                  <a:lnTo>
                    <a:pt x="400" y="762"/>
                  </a:lnTo>
                  <a:close/>
                  <a:moveTo>
                    <a:pt x="1702" y="0"/>
                  </a:moveTo>
                  <a:lnTo>
                    <a:pt x="1487" y="411"/>
                  </a:lnTo>
                  <a:lnTo>
                    <a:pt x="1274" y="0"/>
                  </a:lnTo>
                  <a:lnTo>
                    <a:pt x="856" y="0"/>
                  </a:lnTo>
                  <a:lnTo>
                    <a:pt x="1296" y="762"/>
                  </a:lnTo>
                  <a:lnTo>
                    <a:pt x="1296" y="1261"/>
                  </a:lnTo>
                  <a:lnTo>
                    <a:pt x="1673" y="1261"/>
                  </a:lnTo>
                  <a:lnTo>
                    <a:pt x="1673" y="762"/>
                  </a:lnTo>
                  <a:lnTo>
                    <a:pt x="2114" y="0"/>
                  </a:lnTo>
                  <a:lnTo>
                    <a:pt x="1702"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pic>
        <p:nvPicPr>
          <p:cNvPr id="83" name="Picture 82">
            <a:extLst>
              <a:ext uri="{FF2B5EF4-FFF2-40B4-BE49-F238E27FC236}">
                <a16:creationId xmlns:a16="http://schemas.microsoft.com/office/drawing/2014/main" id="{23B9FB7E-B586-4378-AE43-0A9B9CA0B9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5914517"/>
            <a:ext cx="3780000" cy="618750"/>
          </a:xfrm>
          <a:prstGeom prst="rect">
            <a:avLst/>
          </a:prstGeom>
        </p:spPr>
      </p:pic>
      <p:sp>
        <p:nvSpPr>
          <p:cNvPr id="124" name="Subtitle 2">
            <a:extLst>
              <a:ext uri="{FF2B5EF4-FFF2-40B4-BE49-F238E27FC236}">
                <a16:creationId xmlns:a16="http://schemas.microsoft.com/office/drawing/2014/main" id="{DE813F69-7E98-49B9-A563-B5D224235BE1}"/>
              </a:ext>
            </a:extLst>
          </p:cNvPr>
          <p:cNvSpPr>
            <a:spLocks noGrp="1"/>
          </p:cNvSpPr>
          <p:nvPr>
            <p:ph type="subTitle" idx="1"/>
          </p:nvPr>
        </p:nvSpPr>
        <p:spPr>
          <a:xfrm>
            <a:off x="888191" y="2825612"/>
            <a:ext cx="3612689" cy="645742"/>
          </a:xfrm>
          <a:prstGeom prst="rect">
            <a:avLst/>
          </a:prstGeom>
        </p:spPr>
        <p:txBody>
          <a:bodyPr/>
          <a:lstStyle>
            <a:lvl1pPr marL="0" indent="0" algn="l">
              <a:buNone/>
              <a:defRPr sz="1600">
                <a:solidFill>
                  <a:schemeClr val="bg1"/>
                </a:solidFill>
                <a:latin typeface="EYInterstate" panose="02000503020000020004" pitchFamily="2" charset="0"/>
                <a:cs typeface="Arial" pitchFamily="34" charset="0"/>
              </a:defRPr>
            </a:lvl1pPr>
            <a:lvl2pPr marL="0" indent="0" algn="l">
              <a:buNone/>
              <a:defRPr sz="1600">
                <a:solidFill>
                  <a:srgbClr val="FFFFFF"/>
                </a:solidFill>
              </a:defRPr>
            </a:lvl2pPr>
            <a:lvl3pPr marL="0" indent="0" algn="l">
              <a:buNone/>
              <a:defRPr sz="1600">
                <a:solidFill>
                  <a:srgbClr val="FFFFFF"/>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sp>
        <p:nvSpPr>
          <p:cNvPr id="125" name="Title 1">
            <a:extLst>
              <a:ext uri="{FF2B5EF4-FFF2-40B4-BE49-F238E27FC236}">
                <a16:creationId xmlns:a16="http://schemas.microsoft.com/office/drawing/2014/main" id="{6135F81D-3120-4669-8305-5AB7CAA05048}"/>
              </a:ext>
            </a:extLst>
          </p:cNvPr>
          <p:cNvSpPr>
            <a:spLocks noGrp="1"/>
          </p:cNvSpPr>
          <p:nvPr>
            <p:ph type="ctrTitle"/>
          </p:nvPr>
        </p:nvSpPr>
        <p:spPr>
          <a:xfrm>
            <a:off x="888191" y="1855166"/>
            <a:ext cx="3612689" cy="860400"/>
          </a:xfrm>
          <a:prstGeom prst="rect">
            <a:avLst/>
          </a:prstGeom>
        </p:spPr>
        <p:txBody>
          <a:bodyPr/>
          <a:lstStyle>
            <a:lvl1pPr>
              <a:defRPr sz="3000" b="0">
                <a:solidFill>
                  <a:schemeClr val="bg1"/>
                </a:solidFill>
                <a:latin typeface="EYInterstate Light" panose="02000506000000020004" pitchFamily="2" charset="0"/>
                <a:cs typeface="Arial"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1865519478"/>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Approved question tall">
    <p:spTree>
      <p:nvGrpSpPr>
        <p:cNvPr id="1" name=""/>
        <p:cNvGrpSpPr/>
        <p:nvPr/>
      </p:nvGrpSpPr>
      <p:grpSpPr>
        <a:xfrm>
          <a:off x="0" y="0"/>
          <a:ext cx="0" cy="0"/>
          <a:chOff x="0" y="0"/>
          <a:chExt cx="0" cy="0"/>
        </a:xfrm>
      </p:grpSpPr>
      <p:grpSp>
        <p:nvGrpSpPr>
          <p:cNvPr id="85" name="Group 4">
            <a:extLst>
              <a:ext uri="{FF2B5EF4-FFF2-40B4-BE49-F238E27FC236}">
                <a16:creationId xmlns:a16="http://schemas.microsoft.com/office/drawing/2014/main" id="{916D9572-5294-4C0A-83C4-99E45F894950}"/>
              </a:ext>
            </a:extLst>
          </p:cNvPr>
          <p:cNvGrpSpPr>
            <a:grpSpLocks noChangeAspect="1"/>
          </p:cNvGrpSpPr>
          <p:nvPr userDrawn="1"/>
        </p:nvGrpSpPr>
        <p:grpSpPr bwMode="auto">
          <a:xfrm>
            <a:off x="7710488" y="5340350"/>
            <a:ext cx="987425" cy="1157288"/>
            <a:chOff x="4857" y="3364"/>
            <a:chExt cx="622" cy="729"/>
          </a:xfrm>
        </p:grpSpPr>
        <p:sp>
          <p:nvSpPr>
            <p:cNvPr id="86" name="AutoShape 3">
              <a:extLst>
                <a:ext uri="{FF2B5EF4-FFF2-40B4-BE49-F238E27FC236}">
                  <a16:creationId xmlns:a16="http://schemas.microsoft.com/office/drawing/2014/main" id="{5667BEF9-3DFA-4239-A852-71BA27EC8E18}"/>
                </a:ext>
              </a:extLst>
            </p:cNvPr>
            <p:cNvSpPr>
              <a:spLocks noChangeAspect="1" noChangeArrowheads="1" noTextEdit="1"/>
            </p:cNvSpPr>
            <p:nvPr userDrawn="1"/>
          </p:nvSpPr>
          <p:spPr bwMode="auto">
            <a:xfrm>
              <a:off x="4857" y="3364"/>
              <a:ext cx="622" cy="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7" name="Freeform 5">
              <a:extLst>
                <a:ext uri="{FF2B5EF4-FFF2-40B4-BE49-F238E27FC236}">
                  <a16:creationId xmlns:a16="http://schemas.microsoft.com/office/drawing/2014/main" id="{7E85CBCB-BA9A-4374-A431-F4DC5F8079BE}"/>
                </a:ext>
              </a:extLst>
            </p:cNvPr>
            <p:cNvSpPr>
              <a:spLocks/>
            </p:cNvSpPr>
            <p:nvPr userDrawn="1"/>
          </p:nvSpPr>
          <p:spPr bwMode="auto">
            <a:xfrm>
              <a:off x="4857" y="3364"/>
              <a:ext cx="498" cy="182"/>
            </a:xfrm>
            <a:custGeom>
              <a:avLst/>
              <a:gdLst>
                <a:gd name="T0" fmla="*/ 2491 w 2491"/>
                <a:gd name="T1" fmla="*/ 0 h 910"/>
                <a:gd name="T2" fmla="*/ 0 w 2491"/>
                <a:gd name="T3" fmla="*/ 910 h 910"/>
                <a:gd name="T4" fmla="*/ 2491 w 2491"/>
                <a:gd name="T5" fmla="*/ 469 h 910"/>
                <a:gd name="T6" fmla="*/ 2491 w 2491"/>
                <a:gd name="T7" fmla="*/ 0 h 910"/>
              </a:gdLst>
              <a:ahLst/>
              <a:cxnLst>
                <a:cxn ang="0">
                  <a:pos x="T0" y="T1"/>
                </a:cxn>
                <a:cxn ang="0">
                  <a:pos x="T2" y="T3"/>
                </a:cxn>
                <a:cxn ang="0">
                  <a:pos x="T4" y="T5"/>
                </a:cxn>
                <a:cxn ang="0">
                  <a:pos x="T6" y="T7"/>
                </a:cxn>
              </a:cxnLst>
              <a:rect l="0" t="0" r="r" b="b"/>
              <a:pathLst>
                <a:path w="2491" h="910">
                  <a:moveTo>
                    <a:pt x="2491" y="0"/>
                  </a:moveTo>
                  <a:lnTo>
                    <a:pt x="0" y="910"/>
                  </a:lnTo>
                  <a:lnTo>
                    <a:pt x="2491" y="469"/>
                  </a:lnTo>
                  <a:lnTo>
                    <a:pt x="2491" y="0"/>
                  </a:lnTo>
                  <a:close/>
                </a:path>
              </a:pathLst>
            </a:custGeom>
            <a:solidFill>
              <a:srgbClr val="FE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8" name="Freeform 6">
              <a:extLst>
                <a:ext uri="{FF2B5EF4-FFF2-40B4-BE49-F238E27FC236}">
                  <a16:creationId xmlns:a16="http://schemas.microsoft.com/office/drawing/2014/main" id="{5C0EF3BA-6104-4E1B-9F18-E642314A9A6C}"/>
                </a:ext>
              </a:extLst>
            </p:cNvPr>
            <p:cNvSpPr>
              <a:spLocks noEditPoints="1"/>
            </p:cNvSpPr>
            <p:nvPr userDrawn="1"/>
          </p:nvSpPr>
          <p:spPr bwMode="auto">
            <a:xfrm>
              <a:off x="4857" y="3622"/>
              <a:ext cx="622" cy="471"/>
            </a:xfrm>
            <a:custGeom>
              <a:avLst/>
              <a:gdLst>
                <a:gd name="T0" fmla="*/ 235 w 3110"/>
                <a:gd name="T1" fmla="*/ 1600 h 2357"/>
                <a:gd name="T2" fmla="*/ 255 w 3110"/>
                <a:gd name="T3" fmla="*/ 1809 h 2357"/>
                <a:gd name="T4" fmla="*/ 152 w 3110"/>
                <a:gd name="T5" fmla="*/ 1823 h 2357"/>
                <a:gd name="T6" fmla="*/ 353 w 3110"/>
                <a:gd name="T7" fmla="*/ 1774 h 2357"/>
                <a:gd name="T8" fmla="*/ 419 w 3110"/>
                <a:gd name="T9" fmla="*/ 1871 h 2357"/>
                <a:gd name="T10" fmla="*/ 1148 w 3110"/>
                <a:gd name="T11" fmla="*/ 1664 h 2357"/>
                <a:gd name="T12" fmla="*/ 1225 w 3110"/>
                <a:gd name="T13" fmla="*/ 1751 h 2357"/>
                <a:gd name="T14" fmla="*/ 701 w 3110"/>
                <a:gd name="T15" fmla="*/ 1558 h 2357"/>
                <a:gd name="T16" fmla="*/ 744 w 3110"/>
                <a:gd name="T17" fmla="*/ 1723 h 2357"/>
                <a:gd name="T18" fmla="*/ 866 w 3110"/>
                <a:gd name="T19" fmla="*/ 1868 h 2357"/>
                <a:gd name="T20" fmla="*/ 838 w 3110"/>
                <a:gd name="T21" fmla="*/ 1696 h 2357"/>
                <a:gd name="T22" fmla="*/ 2035 w 3110"/>
                <a:gd name="T23" fmla="*/ 1874 h 2357"/>
                <a:gd name="T24" fmla="*/ 2173 w 3110"/>
                <a:gd name="T25" fmla="*/ 1760 h 2357"/>
                <a:gd name="T26" fmla="*/ 2115 w 3110"/>
                <a:gd name="T27" fmla="*/ 1743 h 2357"/>
                <a:gd name="T28" fmla="*/ 2074 w 3110"/>
                <a:gd name="T29" fmla="*/ 1696 h 2357"/>
                <a:gd name="T30" fmla="*/ 1318 w 3110"/>
                <a:gd name="T31" fmla="*/ 1748 h 2357"/>
                <a:gd name="T32" fmla="*/ 1455 w 3110"/>
                <a:gd name="T33" fmla="*/ 1858 h 2357"/>
                <a:gd name="T34" fmla="*/ 1484 w 3110"/>
                <a:gd name="T35" fmla="*/ 1938 h 2357"/>
                <a:gd name="T36" fmla="*/ 1378 w 3110"/>
                <a:gd name="T37" fmla="*/ 1794 h 2357"/>
                <a:gd name="T38" fmla="*/ 1740 w 3110"/>
                <a:gd name="T39" fmla="*/ 1690 h 2357"/>
                <a:gd name="T40" fmla="*/ 1644 w 3110"/>
                <a:gd name="T41" fmla="*/ 1791 h 2357"/>
                <a:gd name="T42" fmla="*/ 1835 w 3110"/>
                <a:gd name="T43" fmla="*/ 1723 h 2357"/>
                <a:gd name="T44" fmla="*/ 1698 w 3110"/>
                <a:gd name="T45" fmla="*/ 1800 h 2357"/>
                <a:gd name="T46" fmla="*/ 1721 w 3110"/>
                <a:gd name="T47" fmla="*/ 1831 h 2357"/>
                <a:gd name="T48" fmla="*/ 2256 w 3110"/>
                <a:gd name="T49" fmla="*/ 1780 h 2357"/>
                <a:gd name="T50" fmla="*/ 2243 w 3110"/>
                <a:gd name="T51" fmla="*/ 1665 h 2357"/>
                <a:gd name="T52" fmla="*/ 2306 w 3110"/>
                <a:gd name="T53" fmla="*/ 1880 h 2357"/>
                <a:gd name="T54" fmla="*/ 2338 w 3110"/>
                <a:gd name="T55" fmla="*/ 1722 h 2357"/>
                <a:gd name="T56" fmla="*/ 2929 w 3110"/>
                <a:gd name="T57" fmla="*/ 1763 h 2357"/>
                <a:gd name="T58" fmla="*/ 2750 w 3110"/>
                <a:gd name="T59" fmla="*/ 1695 h 2357"/>
                <a:gd name="T60" fmla="*/ 2872 w 3110"/>
                <a:gd name="T61" fmla="*/ 1874 h 2357"/>
                <a:gd name="T62" fmla="*/ 2658 w 3110"/>
                <a:gd name="T63" fmla="*/ 1797 h 2357"/>
                <a:gd name="T64" fmla="*/ 2623 w 3110"/>
                <a:gd name="T65" fmla="*/ 1867 h 2357"/>
                <a:gd name="T66" fmla="*/ 2482 w 3110"/>
                <a:gd name="T67" fmla="*/ 1876 h 2357"/>
                <a:gd name="T68" fmla="*/ 2513 w 3110"/>
                <a:gd name="T69" fmla="*/ 1825 h 2357"/>
                <a:gd name="T70" fmla="*/ 3019 w 3110"/>
                <a:gd name="T71" fmla="*/ 1651 h 2357"/>
                <a:gd name="T72" fmla="*/ 981 w 3110"/>
                <a:gd name="T73" fmla="*/ 1874 h 2357"/>
                <a:gd name="T74" fmla="*/ 2433 w 3110"/>
                <a:gd name="T75" fmla="*/ 2085 h 2357"/>
                <a:gd name="T76" fmla="*/ 2528 w 3110"/>
                <a:gd name="T77" fmla="*/ 2268 h 2357"/>
                <a:gd name="T78" fmla="*/ 2503 w 3110"/>
                <a:gd name="T79" fmla="*/ 2090 h 2357"/>
                <a:gd name="T80" fmla="*/ 631 w 3110"/>
                <a:gd name="T81" fmla="*/ 2093 h 2357"/>
                <a:gd name="T82" fmla="*/ 677 w 3110"/>
                <a:gd name="T83" fmla="*/ 2105 h 2357"/>
                <a:gd name="T84" fmla="*/ 203 w 3110"/>
                <a:gd name="T85" fmla="*/ 2151 h 2357"/>
                <a:gd name="T86" fmla="*/ 312 w 3110"/>
                <a:gd name="T87" fmla="*/ 2190 h 2357"/>
                <a:gd name="T88" fmla="*/ 507 w 3110"/>
                <a:gd name="T89" fmla="*/ 2190 h 2357"/>
                <a:gd name="T90" fmla="*/ 377 w 3110"/>
                <a:gd name="T91" fmla="*/ 2201 h 2357"/>
                <a:gd name="T92" fmla="*/ 442 w 3110"/>
                <a:gd name="T93" fmla="*/ 2201 h 2357"/>
                <a:gd name="T94" fmla="*/ 2213 w 3110"/>
                <a:gd name="T95" fmla="*/ 2056 h 2357"/>
                <a:gd name="T96" fmla="*/ 1608 w 3110"/>
                <a:gd name="T97" fmla="*/ 2042 h 2357"/>
                <a:gd name="T98" fmla="*/ 1951 w 3110"/>
                <a:gd name="T99" fmla="*/ 2062 h 2357"/>
                <a:gd name="T100" fmla="*/ 2016 w 3110"/>
                <a:gd name="T101" fmla="*/ 2271 h 2357"/>
                <a:gd name="T102" fmla="*/ 2075 w 3110"/>
                <a:gd name="T103" fmla="*/ 2057 h 2357"/>
                <a:gd name="T104" fmla="*/ 2016 w 3110"/>
                <a:gd name="T105" fmla="*/ 2089 h 2357"/>
                <a:gd name="T106" fmla="*/ 772 w 3110"/>
                <a:gd name="T107" fmla="*/ 1949 h 2357"/>
                <a:gd name="T108" fmla="*/ 1210 w 3110"/>
                <a:gd name="T109" fmla="*/ 2052 h 2357"/>
                <a:gd name="T110" fmla="*/ 1116 w 3110"/>
                <a:gd name="T111" fmla="*/ 2102 h 2357"/>
                <a:gd name="T112" fmla="*/ 1289 w 3110"/>
                <a:gd name="T113" fmla="*/ 2093 h 2357"/>
                <a:gd name="T114" fmla="*/ 1395 w 3110"/>
                <a:gd name="T115" fmla="*/ 2266 h 2357"/>
                <a:gd name="T116" fmla="*/ 1413 w 3110"/>
                <a:gd name="T117" fmla="*/ 2350 h 2357"/>
                <a:gd name="T118" fmla="*/ 1364 w 3110"/>
                <a:gd name="T119" fmla="*/ 2217 h 2357"/>
                <a:gd name="T120" fmla="*/ 1000 w 3110"/>
                <a:gd name="T121" fmla="*/ 2139 h 2357"/>
                <a:gd name="T122" fmla="*/ 400 w 3110"/>
                <a:gd name="T123" fmla="*/ 970 h 2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10" h="2357">
                  <a:moveTo>
                    <a:pt x="259" y="1777"/>
                  </a:moveTo>
                  <a:lnTo>
                    <a:pt x="259" y="1777"/>
                  </a:lnTo>
                  <a:lnTo>
                    <a:pt x="259" y="1769"/>
                  </a:lnTo>
                  <a:lnTo>
                    <a:pt x="258" y="1762"/>
                  </a:lnTo>
                  <a:lnTo>
                    <a:pt x="255" y="1749"/>
                  </a:lnTo>
                  <a:lnTo>
                    <a:pt x="249" y="1738"/>
                  </a:lnTo>
                  <a:lnTo>
                    <a:pt x="242" y="1729"/>
                  </a:lnTo>
                  <a:lnTo>
                    <a:pt x="235" y="1722"/>
                  </a:lnTo>
                  <a:lnTo>
                    <a:pt x="227" y="1717"/>
                  </a:lnTo>
                  <a:lnTo>
                    <a:pt x="220" y="1712"/>
                  </a:lnTo>
                  <a:lnTo>
                    <a:pt x="213" y="1709"/>
                  </a:lnTo>
                  <a:lnTo>
                    <a:pt x="213" y="1709"/>
                  </a:lnTo>
                  <a:lnTo>
                    <a:pt x="221" y="1703"/>
                  </a:lnTo>
                  <a:lnTo>
                    <a:pt x="228" y="1698"/>
                  </a:lnTo>
                  <a:lnTo>
                    <a:pt x="233" y="1691"/>
                  </a:lnTo>
                  <a:lnTo>
                    <a:pt x="239" y="1683"/>
                  </a:lnTo>
                  <a:lnTo>
                    <a:pt x="243" y="1675"/>
                  </a:lnTo>
                  <a:lnTo>
                    <a:pt x="246" y="1666"/>
                  </a:lnTo>
                  <a:lnTo>
                    <a:pt x="248" y="1658"/>
                  </a:lnTo>
                  <a:lnTo>
                    <a:pt x="248" y="1648"/>
                  </a:lnTo>
                  <a:lnTo>
                    <a:pt x="248" y="1648"/>
                  </a:lnTo>
                  <a:lnTo>
                    <a:pt x="248" y="1639"/>
                  </a:lnTo>
                  <a:lnTo>
                    <a:pt x="247" y="1630"/>
                  </a:lnTo>
                  <a:lnTo>
                    <a:pt x="245" y="1622"/>
                  </a:lnTo>
                  <a:lnTo>
                    <a:pt x="242" y="1614"/>
                  </a:lnTo>
                  <a:lnTo>
                    <a:pt x="239" y="1606"/>
                  </a:lnTo>
                  <a:lnTo>
                    <a:pt x="235" y="1600"/>
                  </a:lnTo>
                  <a:lnTo>
                    <a:pt x="229" y="1594"/>
                  </a:lnTo>
                  <a:lnTo>
                    <a:pt x="223" y="1589"/>
                  </a:lnTo>
                  <a:lnTo>
                    <a:pt x="217" y="1584"/>
                  </a:lnTo>
                  <a:lnTo>
                    <a:pt x="210" y="1580"/>
                  </a:lnTo>
                  <a:lnTo>
                    <a:pt x="202" y="1576"/>
                  </a:lnTo>
                  <a:lnTo>
                    <a:pt x="193" y="1573"/>
                  </a:lnTo>
                  <a:lnTo>
                    <a:pt x="185" y="1571"/>
                  </a:lnTo>
                  <a:lnTo>
                    <a:pt x="175" y="1569"/>
                  </a:lnTo>
                  <a:lnTo>
                    <a:pt x="165" y="1569"/>
                  </a:lnTo>
                  <a:lnTo>
                    <a:pt x="153" y="1568"/>
                  </a:lnTo>
                  <a:lnTo>
                    <a:pt x="22" y="1568"/>
                  </a:lnTo>
                  <a:lnTo>
                    <a:pt x="22" y="1874"/>
                  </a:lnTo>
                  <a:lnTo>
                    <a:pt x="152" y="1874"/>
                  </a:lnTo>
                  <a:lnTo>
                    <a:pt x="152" y="1874"/>
                  </a:lnTo>
                  <a:lnTo>
                    <a:pt x="165" y="1874"/>
                  </a:lnTo>
                  <a:lnTo>
                    <a:pt x="176" y="1873"/>
                  </a:lnTo>
                  <a:lnTo>
                    <a:pt x="187" y="1871"/>
                  </a:lnTo>
                  <a:lnTo>
                    <a:pt x="197" y="1868"/>
                  </a:lnTo>
                  <a:lnTo>
                    <a:pt x="207" y="1864"/>
                  </a:lnTo>
                  <a:lnTo>
                    <a:pt x="216" y="1860"/>
                  </a:lnTo>
                  <a:lnTo>
                    <a:pt x="223" y="1854"/>
                  </a:lnTo>
                  <a:lnTo>
                    <a:pt x="230" y="1849"/>
                  </a:lnTo>
                  <a:lnTo>
                    <a:pt x="237" y="1842"/>
                  </a:lnTo>
                  <a:lnTo>
                    <a:pt x="242" y="1834"/>
                  </a:lnTo>
                  <a:lnTo>
                    <a:pt x="248" y="1827"/>
                  </a:lnTo>
                  <a:lnTo>
                    <a:pt x="251" y="1818"/>
                  </a:lnTo>
                  <a:lnTo>
                    <a:pt x="255" y="1809"/>
                  </a:lnTo>
                  <a:lnTo>
                    <a:pt x="257" y="1799"/>
                  </a:lnTo>
                  <a:lnTo>
                    <a:pt x="258" y="1788"/>
                  </a:lnTo>
                  <a:lnTo>
                    <a:pt x="259" y="1777"/>
                  </a:lnTo>
                  <a:lnTo>
                    <a:pt x="259" y="1777"/>
                  </a:lnTo>
                  <a:close/>
                  <a:moveTo>
                    <a:pt x="152" y="1823"/>
                  </a:moveTo>
                  <a:lnTo>
                    <a:pt x="79" y="1823"/>
                  </a:lnTo>
                  <a:lnTo>
                    <a:pt x="79" y="1735"/>
                  </a:lnTo>
                  <a:lnTo>
                    <a:pt x="152" y="1735"/>
                  </a:lnTo>
                  <a:lnTo>
                    <a:pt x="152" y="1735"/>
                  </a:lnTo>
                  <a:lnTo>
                    <a:pt x="163" y="1737"/>
                  </a:lnTo>
                  <a:lnTo>
                    <a:pt x="172" y="1738"/>
                  </a:lnTo>
                  <a:lnTo>
                    <a:pt x="180" y="1741"/>
                  </a:lnTo>
                  <a:lnTo>
                    <a:pt x="187" y="1747"/>
                  </a:lnTo>
                  <a:lnTo>
                    <a:pt x="192" y="1752"/>
                  </a:lnTo>
                  <a:lnTo>
                    <a:pt x="196" y="1760"/>
                  </a:lnTo>
                  <a:lnTo>
                    <a:pt x="198" y="1769"/>
                  </a:lnTo>
                  <a:lnTo>
                    <a:pt x="199" y="1779"/>
                  </a:lnTo>
                  <a:lnTo>
                    <a:pt x="199" y="1779"/>
                  </a:lnTo>
                  <a:lnTo>
                    <a:pt x="198" y="1789"/>
                  </a:lnTo>
                  <a:lnTo>
                    <a:pt x="196" y="1798"/>
                  </a:lnTo>
                  <a:lnTo>
                    <a:pt x="191" y="1805"/>
                  </a:lnTo>
                  <a:lnTo>
                    <a:pt x="187" y="1811"/>
                  </a:lnTo>
                  <a:lnTo>
                    <a:pt x="180" y="1817"/>
                  </a:lnTo>
                  <a:lnTo>
                    <a:pt x="172" y="1820"/>
                  </a:lnTo>
                  <a:lnTo>
                    <a:pt x="162" y="1822"/>
                  </a:lnTo>
                  <a:lnTo>
                    <a:pt x="152" y="1823"/>
                  </a:lnTo>
                  <a:lnTo>
                    <a:pt x="152" y="1823"/>
                  </a:lnTo>
                  <a:close/>
                  <a:moveTo>
                    <a:pt x="151" y="1685"/>
                  </a:moveTo>
                  <a:lnTo>
                    <a:pt x="79" y="1685"/>
                  </a:lnTo>
                  <a:lnTo>
                    <a:pt x="79" y="1620"/>
                  </a:lnTo>
                  <a:lnTo>
                    <a:pt x="149" y="1620"/>
                  </a:lnTo>
                  <a:lnTo>
                    <a:pt x="149" y="1620"/>
                  </a:lnTo>
                  <a:lnTo>
                    <a:pt x="158" y="1621"/>
                  </a:lnTo>
                  <a:lnTo>
                    <a:pt x="167" y="1622"/>
                  </a:lnTo>
                  <a:lnTo>
                    <a:pt x="173" y="1624"/>
                  </a:lnTo>
                  <a:lnTo>
                    <a:pt x="179" y="1628"/>
                  </a:lnTo>
                  <a:lnTo>
                    <a:pt x="183" y="1633"/>
                  </a:lnTo>
                  <a:lnTo>
                    <a:pt x="187" y="1639"/>
                  </a:lnTo>
                  <a:lnTo>
                    <a:pt x="188" y="1645"/>
                  </a:lnTo>
                  <a:lnTo>
                    <a:pt x="189" y="1653"/>
                  </a:lnTo>
                  <a:lnTo>
                    <a:pt x="189" y="1653"/>
                  </a:lnTo>
                  <a:lnTo>
                    <a:pt x="189" y="1659"/>
                  </a:lnTo>
                  <a:lnTo>
                    <a:pt x="188" y="1664"/>
                  </a:lnTo>
                  <a:lnTo>
                    <a:pt x="186" y="1670"/>
                  </a:lnTo>
                  <a:lnTo>
                    <a:pt x="182" y="1674"/>
                  </a:lnTo>
                  <a:lnTo>
                    <a:pt x="177" y="1679"/>
                  </a:lnTo>
                  <a:lnTo>
                    <a:pt x="170" y="1682"/>
                  </a:lnTo>
                  <a:lnTo>
                    <a:pt x="162" y="1684"/>
                  </a:lnTo>
                  <a:lnTo>
                    <a:pt x="151" y="1685"/>
                  </a:lnTo>
                  <a:lnTo>
                    <a:pt x="151" y="1685"/>
                  </a:lnTo>
                  <a:close/>
                  <a:moveTo>
                    <a:pt x="298" y="1778"/>
                  </a:moveTo>
                  <a:lnTo>
                    <a:pt x="298" y="1651"/>
                  </a:lnTo>
                  <a:lnTo>
                    <a:pt x="353" y="1651"/>
                  </a:lnTo>
                  <a:lnTo>
                    <a:pt x="353" y="1774"/>
                  </a:lnTo>
                  <a:lnTo>
                    <a:pt x="353" y="1774"/>
                  </a:lnTo>
                  <a:lnTo>
                    <a:pt x="353" y="1787"/>
                  </a:lnTo>
                  <a:lnTo>
                    <a:pt x="356" y="1799"/>
                  </a:lnTo>
                  <a:lnTo>
                    <a:pt x="359" y="1808"/>
                  </a:lnTo>
                  <a:lnTo>
                    <a:pt x="363" y="1815"/>
                  </a:lnTo>
                  <a:lnTo>
                    <a:pt x="369" y="1821"/>
                  </a:lnTo>
                  <a:lnTo>
                    <a:pt x="376" y="1825"/>
                  </a:lnTo>
                  <a:lnTo>
                    <a:pt x="385" y="1828"/>
                  </a:lnTo>
                  <a:lnTo>
                    <a:pt x="395" y="1829"/>
                  </a:lnTo>
                  <a:lnTo>
                    <a:pt x="395" y="1829"/>
                  </a:lnTo>
                  <a:lnTo>
                    <a:pt x="405" y="1828"/>
                  </a:lnTo>
                  <a:lnTo>
                    <a:pt x="412" y="1825"/>
                  </a:lnTo>
                  <a:lnTo>
                    <a:pt x="420" y="1821"/>
                  </a:lnTo>
                  <a:lnTo>
                    <a:pt x="426" y="1815"/>
                  </a:lnTo>
                  <a:lnTo>
                    <a:pt x="430" y="1808"/>
                  </a:lnTo>
                  <a:lnTo>
                    <a:pt x="433" y="1798"/>
                  </a:lnTo>
                  <a:lnTo>
                    <a:pt x="436" y="1787"/>
                  </a:lnTo>
                  <a:lnTo>
                    <a:pt x="436" y="1774"/>
                  </a:lnTo>
                  <a:lnTo>
                    <a:pt x="436" y="1651"/>
                  </a:lnTo>
                  <a:lnTo>
                    <a:pt x="491" y="1651"/>
                  </a:lnTo>
                  <a:lnTo>
                    <a:pt x="491" y="1874"/>
                  </a:lnTo>
                  <a:lnTo>
                    <a:pt x="436" y="1874"/>
                  </a:lnTo>
                  <a:lnTo>
                    <a:pt x="436" y="1857"/>
                  </a:lnTo>
                  <a:lnTo>
                    <a:pt x="436" y="1857"/>
                  </a:lnTo>
                  <a:lnTo>
                    <a:pt x="431" y="1862"/>
                  </a:lnTo>
                  <a:lnTo>
                    <a:pt x="425" y="1867"/>
                  </a:lnTo>
                  <a:lnTo>
                    <a:pt x="419" y="1871"/>
                  </a:lnTo>
                  <a:lnTo>
                    <a:pt x="412" y="1873"/>
                  </a:lnTo>
                  <a:lnTo>
                    <a:pt x="406" y="1877"/>
                  </a:lnTo>
                  <a:lnTo>
                    <a:pt x="398" y="1878"/>
                  </a:lnTo>
                  <a:lnTo>
                    <a:pt x="390" y="1879"/>
                  </a:lnTo>
                  <a:lnTo>
                    <a:pt x="382" y="1880"/>
                  </a:lnTo>
                  <a:lnTo>
                    <a:pt x="382" y="1880"/>
                  </a:lnTo>
                  <a:lnTo>
                    <a:pt x="369" y="1879"/>
                  </a:lnTo>
                  <a:lnTo>
                    <a:pt x="358" y="1877"/>
                  </a:lnTo>
                  <a:lnTo>
                    <a:pt x="348" y="1873"/>
                  </a:lnTo>
                  <a:lnTo>
                    <a:pt x="338" y="1869"/>
                  </a:lnTo>
                  <a:lnTo>
                    <a:pt x="330" y="1863"/>
                  </a:lnTo>
                  <a:lnTo>
                    <a:pt x="323" y="1858"/>
                  </a:lnTo>
                  <a:lnTo>
                    <a:pt x="318" y="1850"/>
                  </a:lnTo>
                  <a:lnTo>
                    <a:pt x="312" y="1842"/>
                  </a:lnTo>
                  <a:lnTo>
                    <a:pt x="309" y="1834"/>
                  </a:lnTo>
                  <a:lnTo>
                    <a:pt x="306" y="1827"/>
                  </a:lnTo>
                  <a:lnTo>
                    <a:pt x="301" y="1809"/>
                  </a:lnTo>
                  <a:lnTo>
                    <a:pt x="299" y="1792"/>
                  </a:lnTo>
                  <a:lnTo>
                    <a:pt x="298" y="1778"/>
                  </a:lnTo>
                  <a:lnTo>
                    <a:pt x="298" y="1778"/>
                  </a:lnTo>
                  <a:close/>
                  <a:moveTo>
                    <a:pt x="1143" y="1874"/>
                  </a:moveTo>
                  <a:lnTo>
                    <a:pt x="1087" y="1874"/>
                  </a:lnTo>
                  <a:lnTo>
                    <a:pt x="1087" y="1651"/>
                  </a:lnTo>
                  <a:lnTo>
                    <a:pt x="1143" y="1651"/>
                  </a:lnTo>
                  <a:lnTo>
                    <a:pt x="1143" y="1670"/>
                  </a:lnTo>
                  <a:lnTo>
                    <a:pt x="1143" y="1670"/>
                  </a:lnTo>
                  <a:lnTo>
                    <a:pt x="1148" y="1664"/>
                  </a:lnTo>
                  <a:lnTo>
                    <a:pt x="1154" y="1659"/>
                  </a:lnTo>
                  <a:lnTo>
                    <a:pt x="1160" y="1655"/>
                  </a:lnTo>
                  <a:lnTo>
                    <a:pt x="1167" y="1652"/>
                  </a:lnTo>
                  <a:lnTo>
                    <a:pt x="1175" y="1649"/>
                  </a:lnTo>
                  <a:lnTo>
                    <a:pt x="1182" y="1648"/>
                  </a:lnTo>
                  <a:lnTo>
                    <a:pt x="1190" y="1646"/>
                  </a:lnTo>
                  <a:lnTo>
                    <a:pt x="1198" y="1645"/>
                  </a:lnTo>
                  <a:lnTo>
                    <a:pt x="1198" y="1645"/>
                  </a:lnTo>
                  <a:lnTo>
                    <a:pt x="1208" y="1646"/>
                  </a:lnTo>
                  <a:lnTo>
                    <a:pt x="1217" y="1648"/>
                  </a:lnTo>
                  <a:lnTo>
                    <a:pt x="1226" y="1650"/>
                  </a:lnTo>
                  <a:lnTo>
                    <a:pt x="1234" y="1652"/>
                  </a:lnTo>
                  <a:lnTo>
                    <a:pt x="1242" y="1655"/>
                  </a:lnTo>
                  <a:lnTo>
                    <a:pt x="1248" y="1661"/>
                  </a:lnTo>
                  <a:lnTo>
                    <a:pt x="1254" y="1665"/>
                  </a:lnTo>
                  <a:lnTo>
                    <a:pt x="1259" y="1672"/>
                  </a:lnTo>
                  <a:lnTo>
                    <a:pt x="1265" y="1679"/>
                  </a:lnTo>
                  <a:lnTo>
                    <a:pt x="1268" y="1686"/>
                  </a:lnTo>
                  <a:lnTo>
                    <a:pt x="1273" y="1694"/>
                  </a:lnTo>
                  <a:lnTo>
                    <a:pt x="1275" y="1703"/>
                  </a:lnTo>
                  <a:lnTo>
                    <a:pt x="1277" y="1713"/>
                  </a:lnTo>
                  <a:lnTo>
                    <a:pt x="1279" y="1724"/>
                  </a:lnTo>
                  <a:lnTo>
                    <a:pt x="1280" y="1735"/>
                  </a:lnTo>
                  <a:lnTo>
                    <a:pt x="1280" y="1748"/>
                  </a:lnTo>
                  <a:lnTo>
                    <a:pt x="1280" y="1874"/>
                  </a:lnTo>
                  <a:lnTo>
                    <a:pt x="1225" y="1874"/>
                  </a:lnTo>
                  <a:lnTo>
                    <a:pt x="1225" y="1751"/>
                  </a:lnTo>
                  <a:lnTo>
                    <a:pt x="1225" y="1751"/>
                  </a:lnTo>
                  <a:lnTo>
                    <a:pt x="1225" y="1738"/>
                  </a:lnTo>
                  <a:lnTo>
                    <a:pt x="1223" y="1727"/>
                  </a:lnTo>
                  <a:lnTo>
                    <a:pt x="1219" y="1718"/>
                  </a:lnTo>
                  <a:lnTo>
                    <a:pt x="1215" y="1710"/>
                  </a:lnTo>
                  <a:lnTo>
                    <a:pt x="1209" y="1704"/>
                  </a:lnTo>
                  <a:lnTo>
                    <a:pt x="1203" y="1700"/>
                  </a:lnTo>
                  <a:lnTo>
                    <a:pt x="1195" y="1698"/>
                  </a:lnTo>
                  <a:lnTo>
                    <a:pt x="1185" y="1696"/>
                  </a:lnTo>
                  <a:lnTo>
                    <a:pt x="1185" y="1696"/>
                  </a:lnTo>
                  <a:lnTo>
                    <a:pt x="1175" y="1698"/>
                  </a:lnTo>
                  <a:lnTo>
                    <a:pt x="1166" y="1700"/>
                  </a:lnTo>
                  <a:lnTo>
                    <a:pt x="1159" y="1704"/>
                  </a:lnTo>
                  <a:lnTo>
                    <a:pt x="1154" y="1710"/>
                  </a:lnTo>
                  <a:lnTo>
                    <a:pt x="1148" y="1718"/>
                  </a:lnTo>
                  <a:lnTo>
                    <a:pt x="1145" y="1728"/>
                  </a:lnTo>
                  <a:lnTo>
                    <a:pt x="1143" y="1739"/>
                  </a:lnTo>
                  <a:lnTo>
                    <a:pt x="1143" y="1751"/>
                  </a:lnTo>
                  <a:lnTo>
                    <a:pt x="1143" y="1874"/>
                  </a:lnTo>
                  <a:close/>
                  <a:moveTo>
                    <a:pt x="597" y="1755"/>
                  </a:moveTo>
                  <a:lnTo>
                    <a:pt x="597" y="1874"/>
                  </a:lnTo>
                  <a:lnTo>
                    <a:pt x="541" y="1874"/>
                  </a:lnTo>
                  <a:lnTo>
                    <a:pt x="541" y="1651"/>
                  </a:lnTo>
                  <a:lnTo>
                    <a:pt x="597" y="1651"/>
                  </a:lnTo>
                  <a:lnTo>
                    <a:pt x="597" y="1755"/>
                  </a:lnTo>
                  <a:close/>
                  <a:moveTo>
                    <a:pt x="646" y="1585"/>
                  </a:moveTo>
                  <a:lnTo>
                    <a:pt x="701" y="1558"/>
                  </a:lnTo>
                  <a:lnTo>
                    <a:pt x="701" y="1760"/>
                  </a:lnTo>
                  <a:lnTo>
                    <a:pt x="701" y="1874"/>
                  </a:lnTo>
                  <a:lnTo>
                    <a:pt x="646" y="1874"/>
                  </a:lnTo>
                  <a:lnTo>
                    <a:pt x="646" y="1585"/>
                  </a:lnTo>
                  <a:close/>
                  <a:moveTo>
                    <a:pt x="877" y="1666"/>
                  </a:moveTo>
                  <a:lnTo>
                    <a:pt x="877" y="1666"/>
                  </a:lnTo>
                  <a:lnTo>
                    <a:pt x="873" y="1661"/>
                  </a:lnTo>
                  <a:lnTo>
                    <a:pt x="867" y="1658"/>
                  </a:lnTo>
                  <a:lnTo>
                    <a:pt x="860" y="1653"/>
                  </a:lnTo>
                  <a:lnTo>
                    <a:pt x="855" y="1651"/>
                  </a:lnTo>
                  <a:lnTo>
                    <a:pt x="848" y="1649"/>
                  </a:lnTo>
                  <a:lnTo>
                    <a:pt x="841" y="1646"/>
                  </a:lnTo>
                  <a:lnTo>
                    <a:pt x="828" y="1645"/>
                  </a:lnTo>
                  <a:lnTo>
                    <a:pt x="828" y="1645"/>
                  </a:lnTo>
                  <a:lnTo>
                    <a:pt x="818" y="1646"/>
                  </a:lnTo>
                  <a:lnTo>
                    <a:pt x="808" y="1648"/>
                  </a:lnTo>
                  <a:lnTo>
                    <a:pt x="799" y="1650"/>
                  </a:lnTo>
                  <a:lnTo>
                    <a:pt x="791" y="1653"/>
                  </a:lnTo>
                  <a:lnTo>
                    <a:pt x="784" y="1658"/>
                  </a:lnTo>
                  <a:lnTo>
                    <a:pt x="776" y="1663"/>
                  </a:lnTo>
                  <a:lnTo>
                    <a:pt x="769" y="1670"/>
                  </a:lnTo>
                  <a:lnTo>
                    <a:pt x="764" y="1676"/>
                  </a:lnTo>
                  <a:lnTo>
                    <a:pt x="758" y="1684"/>
                  </a:lnTo>
                  <a:lnTo>
                    <a:pt x="754" y="1693"/>
                  </a:lnTo>
                  <a:lnTo>
                    <a:pt x="749" y="1702"/>
                  </a:lnTo>
                  <a:lnTo>
                    <a:pt x="746" y="1712"/>
                  </a:lnTo>
                  <a:lnTo>
                    <a:pt x="744" y="1723"/>
                  </a:lnTo>
                  <a:lnTo>
                    <a:pt x="741" y="1735"/>
                  </a:lnTo>
                  <a:lnTo>
                    <a:pt x="740" y="1748"/>
                  </a:lnTo>
                  <a:lnTo>
                    <a:pt x="740" y="1760"/>
                  </a:lnTo>
                  <a:lnTo>
                    <a:pt x="740" y="1760"/>
                  </a:lnTo>
                  <a:lnTo>
                    <a:pt x="740" y="1774"/>
                  </a:lnTo>
                  <a:lnTo>
                    <a:pt x="741" y="1787"/>
                  </a:lnTo>
                  <a:lnTo>
                    <a:pt x="744" y="1799"/>
                  </a:lnTo>
                  <a:lnTo>
                    <a:pt x="746" y="1810"/>
                  </a:lnTo>
                  <a:lnTo>
                    <a:pt x="749" y="1821"/>
                  </a:lnTo>
                  <a:lnTo>
                    <a:pt x="752" y="1831"/>
                  </a:lnTo>
                  <a:lnTo>
                    <a:pt x="757" y="1840"/>
                  </a:lnTo>
                  <a:lnTo>
                    <a:pt x="762" y="1848"/>
                  </a:lnTo>
                  <a:lnTo>
                    <a:pt x="769" y="1856"/>
                  </a:lnTo>
                  <a:lnTo>
                    <a:pt x="775" y="1861"/>
                  </a:lnTo>
                  <a:lnTo>
                    <a:pt x="783" y="1867"/>
                  </a:lnTo>
                  <a:lnTo>
                    <a:pt x="790" y="1871"/>
                  </a:lnTo>
                  <a:lnTo>
                    <a:pt x="798" y="1874"/>
                  </a:lnTo>
                  <a:lnTo>
                    <a:pt x="807" y="1878"/>
                  </a:lnTo>
                  <a:lnTo>
                    <a:pt x="817" y="1879"/>
                  </a:lnTo>
                  <a:lnTo>
                    <a:pt x="827" y="1880"/>
                  </a:lnTo>
                  <a:lnTo>
                    <a:pt x="827" y="1880"/>
                  </a:lnTo>
                  <a:lnTo>
                    <a:pt x="834" y="1879"/>
                  </a:lnTo>
                  <a:lnTo>
                    <a:pt x="840" y="1878"/>
                  </a:lnTo>
                  <a:lnTo>
                    <a:pt x="847" y="1877"/>
                  </a:lnTo>
                  <a:lnTo>
                    <a:pt x="854" y="1874"/>
                  </a:lnTo>
                  <a:lnTo>
                    <a:pt x="859" y="1871"/>
                  </a:lnTo>
                  <a:lnTo>
                    <a:pt x="866" y="1868"/>
                  </a:lnTo>
                  <a:lnTo>
                    <a:pt x="871" y="1863"/>
                  </a:lnTo>
                  <a:lnTo>
                    <a:pt x="877" y="1858"/>
                  </a:lnTo>
                  <a:lnTo>
                    <a:pt x="877" y="1874"/>
                  </a:lnTo>
                  <a:lnTo>
                    <a:pt x="933" y="1874"/>
                  </a:lnTo>
                  <a:lnTo>
                    <a:pt x="933" y="1558"/>
                  </a:lnTo>
                  <a:lnTo>
                    <a:pt x="877" y="1585"/>
                  </a:lnTo>
                  <a:lnTo>
                    <a:pt x="877" y="1666"/>
                  </a:lnTo>
                  <a:close/>
                  <a:moveTo>
                    <a:pt x="838" y="1829"/>
                  </a:moveTo>
                  <a:lnTo>
                    <a:pt x="838" y="1829"/>
                  </a:lnTo>
                  <a:lnTo>
                    <a:pt x="831" y="1828"/>
                  </a:lnTo>
                  <a:lnTo>
                    <a:pt x="824" y="1825"/>
                  </a:lnTo>
                  <a:lnTo>
                    <a:pt x="817" y="1822"/>
                  </a:lnTo>
                  <a:lnTo>
                    <a:pt x="810" y="1815"/>
                  </a:lnTo>
                  <a:lnTo>
                    <a:pt x="805" y="1807"/>
                  </a:lnTo>
                  <a:lnTo>
                    <a:pt x="800" y="1794"/>
                  </a:lnTo>
                  <a:lnTo>
                    <a:pt x="797" y="1779"/>
                  </a:lnTo>
                  <a:lnTo>
                    <a:pt x="796" y="1759"/>
                  </a:lnTo>
                  <a:lnTo>
                    <a:pt x="796" y="1759"/>
                  </a:lnTo>
                  <a:lnTo>
                    <a:pt x="797" y="1741"/>
                  </a:lnTo>
                  <a:lnTo>
                    <a:pt x="800" y="1728"/>
                  </a:lnTo>
                  <a:lnTo>
                    <a:pt x="805" y="1717"/>
                  </a:lnTo>
                  <a:lnTo>
                    <a:pt x="810" y="1709"/>
                  </a:lnTo>
                  <a:lnTo>
                    <a:pt x="816" y="1702"/>
                  </a:lnTo>
                  <a:lnTo>
                    <a:pt x="824" y="1699"/>
                  </a:lnTo>
                  <a:lnTo>
                    <a:pt x="830" y="1696"/>
                  </a:lnTo>
                  <a:lnTo>
                    <a:pt x="838" y="1696"/>
                  </a:lnTo>
                  <a:lnTo>
                    <a:pt x="838" y="1696"/>
                  </a:lnTo>
                  <a:lnTo>
                    <a:pt x="845" y="1696"/>
                  </a:lnTo>
                  <a:lnTo>
                    <a:pt x="851" y="1699"/>
                  </a:lnTo>
                  <a:lnTo>
                    <a:pt x="858" y="1701"/>
                  </a:lnTo>
                  <a:lnTo>
                    <a:pt x="863" y="1704"/>
                  </a:lnTo>
                  <a:lnTo>
                    <a:pt x="867" y="1708"/>
                  </a:lnTo>
                  <a:lnTo>
                    <a:pt x="871" y="1711"/>
                  </a:lnTo>
                  <a:lnTo>
                    <a:pt x="877" y="1719"/>
                  </a:lnTo>
                  <a:lnTo>
                    <a:pt x="877" y="1807"/>
                  </a:lnTo>
                  <a:lnTo>
                    <a:pt x="877" y="1807"/>
                  </a:lnTo>
                  <a:lnTo>
                    <a:pt x="870" y="1814"/>
                  </a:lnTo>
                  <a:lnTo>
                    <a:pt x="863" y="1821"/>
                  </a:lnTo>
                  <a:lnTo>
                    <a:pt x="858" y="1824"/>
                  </a:lnTo>
                  <a:lnTo>
                    <a:pt x="851" y="1827"/>
                  </a:lnTo>
                  <a:lnTo>
                    <a:pt x="846" y="1828"/>
                  </a:lnTo>
                  <a:lnTo>
                    <a:pt x="838" y="1829"/>
                  </a:lnTo>
                  <a:lnTo>
                    <a:pt x="838" y="1829"/>
                  </a:lnTo>
                  <a:close/>
                  <a:moveTo>
                    <a:pt x="2084" y="1645"/>
                  </a:moveTo>
                  <a:lnTo>
                    <a:pt x="2084" y="1645"/>
                  </a:lnTo>
                  <a:lnTo>
                    <a:pt x="2079" y="1646"/>
                  </a:lnTo>
                  <a:lnTo>
                    <a:pt x="2072" y="1648"/>
                  </a:lnTo>
                  <a:lnTo>
                    <a:pt x="2059" y="1651"/>
                  </a:lnTo>
                  <a:lnTo>
                    <a:pt x="2046" y="1658"/>
                  </a:lnTo>
                  <a:lnTo>
                    <a:pt x="2035" y="1666"/>
                  </a:lnTo>
                  <a:lnTo>
                    <a:pt x="2035" y="1563"/>
                  </a:lnTo>
                  <a:lnTo>
                    <a:pt x="1980" y="1591"/>
                  </a:lnTo>
                  <a:lnTo>
                    <a:pt x="1980" y="1874"/>
                  </a:lnTo>
                  <a:lnTo>
                    <a:pt x="2035" y="1874"/>
                  </a:lnTo>
                  <a:lnTo>
                    <a:pt x="2035" y="1858"/>
                  </a:lnTo>
                  <a:lnTo>
                    <a:pt x="2035" y="1858"/>
                  </a:lnTo>
                  <a:lnTo>
                    <a:pt x="2040" y="1863"/>
                  </a:lnTo>
                  <a:lnTo>
                    <a:pt x="2046" y="1868"/>
                  </a:lnTo>
                  <a:lnTo>
                    <a:pt x="2052" y="1871"/>
                  </a:lnTo>
                  <a:lnTo>
                    <a:pt x="2059" y="1874"/>
                  </a:lnTo>
                  <a:lnTo>
                    <a:pt x="2064" y="1877"/>
                  </a:lnTo>
                  <a:lnTo>
                    <a:pt x="2072" y="1878"/>
                  </a:lnTo>
                  <a:lnTo>
                    <a:pt x="2079" y="1879"/>
                  </a:lnTo>
                  <a:lnTo>
                    <a:pt x="2085" y="1880"/>
                  </a:lnTo>
                  <a:lnTo>
                    <a:pt x="2085" y="1880"/>
                  </a:lnTo>
                  <a:lnTo>
                    <a:pt x="2095" y="1879"/>
                  </a:lnTo>
                  <a:lnTo>
                    <a:pt x="2105" y="1878"/>
                  </a:lnTo>
                  <a:lnTo>
                    <a:pt x="2114" y="1876"/>
                  </a:lnTo>
                  <a:lnTo>
                    <a:pt x="2123" y="1871"/>
                  </a:lnTo>
                  <a:lnTo>
                    <a:pt x="2131" y="1867"/>
                  </a:lnTo>
                  <a:lnTo>
                    <a:pt x="2137" y="1862"/>
                  </a:lnTo>
                  <a:lnTo>
                    <a:pt x="2144" y="1856"/>
                  </a:lnTo>
                  <a:lnTo>
                    <a:pt x="2150" y="1849"/>
                  </a:lnTo>
                  <a:lnTo>
                    <a:pt x="2155" y="1840"/>
                  </a:lnTo>
                  <a:lnTo>
                    <a:pt x="2160" y="1831"/>
                  </a:lnTo>
                  <a:lnTo>
                    <a:pt x="2163" y="1821"/>
                  </a:lnTo>
                  <a:lnTo>
                    <a:pt x="2166" y="1811"/>
                  </a:lnTo>
                  <a:lnTo>
                    <a:pt x="2170" y="1800"/>
                  </a:lnTo>
                  <a:lnTo>
                    <a:pt x="2171" y="1788"/>
                  </a:lnTo>
                  <a:lnTo>
                    <a:pt x="2172" y="1774"/>
                  </a:lnTo>
                  <a:lnTo>
                    <a:pt x="2173" y="1760"/>
                  </a:lnTo>
                  <a:lnTo>
                    <a:pt x="2173" y="1760"/>
                  </a:lnTo>
                  <a:lnTo>
                    <a:pt x="2172" y="1748"/>
                  </a:lnTo>
                  <a:lnTo>
                    <a:pt x="2171" y="1735"/>
                  </a:lnTo>
                  <a:lnTo>
                    <a:pt x="2169" y="1723"/>
                  </a:lnTo>
                  <a:lnTo>
                    <a:pt x="2166" y="1712"/>
                  </a:lnTo>
                  <a:lnTo>
                    <a:pt x="2163" y="1702"/>
                  </a:lnTo>
                  <a:lnTo>
                    <a:pt x="2159" y="1693"/>
                  </a:lnTo>
                  <a:lnTo>
                    <a:pt x="2154" y="1684"/>
                  </a:lnTo>
                  <a:lnTo>
                    <a:pt x="2149" y="1676"/>
                  </a:lnTo>
                  <a:lnTo>
                    <a:pt x="2143" y="1670"/>
                  </a:lnTo>
                  <a:lnTo>
                    <a:pt x="2136" y="1663"/>
                  </a:lnTo>
                  <a:lnTo>
                    <a:pt x="2129" y="1658"/>
                  </a:lnTo>
                  <a:lnTo>
                    <a:pt x="2121" y="1653"/>
                  </a:lnTo>
                  <a:lnTo>
                    <a:pt x="2113" y="1650"/>
                  </a:lnTo>
                  <a:lnTo>
                    <a:pt x="2104" y="1648"/>
                  </a:lnTo>
                  <a:lnTo>
                    <a:pt x="2094" y="1646"/>
                  </a:lnTo>
                  <a:lnTo>
                    <a:pt x="2084" y="1645"/>
                  </a:lnTo>
                  <a:lnTo>
                    <a:pt x="2084" y="1645"/>
                  </a:lnTo>
                  <a:close/>
                  <a:moveTo>
                    <a:pt x="2074" y="1696"/>
                  </a:moveTo>
                  <a:lnTo>
                    <a:pt x="2074" y="1696"/>
                  </a:lnTo>
                  <a:lnTo>
                    <a:pt x="2082" y="1698"/>
                  </a:lnTo>
                  <a:lnTo>
                    <a:pt x="2090" y="1700"/>
                  </a:lnTo>
                  <a:lnTo>
                    <a:pt x="2096" y="1704"/>
                  </a:lnTo>
                  <a:lnTo>
                    <a:pt x="2103" y="1711"/>
                  </a:lnTo>
                  <a:lnTo>
                    <a:pt x="2109" y="1719"/>
                  </a:lnTo>
                  <a:lnTo>
                    <a:pt x="2112" y="1730"/>
                  </a:lnTo>
                  <a:lnTo>
                    <a:pt x="2115" y="1743"/>
                  </a:lnTo>
                  <a:lnTo>
                    <a:pt x="2116" y="1759"/>
                  </a:lnTo>
                  <a:lnTo>
                    <a:pt x="2116" y="1759"/>
                  </a:lnTo>
                  <a:lnTo>
                    <a:pt x="2115" y="1775"/>
                  </a:lnTo>
                  <a:lnTo>
                    <a:pt x="2113" y="1790"/>
                  </a:lnTo>
                  <a:lnTo>
                    <a:pt x="2111" y="1801"/>
                  </a:lnTo>
                  <a:lnTo>
                    <a:pt x="2106" y="1811"/>
                  </a:lnTo>
                  <a:lnTo>
                    <a:pt x="2100" y="1819"/>
                  </a:lnTo>
                  <a:lnTo>
                    <a:pt x="2093" y="1824"/>
                  </a:lnTo>
                  <a:lnTo>
                    <a:pt x="2085" y="1828"/>
                  </a:lnTo>
                  <a:lnTo>
                    <a:pt x="2075" y="1829"/>
                  </a:lnTo>
                  <a:lnTo>
                    <a:pt x="2075" y="1829"/>
                  </a:lnTo>
                  <a:lnTo>
                    <a:pt x="2067" y="1828"/>
                  </a:lnTo>
                  <a:lnTo>
                    <a:pt x="2061" y="1827"/>
                  </a:lnTo>
                  <a:lnTo>
                    <a:pt x="2055" y="1823"/>
                  </a:lnTo>
                  <a:lnTo>
                    <a:pt x="2050" y="1821"/>
                  </a:lnTo>
                  <a:lnTo>
                    <a:pt x="2041" y="1813"/>
                  </a:lnTo>
                  <a:lnTo>
                    <a:pt x="2035" y="1808"/>
                  </a:lnTo>
                  <a:lnTo>
                    <a:pt x="2035" y="1719"/>
                  </a:lnTo>
                  <a:lnTo>
                    <a:pt x="2035" y="1719"/>
                  </a:lnTo>
                  <a:lnTo>
                    <a:pt x="2039" y="1714"/>
                  </a:lnTo>
                  <a:lnTo>
                    <a:pt x="2043" y="1710"/>
                  </a:lnTo>
                  <a:lnTo>
                    <a:pt x="2047" y="1705"/>
                  </a:lnTo>
                  <a:lnTo>
                    <a:pt x="2052" y="1702"/>
                  </a:lnTo>
                  <a:lnTo>
                    <a:pt x="2057" y="1700"/>
                  </a:lnTo>
                  <a:lnTo>
                    <a:pt x="2063" y="1698"/>
                  </a:lnTo>
                  <a:lnTo>
                    <a:pt x="2069" y="1696"/>
                  </a:lnTo>
                  <a:lnTo>
                    <a:pt x="2074" y="1696"/>
                  </a:lnTo>
                  <a:lnTo>
                    <a:pt x="2074" y="1696"/>
                  </a:lnTo>
                  <a:close/>
                  <a:moveTo>
                    <a:pt x="1455" y="1666"/>
                  </a:moveTo>
                  <a:lnTo>
                    <a:pt x="1455" y="1666"/>
                  </a:lnTo>
                  <a:lnTo>
                    <a:pt x="1451" y="1662"/>
                  </a:lnTo>
                  <a:lnTo>
                    <a:pt x="1445" y="1658"/>
                  </a:lnTo>
                  <a:lnTo>
                    <a:pt x="1438" y="1654"/>
                  </a:lnTo>
                  <a:lnTo>
                    <a:pt x="1433" y="1651"/>
                  </a:lnTo>
                  <a:lnTo>
                    <a:pt x="1426" y="1649"/>
                  </a:lnTo>
                  <a:lnTo>
                    <a:pt x="1419" y="1646"/>
                  </a:lnTo>
                  <a:lnTo>
                    <a:pt x="1413" y="1646"/>
                  </a:lnTo>
                  <a:lnTo>
                    <a:pt x="1406" y="1645"/>
                  </a:lnTo>
                  <a:lnTo>
                    <a:pt x="1406" y="1645"/>
                  </a:lnTo>
                  <a:lnTo>
                    <a:pt x="1396" y="1646"/>
                  </a:lnTo>
                  <a:lnTo>
                    <a:pt x="1386" y="1648"/>
                  </a:lnTo>
                  <a:lnTo>
                    <a:pt x="1377" y="1650"/>
                  </a:lnTo>
                  <a:lnTo>
                    <a:pt x="1369" y="1653"/>
                  </a:lnTo>
                  <a:lnTo>
                    <a:pt x="1362" y="1658"/>
                  </a:lnTo>
                  <a:lnTo>
                    <a:pt x="1354" y="1663"/>
                  </a:lnTo>
                  <a:lnTo>
                    <a:pt x="1347" y="1670"/>
                  </a:lnTo>
                  <a:lnTo>
                    <a:pt x="1342" y="1676"/>
                  </a:lnTo>
                  <a:lnTo>
                    <a:pt x="1336" y="1684"/>
                  </a:lnTo>
                  <a:lnTo>
                    <a:pt x="1332" y="1693"/>
                  </a:lnTo>
                  <a:lnTo>
                    <a:pt x="1327" y="1702"/>
                  </a:lnTo>
                  <a:lnTo>
                    <a:pt x="1324" y="1712"/>
                  </a:lnTo>
                  <a:lnTo>
                    <a:pt x="1322" y="1723"/>
                  </a:lnTo>
                  <a:lnTo>
                    <a:pt x="1319" y="1735"/>
                  </a:lnTo>
                  <a:lnTo>
                    <a:pt x="1318" y="1748"/>
                  </a:lnTo>
                  <a:lnTo>
                    <a:pt x="1318" y="1760"/>
                  </a:lnTo>
                  <a:lnTo>
                    <a:pt x="1318" y="1760"/>
                  </a:lnTo>
                  <a:lnTo>
                    <a:pt x="1318" y="1774"/>
                  </a:lnTo>
                  <a:lnTo>
                    <a:pt x="1319" y="1787"/>
                  </a:lnTo>
                  <a:lnTo>
                    <a:pt x="1322" y="1799"/>
                  </a:lnTo>
                  <a:lnTo>
                    <a:pt x="1324" y="1810"/>
                  </a:lnTo>
                  <a:lnTo>
                    <a:pt x="1327" y="1821"/>
                  </a:lnTo>
                  <a:lnTo>
                    <a:pt x="1330" y="1831"/>
                  </a:lnTo>
                  <a:lnTo>
                    <a:pt x="1336" y="1840"/>
                  </a:lnTo>
                  <a:lnTo>
                    <a:pt x="1340" y="1848"/>
                  </a:lnTo>
                  <a:lnTo>
                    <a:pt x="1347" y="1856"/>
                  </a:lnTo>
                  <a:lnTo>
                    <a:pt x="1353" y="1861"/>
                  </a:lnTo>
                  <a:lnTo>
                    <a:pt x="1360" y="1867"/>
                  </a:lnTo>
                  <a:lnTo>
                    <a:pt x="1368" y="1871"/>
                  </a:lnTo>
                  <a:lnTo>
                    <a:pt x="1376" y="1874"/>
                  </a:lnTo>
                  <a:lnTo>
                    <a:pt x="1385" y="1878"/>
                  </a:lnTo>
                  <a:lnTo>
                    <a:pt x="1395" y="1879"/>
                  </a:lnTo>
                  <a:lnTo>
                    <a:pt x="1405" y="1879"/>
                  </a:lnTo>
                  <a:lnTo>
                    <a:pt x="1405" y="1879"/>
                  </a:lnTo>
                  <a:lnTo>
                    <a:pt x="1412" y="1879"/>
                  </a:lnTo>
                  <a:lnTo>
                    <a:pt x="1418" y="1878"/>
                  </a:lnTo>
                  <a:lnTo>
                    <a:pt x="1425" y="1877"/>
                  </a:lnTo>
                  <a:lnTo>
                    <a:pt x="1432" y="1874"/>
                  </a:lnTo>
                  <a:lnTo>
                    <a:pt x="1438" y="1871"/>
                  </a:lnTo>
                  <a:lnTo>
                    <a:pt x="1444" y="1867"/>
                  </a:lnTo>
                  <a:lnTo>
                    <a:pt x="1449" y="1863"/>
                  </a:lnTo>
                  <a:lnTo>
                    <a:pt x="1455" y="1858"/>
                  </a:lnTo>
                  <a:lnTo>
                    <a:pt x="1455" y="1863"/>
                  </a:lnTo>
                  <a:lnTo>
                    <a:pt x="1455" y="1863"/>
                  </a:lnTo>
                  <a:lnTo>
                    <a:pt x="1455" y="1872"/>
                  </a:lnTo>
                  <a:lnTo>
                    <a:pt x="1454" y="1882"/>
                  </a:lnTo>
                  <a:lnTo>
                    <a:pt x="1452" y="1892"/>
                  </a:lnTo>
                  <a:lnTo>
                    <a:pt x="1449" y="1897"/>
                  </a:lnTo>
                  <a:lnTo>
                    <a:pt x="1446" y="1901"/>
                  </a:lnTo>
                  <a:lnTo>
                    <a:pt x="1443" y="1906"/>
                  </a:lnTo>
                  <a:lnTo>
                    <a:pt x="1438" y="1910"/>
                  </a:lnTo>
                  <a:lnTo>
                    <a:pt x="1432" y="1913"/>
                  </a:lnTo>
                  <a:lnTo>
                    <a:pt x="1425" y="1916"/>
                  </a:lnTo>
                  <a:lnTo>
                    <a:pt x="1417" y="1919"/>
                  </a:lnTo>
                  <a:lnTo>
                    <a:pt x="1407" y="1920"/>
                  </a:lnTo>
                  <a:lnTo>
                    <a:pt x="1396" y="1922"/>
                  </a:lnTo>
                  <a:lnTo>
                    <a:pt x="1384" y="1922"/>
                  </a:lnTo>
                  <a:lnTo>
                    <a:pt x="1382" y="1922"/>
                  </a:lnTo>
                  <a:lnTo>
                    <a:pt x="1401" y="1966"/>
                  </a:lnTo>
                  <a:lnTo>
                    <a:pt x="1402" y="1966"/>
                  </a:lnTo>
                  <a:lnTo>
                    <a:pt x="1402" y="1966"/>
                  </a:lnTo>
                  <a:lnTo>
                    <a:pt x="1415" y="1966"/>
                  </a:lnTo>
                  <a:lnTo>
                    <a:pt x="1427" y="1963"/>
                  </a:lnTo>
                  <a:lnTo>
                    <a:pt x="1439" y="1961"/>
                  </a:lnTo>
                  <a:lnTo>
                    <a:pt x="1449" y="1958"/>
                  </a:lnTo>
                  <a:lnTo>
                    <a:pt x="1459" y="1954"/>
                  </a:lnTo>
                  <a:lnTo>
                    <a:pt x="1468" y="1950"/>
                  </a:lnTo>
                  <a:lnTo>
                    <a:pt x="1476" y="1943"/>
                  </a:lnTo>
                  <a:lnTo>
                    <a:pt x="1484" y="1938"/>
                  </a:lnTo>
                  <a:lnTo>
                    <a:pt x="1491" y="1930"/>
                  </a:lnTo>
                  <a:lnTo>
                    <a:pt x="1495" y="1921"/>
                  </a:lnTo>
                  <a:lnTo>
                    <a:pt x="1501" y="1912"/>
                  </a:lnTo>
                  <a:lnTo>
                    <a:pt x="1504" y="1902"/>
                  </a:lnTo>
                  <a:lnTo>
                    <a:pt x="1507" y="1891"/>
                  </a:lnTo>
                  <a:lnTo>
                    <a:pt x="1509" y="1880"/>
                  </a:lnTo>
                  <a:lnTo>
                    <a:pt x="1511" y="1868"/>
                  </a:lnTo>
                  <a:lnTo>
                    <a:pt x="1511" y="1853"/>
                  </a:lnTo>
                  <a:lnTo>
                    <a:pt x="1511" y="1651"/>
                  </a:lnTo>
                  <a:lnTo>
                    <a:pt x="1455" y="1651"/>
                  </a:lnTo>
                  <a:lnTo>
                    <a:pt x="1455" y="1666"/>
                  </a:lnTo>
                  <a:close/>
                  <a:moveTo>
                    <a:pt x="1455" y="1719"/>
                  </a:moveTo>
                  <a:lnTo>
                    <a:pt x="1455" y="1807"/>
                  </a:lnTo>
                  <a:lnTo>
                    <a:pt x="1455" y="1807"/>
                  </a:lnTo>
                  <a:lnTo>
                    <a:pt x="1448" y="1814"/>
                  </a:lnTo>
                  <a:lnTo>
                    <a:pt x="1439" y="1822"/>
                  </a:lnTo>
                  <a:lnTo>
                    <a:pt x="1435" y="1824"/>
                  </a:lnTo>
                  <a:lnTo>
                    <a:pt x="1429" y="1827"/>
                  </a:lnTo>
                  <a:lnTo>
                    <a:pt x="1423" y="1828"/>
                  </a:lnTo>
                  <a:lnTo>
                    <a:pt x="1416" y="1829"/>
                  </a:lnTo>
                  <a:lnTo>
                    <a:pt x="1416" y="1829"/>
                  </a:lnTo>
                  <a:lnTo>
                    <a:pt x="1408" y="1828"/>
                  </a:lnTo>
                  <a:lnTo>
                    <a:pt x="1402" y="1825"/>
                  </a:lnTo>
                  <a:lnTo>
                    <a:pt x="1394" y="1821"/>
                  </a:lnTo>
                  <a:lnTo>
                    <a:pt x="1388" y="1815"/>
                  </a:lnTo>
                  <a:lnTo>
                    <a:pt x="1383" y="1807"/>
                  </a:lnTo>
                  <a:lnTo>
                    <a:pt x="1378" y="1794"/>
                  </a:lnTo>
                  <a:lnTo>
                    <a:pt x="1375" y="1779"/>
                  </a:lnTo>
                  <a:lnTo>
                    <a:pt x="1374" y="1759"/>
                  </a:lnTo>
                  <a:lnTo>
                    <a:pt x="1374" y="1759"/>
                  </a:lnTo>
                  <a:lnTo>
                    <a:pt x="1375" y="1741"/>
                  </a:lnTo>
                  <a:lnTo>
                    <a:pt x="1378" y="1728"/>
                  </a:lnTo>
                  <a:lnTo>
                    <a:pt x="1383" y="1717"/>
                  </a:lnTo>
                  <a:lnTo>
                    <a:pt x="1388" y="1709"/>
                  </a:lnTo>
                  <a:lnTo>
                    <a:pt x="1394" y="1702"/>
                  </a:lnTo>
                  <a:lnTo>
                    <a:pt x="1402" y="1699"/>
                  </a:lnTo>
                  <a:lnTo>
                    <a:pt x="1408" y="1696"/>
                  </a:lnTo>
                  <a:lnTo>
                    <a:pt x="1416" y="1696"/>
                  </a:lnTo>
                  <a:lnTo>
                    <a:pt x="1416" y="1696"/>
                  </a:lnTo>
                  <a:lnTo>
                    <a:pt x="1423" y="1696"/>
                  </a:lnTo>
                  <a:lnTo>
                    <a:pt x="1429" y="1699"/>
                  </a:lnTo>
                  <a:lnTo>
                    <a:pt x="1436" y="1701"/>
                  </a:lnTo>
                  <a:lnTo>
                    <a:pt x="1441" y="1703"/>
                  </a:lnTo>
                  <a:lnTo>
                    <a:pt x="1445" y="1708"/>
                  </a:lnTo>
                  <a:lnTo>
                    <a:pt x="1449" y="1711"/>
                  </a:lnTo>
                  <a:lnTo>
                    <a:pt x="1455" y="1719"/>
                  </a:lnTo>
                  <a:lnTo>
                    <a:pt x="1455" y="1719"/>
                  </a:lnTo>
                  <a:close/>
                  <a:moveTo>
                    <a:pt x="1683" y="1705"/>
                  </a:moveTo>
                  <a:lnTo>
                    <a:pt x="1683" y="1705"/>
                  </a:lnTo>
                  <a:lnTo>
                    <a:pt x="1696" y="1699"/>
                  </a:lnTo>
                  <a:lnTo>
                    <a:pt x="1709" y="1694"/>
                  </a:lnTo>
                  <a:lnTo>
                    <a:pt x="1724" y="1691"/>
                  </a:lnTo>
                  <a:lnTo>
                    <a:pt x="1740" y="1690"/>
                  </a:lnTo>
                  <a:lnTo>
                    <a:pt x="1740" y="1690"/>
                  </a:lnTo>
                  <a:lnTo>
                    <a:pt x="1750" y="1691"/>
                  </a:lnTo>
                  <a:lnTo>
                    <a:pt x="1757" y="1692"/>
                  </a:lnTo>
                  <a:lnTo>
                    <a:pt x="1764" y="1694"/>
                  </a:lnTo>
                  <a:lnTo>
                    <a:pt x="1770" y="1699"/>
                  </a:lnTo>
                  <a:lnTo>
                    <a:pt x="1774" y="1703"/>
                  </a:lnTo>
                  <a:lnTo>
                    <a:pt x="1777" y="1709"/>
                  </a:lnTo>
                  <a:lnTo>
                    <a:pt x="1780" y="1714"/>
                  </a:lnTo>
                  <a:lnTo>
                    <a:pt x="1780" y="1722"/>
                  </a:lnTo>
                  <a:lnTo>
                    <a:pt x="1780" y="1738"/>
                  </a:lnTo>
                  <a:lnTo>
                    <a:pt x="1780" y="1738"/>
                  </a:lnTo>
                  <a:lnTo>
                    <a:pt x="1770" y="1733"/>
                  </a:lnTo>
                  <a:lnTo>
                    <a:pt x="1757" y="1730"/>
                  </a:lnTo>
                  <a:lnTo>
                    <a:pt x="1745" y="1728"/>
                  </a:lnTo>
                  <a:lnTo>
                    <a:pt x="1732" y="1727"/>
                  </a:lnTo>
                  <a:lnTo>
                    <a:pt x="1732" y="1727"/>
                  </a:lnTo>
                  <a:lnTo>
                    <a:pt x="1716" y="1728"/>
                  </a:lnTo>
                  <a:lnTo>
                    <a:pt x="1701" y="1731"/>
                  </a:lnTo>
                  <a:lnTo>
                    <a:pt x="1686" y="1735"/>
                  </a:lnTo>
                  <a:lnTo>
                    <a:pt x="1678" y="1739"/>
                  </a:lnTo>
                  <a:lnTo>
                    <a:pt x="1672" y="1743"/>
                  </a:lnTo>
                  <a:lnTo>
                    <a:pt x="1666" y="1748"/>
                  </a:lnTo>
                  <a:lnTo>
                    <a:pt x="1661" y="1753"/>
                  </a:lnTo>
                  <a:lnTo>
                    <a:pt x="1655" y="1759"/>
                  </a:lnTo>
                  <a:lnTo>
                    <a:pt x="1651" y="1765"/>
                  </a:lnTo>
                  <a:lnTo>
                    <a:pt x="1647" y="1773"/>
                  </a:lnTo>
                  <a:lnTo>
                    <a:pt x="1645" y="1782"/>
                  </a:lnTo>
                  <a:lnTo>
                    <a:pt x="1644" y="1791"/>
                  </a:lnTo>
                  <a:lnTo>
                    <a:pt x="1643" y="1800"/>
                  </a:lnTo>
                  <a:lnTo>
                    <a:pt x="1643" y="1800"/>
                  </a:lnTo>
                  <a:lnTo>
                    <a:pt x="1644" y="1811"/>
                  </a:lnTo>
                  <a:lnTo>
                    <a:pt x="1645" y="1821"/>
                  </a:lnTo>
                  <a:lnTo>
                    <a:pt x="1647" y="1829"/>
                  </a:lnTo>
                  <a:lnTo>
                    <a:pt x="1651" y="1838"/>
                  </a:lnTo>
                  <a:lnTo>
                    <a:pt x="1654" y="1844"/>
                  </a:lnTo>
                  <a:lnTo>
                    <a:pt x="1659" y="1851"/>
                  </a:lnTo>
                  <a:lnTo>
                    <a:pt x="1664" y="1857"/>
                  </a:lnTo>
                  <a:lnTo>
                    <a:pt x="1671" y="1862"/>
                  </a:lnTo>
                  <a:lnTo>
                    <a:pt x="1676" y="1867"/>
                  </a:lnTo>
                  <a:lnTo>
                    <a:pt x="1683" y="1870"/>
                  </a:lnTo>
                  <a:lnTo>
                    <a:pt x="1697" y="1876"/>
                  </a:lnTo>
                  <a:lnTo>
                    <a:pt x="1712" y="1879"/>
                  </a:lnTo>
                  <a:lnTo>
                    <a:pt x="1726" y="1880"/>
                  </a:lnTo>
                  <a:lnTo>
                    <a:pt x="1726" y="1880"/>
                  </a:lnTo>
                  <a:lnTo>
                    <a:pt x="1738" y="1878"/>
                  </a:lnTo>
                  <a:lnTo>
                    <a:pt x="1746" y="1877"/>
                  </a:lnTo>
                  <a:lnTo>
                    <a:pt x="1753" y="1874"/>
                  </a:lnTo>
                  <a:lnTo>
                    <a:pt x="1761" y="1871"/>
                  </a:lnTo>
                  <a:lnTo>
                    <a:pt x="1767" y="1867"/>
                  </a:lnTo>
                  <a:lnTo>
                    <a:pt x="1774" y="1862"/>
                  </a:lnTo>
                  <a:lnTo>
                    <a:pt x="1780" y="1857"/>
                  </a:lnTo>
                  <a:lnTo>
                    <a:pt x="1780" y="1874"/>
                  </a:lnTo>
                  <a:lnTo>
                    <a:pt x="1835" y="1874"/>
                  </a:lnTo>
                  <a:lnTo>
                    <a:pt x="1835" y="1723"/>
                  </a:lnTo>
                  <a:lnTo>
                    <a:pt x="1835" y="1723"/>
                  </a:lnTo>
                  <a:lnTo>
                    <a:pt x="1835" y="1714"/>
                  </a:lnTo>
                  <a:lnTo>
                    <a:pt x="1834" y="1707"/>
                  </a:lnTo>
                  <a:lnTo>
                    <a:pt x="1832" y="1699"/>
                  </a:lnTo>
                  <a:lnTo>
                    <a:pt x="1830" y="1691"/>
                  </a:lnTo>
                  <a:lnTo>
                    <a:pt x="1825" y="1684"/>
                  </a:lnTo>
                  <a:lnTo>
                    <a:pt x="1822" y="1678"/>
                  </a:lnTo>
                  <a:lnTo>
                    <a:pt x="1816" y="1672"/>
                  </a:lnTo>
                  <a:lnTo>
                    <a:pt x="1811" y="1666"/>
                  </a:lnTo>
                  <a:lnTo>
                    <a:pt x="1805" y="1662"/>
                  </a:lnTo>
                  <a:lnTo>
                    <a:pt x="1798" y="1658"/>
                  </a:lnTo>
                  <a:lnTo>
                    <a:pt x="1791" y="1654"/>
                  </a:lnTo>
                  <a:lnTo>
                    <a:pt x="1783" y="1651"/>
                  </a:lnTo>
                  <a:lnTo>
                    <a:pt x="1774" y="1649"/>
                  </a:lnTo>
                  <a:lnTo>
                    <a:pt x="1765" y="1648"/>
                  </a:lnTo>
                  <a:lnTo>
                    <a:pt x="1755" y="1646"/>
                  </a:lnTo>
                  <a:lnTo>
                    <a:pt x="1745" y="1645"/>
                  </a:lnTo>
                  <a:lnTo>
                    <a:pt x="1745" y="1645"/>
                  </a:lnTo>
                  <a:lnTo>
                    <a:pt x="1733" y="1646"/>
                  </a:lnTo>
                  <a:lnTo>
                    <a:pt x="1723" y="1646"/>
                  </a:lnTo>
                  <a:lnTo>
                    <a:pt x="1712" y="1649"/>
                  </a:lnTo>
                  <a:lnTo>
                    <a:pt x="1701" y="1651"/>
                  </a:lnTo>
                  <a:lnTo>
                    <a:pt x="1691" y="1654"/>
                  </a:lnTo>
                  <a:lnTo>
                    <a:pt x="1681" y="1658"/>
                  </a:lnTo>
                  <a:lnTo>
                    <a:pt x="1671" y="1662"/>
                  </a:lnTo>
                  <a:lnTo>
                    <a:pt x="1661" y="1668"/>
                  </a:lnTo>
                  <a:lnTo>
                    <a:pt x="1683" y="1705"/>
                  </a:lnTo>
                  <a:close/>
                  <a:moveTo>
                    <a:pt x="1698" y="1800"/>
                  </a:moveTo>
                  <a:lnTo>
                    <a:pt x="1698" y="1800"/>
                  </a:lnTo>
                  <a:lnTo>
                    <a:pt x="1698" y="1793"/>
                  </a:lnTo>
                  <a:lnTo>
                    <a:pt x="1701" y="1787"/>
                  </a:lnTo>
                  <a:lnTo>
                    <a:pt x="1704" y="1781"/>
                  </a:lnTo>
                  <a:lnTo>
                    <a:pt x="1708" y="1777"/>
                  </a:lnTo>
                  <a:lnTo>
                    <a:pt x="1714" y="1773"/>
                  </a:lnTo>
                  <a:lnTo>
                    <a:pt x="1721" y="1771"/>
                  </a:lnTo>
                  <a:lnTo>
                    <a:pt x="1728" y="1769"/>
                  </a:lnTo>
                  <a:lnTo>
                    <a:pt x="1736" y="1769"/>
                  </a:lnTo>
                  <a:lnTo>
                    <a:pt x="1736" y="1769"/>
                  </a:lnTo>
                  <a:lnTo>
                    <a:pt x="1748" y="1769"/>
                  </a:lnTo>
                  <a:lnTo>
                    <a:pt x="1760" y="1771"/>
                  </a:lnTo>
                  <a:lnTo>
                    <a:pt x="1770" y="1774"/>
                  </a:lnTo>
                  <a:lnTo>
                    <a:pt x="1780" y="1780"/>
                  </a:lnTo>
                  <a:lnTo>
                    <a:pt x="1780" y="1810"/>
                  </a:lnTo>
                  <a:lnTo>
                    <a:pt x="1780" y="1810"/>
                  </a:lnTo>
                  <a:lnTo>
                    <a:pt x="1777" y="1814"/>
                  </a:lnTo>
                  <a:lnTo>
                    <a:pt x="1773" y="1819"/>
                  </a:lnTo>
                  <a:lnTo>
                    <a:pt x="1768" y="1823"/>
                  </a:lnTo>
                  <a:lnTo>
                    <a:pt x="1763" y="1827"/>
                  </a:lnTo>
                  <a:lnTo>
                    <a:pt x="1757" y="1830"/>
                  </a:lnTo>
                  <a:lnTo>
                    <a:pt x="1751" y="1832"/>
                  </a:lnTo>
                  <a:lnTo>
                    <a:pt x="1744" y="1833"/>
                  </a:lnTo>
                  <a:lnTo>
                    <a:pt x="1736" y="1834"/>
                  </a:lnTo>
                  <a:lnTo>
                    <a:pt x="1736" y="1834"/>
                  </a:lnTo>
                  <a:lnTo>
                    <a:pt x="1728" y="1833"/>
                  </a:lnTo>
                  <a:lnTo>
                    <a:pt x="1721" y="1831"/>
                  </a:lnTo>
                  <a:lnTo>
                    <a:pt x="1714" y="1829"/>
                  </a:lnTo>
                  <a:lnTo>
                    <a:pt x="1708" y="1824"/>
                  </a:lnTo>
                  <a:lnTo>
                    <a:pt x="1704" y="1820"/>
                  </a:lnTo>
                  <a:lnTo>
                    <a:pt x="1701" y="1814"/>
                  </a:lnTo>
                  <a:lnTo>
                    <a:pt x="1699" y="1808"/>
                  </a:lnTo>
                  <a:lnTo>
                    <a:pt x="1698" y="1800"/>
                  </a:lnTo>
                  <a:lnTo>
                    <a:pt x="1698" y="1800"/>
                  </a:lnTo>
                  <a:close/>
                  <a:moveTo>
                    <a:pt x="2350" y="1810"/>
                  </a:moveTo>
                  <a:lnTo>
                    <a:pt x="2350" y="1810"/>
                  </a:lnTo>
                  <a:lnTo>
                    <a:pt x="2342" y="1817"/>
                  </a:lnTo>
                  <a:lnTo>
                    <a:pt x="2332" y="1822"/>
                  </a:lnTo>
                  <a:lnTo>
                    <a:pt x="2326" y="1824"/>
                  </a:lnTo>
                  <a:lnTo>
                    <a:pt x="2320" y="1827"/>
                  </a:lnTo>
                  <a:lnTo>
                    <a:pt x="2313" y="1828"/>
                  </a:lnTo>
                  <a:lnTo>
                    <a:pt x="2306" y="1829"/>
                  </a:lnTo>
                  <a:lnTo>
                    <a:pt x="2306" y="1829"/>
                  </a:lnTo>
                  <a:lnTo>
                    <a:pt x="2301" y="1828"/>
                  </a:lnTo>
                  <a:lnTo>
                    <a:pt x="2294" y="1828"/>
                  </a:lnTo>
                  <a:lnTo>
                    <a:pt x="2286" y="1825"/>
                  </a:lnTo>
                  <a:lnTo>
                    <a:pt x="2277" y="1821"/>
                  </a:lnTo>
                  <a:lnTo>
                    <a:pt x="2270" y="1815"/>
                  </a:lnTo>
                  <a:lnTo>
                    <a:pt x="2266" y="1811"/>
                  </a:lnTo>
                  <a:lnTo>
                    <a:pt x="2263" y="1807"/>
                  </a:lnTo>
                  <a:lnTo>
                    <a:pt x="2261" y="1801"/>
                  </a:lnTo>
                  <a:lnTo>
                    <a:pt x="2259" y="1794"/>
                  </a:lnTo>
                  <a:lnTo>
                    <a:pt x="2257" y="1788"/>
                  </a:lnTo>
                  <a:lnTo>
                    <a:pt x="2256" y="1780"/>
                  </a:lnTo>
                  <a:lnTo>
                    <a:pt x="2393" y="1780"/>
                  </a:lnTo>
                  <a:lnTo>
                    <a:pt x="2393" y="1780"/>
                  </a:lnTo>
                  <a:lnTo>
                    <a:pt x="2394" y="1763"/>
                  </a:lnTo>
                  <a:lnTo>
                    <a:pt x="2394" y="1763"/>
                  </a:lnTo>
                  <a:lnTo>
                    <a:pt x="2394" y="1750"/>
                  </a:lnTo>
                  <a:lnTo>
                    <a:pt x="2392" y="1738"/>
                  </a:lnTo>
                  <a:lnTo>
                    <a:pt x="2391" y="1725"/>
                  </a:lnTo>
                  <a:lnTo>
                    <a:pt x="2388" y="1714"/>
                  </a:lnTo>
                  <a:lnTo>
                    <a:pt x="2384" y="1704"/>
                  </a:lnTo>
                  <a:lnTo>
                    <a:pt x="2380" y="1694"/>
                  </a:lnTo>
                  <a:lnTo>
                    <a:pt x="2374" y="1685"/>
                  </a:lnTo>
                  <a:lnTo>
                    <a:pt x="2369" y="1678"/>
                  </a:lnTo>
                  <a:lnTo>
                    <a:pt x="2362" y="1670"/>
                  </a:lnTo>
                  <a:lnTo>
                    <a:pt x="2355" y="1664"/>
                  </a:lnTo>
                  <a:lnTo>
                    <a:pt x="2348" y="1659"/>
                  </a:lnTo>
                  <a:lnTo>
                    <a:pt x="2339" y="1654"/>
                  </a:lnTo>
                  <a:lnTo>
                    <a:pt x="2330" y="1651"/>
                  </a:lnTo>
                  <a:lnTo>
                    <a:pt x="2321" y="1648"/>
                  </a:lnTo>
                  <a:lnTo>
                    <a:pt x="2311" y="1646"/>
                  </a:lnTo>
                  <a:lnTo>
                    <a:pt x="2300" y="1645"/>
                  </a:lnTo>
                  <a:lnTo>
                    <a:pt x="2300" y="1645"/>
                  </a:lnTo>
                  <a:lnTo>
                    <a:pt x="2290" y="1646"/>
                  </a:lnTo>
                  <a:lnTo>
                    <a:pt x="2280" y="1648"/>
                  </a:lnTo>
                  <a:lnTo>
                    <a:pt x="2270" y="1651"/>
                  </a:lnTo>
                  <a:lnTo>
                    <a:pt x="2260" y="1654"/>
                  </a:lnTo>
                  <a:lnTo>
                    <a:pt x="2251" y="1659"/>
                  </a:lnTo>
                  <a:lnTo>
                    <a:pt x="2243" y="1665"/>
                  </a:lnTo>
                  <a:lnTo>
                    <a:pt x="2235" y="1671"/>
                  </a:lnTo>
                  <a:lnTo>
                    <a:pt x="2229" y="1679"/>
                  </a:lnTo>
                  <a:lnTo>
                    <a:pt x="2222" y="1686"/>
                  </a:lnTo>
                  <a:lnTo>
                    <a:pt x="2216" y="1695"/>
                  </a:lnTo>
                  <a:lnTo>
                    <a:pt x="2212" y="1705"/>
                  </a:lnTo>
                  <a:lnTo>
                    <a:pt x="2207" y="1715"/>
                  </a:lnTo>
                  <a:lnTo>
                    <a:pt x="2204" y="1727"/>
                  </a:lnTo>
                  <a:lnTo>
                    <a:pt x="2202" y="1739"/>
                  </a:lnTo>
                  <a:lnTo>
                    <a:pt x="2201" y="1750"/>
                  </a:lnTo>
                  <a:lnTo>
                    <a:pt x="2200" y="1763"/>
                  </a:lnTo>
                  <a:lnTo>
                    <a:pt x="2200" y="1763"/>
                  </a:lnTo>
                  <a:lnTo>
                    <a:pt x="2201" y="1775"/>
                  </a:lnTo>
                  <a:lnTo>
                    <a:pt x="2202" y="1788"/>
                  </a:lnTo>
                  <a:lnTo>
                    <a:pt x="2204" y="1800"/>
                  </a:lnTo>
                  <a:lnTo>
                    <a:pt x="2207" y="1811"/>
                  </a:lnTo>
                  <a:lnTo>
                    <a:pt x="2212" y="1821"/>
                  </a:lnTo>
                  <a:lnTo>
                    <a:pt x="2216" y="1831"/>
                  </a:lnTo>
                  <a:lnTo>
                    <a:pt x="2222" y="1840"/>
                  </a:lnTo>
                  <a:lnTo>
                    <a:pt x="2229" y="1848"/>
                  </a:lnTo>
                  <a:lnTo>
                    <a:pt x="2236" y="1854"/>
                  </a:lnTo>
                  <a:lnTo>
                    <a:pt x="2244" y="1861"/>
                  </a:lnTo>
                  <a:lnTo>
                    <a:pt x="2253" y="1867"/>
                  </a:lnTo>
                  <a:lnTo>
                    <a:pt x="2262" y="1871"/>
                  </a:lnTo>
                  <a:lnTo>
                    <a:pt x="2272" y="1874"/>
                  </a:lnTo>
                  <a:lnTo>
                    <a:pt x="2283" y="1878"/>
                  </a:lnTo>
                  <a:lnTo>
                    <a:pt x="2294" y="1879"/>
                  </a:lnTo>
                  <a:lnTo>
                    <a:pt x="2306" y="1880"/>
                  </a:lnTo>
                  <a:lnTo>
                    <a:pt x="2306" y="1880"/>
                  </a:lnTo>
                  <a:lnTo>
                    <a:pt x="2317" y="1879"/>
                  </a:lnTo>
                  <a:lnTo>
                    <a:pt x="2327" y="1878"/>
                  </a:lnTo>
                  <a:lnTo>
                    <a:pt x="2339" y="1874"/>
                  </a:lnTo>
                  <a:lnTo>
                    <a:pt x="2349" y="1871"/>
                  </a:lnTo>
                  <a:lnTo>
                    <a:pt x="2359" y="1866"/>
                  </a:lnTo>
                  <a:lnTo>
                    <a:pt x="2368" y="1860"/>
                  </a:lnTo>
                  <a:lnTo>
                    <a:pt x="2376" y="1852"/>
                  </a:lnTo>
                  <a:lnTo>
                    <a:pt x="2385" y="1844"/>
                  </a:lnTo>
                  <a:lnTo>
                    <a:pt x="2350" y="1810"/>
                  </a:lnTo>
                  <a:close/>
                  <a:moveTo>
                    <a:pt x="2257" y="1739"/>
                  </a:moveTo>
                  <a:lnTo>
                    <a:pt x="2257" y="1739"/>
                  </a:lnTo>
                  <a:lnTo>
                    <a:pt x="2259" y="1729"/>
                  </a:lnTo>
                  <a:lnTo>
                    <a:pt x="2261" y="1720"/>
                  </a:lnTo>
                  <a:lnTo>
                    <a:pt x="2264" y="1712"/>
                  </a:lnTo>
                  <a:lnTo>
                    <a:pt x="2270" y="1705"/>
                  </a:lnTo>
                  <a:lnTo>
                    <a:pt x="2275" y="1700"/>
                  </a:lnTo>
                  <a:lnTo>
                    <a:pt x="2282" y="1696"/>
                  </a:lnTo>
                  <a:lnTo>
                    <a:pt x="2290" y="1693"/>
                  </a:lnTo>
                  <a:lnTo>
                    <a:pt x="2299" y="1693"/>
                  </a:lnTo>
                  <a:lnTo>
                    <a:pt x="2299" y="1693"/>
                  </a:lnTo>
                  <a:lnTo>
                    <a:pt x="2309" y="1694"/>
                  </a:lnTo>
                  <a:lnTo>
                    <a:pt x="2317" y="1696"/>
                  </a:lnTo>
                  <a:lnTo>
                    <a:pt x="2324" y="1701"/>
                  </a:lnTo>
                  <a:lnTo>
                    <a:pt x="2330" y="1708"/>
                  </a:lnTo>
                  <a:lnTo>
                    <a:pt x="2334" y="1714"/>
                  </a:lnTo>
                  <a:lnTo>
                    <a:pt x="2338" y="1722"/>
                  </a:lnTo>
                  <a:lnTo>
                    <a:pt x="2340" y="1731"/>
                  </a:lnTo>
                  <a:lnTo>
                    <a:pt x="2341" y="1739"/>
                  </a:lnTo>
                  <a:lnTo>
                    <a:pt x="2257" y="1739"/>
                  </a:lnTo>
                  <a:close/>
                  <a:moveTo>
                    <a:pt x="2884" y="1810"/>
                  </a:moveTo>
                  <a:lnTo>
                    <a:pt x="2884" y="1810"/>
                  </a:lnTo>
                  <a:lnTo>
                    <a:pt x="2875" y="1817"/>
                  </a:lnTo>
                  <a:lnTo>
                    <a:pt x="2867" y="1822"/>
                  </a:lnTo>
                  <a:lnTo>
                    <a:pt x="2860" y="1824"/>
                  </a:lnTo>
                  <a:lnTo>
                    <a:pt x="2854" y="1827"/>
                  </a:lnTo>
                  <a:lnTo>
                    <a:pt x="2848" y="1828"/>
                  </a:lnTo>
                  <a:lnTo>
                    <a:pt x="2840" y="1829"/>
                  </a:lnTo>
                  <a:lnTo>
                    <a:pt x="2840" y="1829"/>
                  </a:lnTo>
                  <a:lnTo>
                    <a:pt x="2834" y="1828"/>
                  </a:lnTo>
                  <a:lnTo>
                    <a:pt x="2828" y="1828"/>
                  </a:lnTo>
                  <a:lnTo>
                    <a:pt x="2820" y="1825"/>
                  </a:lnTo>
                  <a:lnTo>
                    <a:pt x="2812" y="1821"/>
                  </a:lnTo>
                  <a:lnTo>
                    <a:pt x="2804" y="1815"/>
                  </a:lnTo>
                  <a:lnTo>
                    <a:pt x="2801" y="1811"/>
                  </a:lnTo>
                  <a:lnTo>
                    <a:pt x="2798" y="1807"/>
                  </a:lnTo>
                  <a:lnTo>
                    <a:pt x="2795" y="1801"/>
                  </a:lnTo>
                  <a:lnTo>
                    <a:pt x="2793" y="1794"/>
                  </a:lnTo>
                  <a:lnTo>
                    <a:pt x="2791" y="1788"/>
                  </a:lnTo>
                  <a:lnTo>
                    <a:pt x="2790" y="1780"/>
                  </a:lnTo>
                  <a:lnTo>
                    <a:pt x="2928" y="1780"/>
                  </a:lnTo>
                  <a:lnTo>
                    <a:pt x="2928" y="1780"/>
                  </a:lnTo>
                  <a:lnTo>
                    <a:pt x="2929" y="1763"/>
                  </a:lnTo>
                  <a:lnTo>
                    <a:pt x="2929" y="1763"/>
                  </a:lnTo>
                  <a:lnTo>
                    <a:pt x="2928" y="1750"/>
                  </a:lnTo>
                  <a:lnTo>
                    <a:pt x="2927" y="1738"/>
                  </a:lnTo>
                  <a:lnTo>
                    <a:pt x="2924" y="1725"/>
                  </a:lnTo>
                  <a:lnTo>
                    <a:pt x="2922" y="1714"/>
                  </a:lnTo>
                  <a:lnTo>
                    <a:pt x="2918" y="1704"/>
                  </a:lnTo>
                  <a:lnTo>
                    <a:pt x="2913" y="1694"/>
                  </a:lnTo>
                  <a:lnTo>
                    <a:pt x="2909" y="1685"/>
                  </a:lnTo>
                  <a:lnTo>
                    <a:pt x="2903" y="1678"/>
                  </a:lnTo>
                  <a:lnTo>
                    <a:pt x="2897" y="1670"/>
                  </a:lnTo>
                  <a:lnTo>
                    <a:pt x="2889" y="1664"/>
                  </a:lnTo>
                  <a:lnTo>
                    <a:pt x="2881" y="1659"/>
                  </a:lnTo>
                  <a:lnTo>
                    <a:pt x="2873" y="1654"/>
                  </a:lnTo>
                  <a:lnTo>
                    <a:pt x="2864" y="1651"/>
                  </a:lnTo>
                  <a:lnTo>
                    <a:pt x="2854" y="1648"/>
                  </a:lnTo>
                  <a:lnTo>
                    <a:pt x="2844" y="1646"/>
                  </a:lnTo>
                  <a:lnTo>
                    <a:pt x="2834" y="1645"/>
                  </a:lnTo>
                  <a:lnTo>
                    <a:pt x="2834" y="1645"/>
                  </a:lnTo>
                  <a:lnTo>
                    <a:pt x="2823" y="1646"/>
                  </a:lnTo>
                  <a:lnTo>
                    <a:pt x="2813" y="1648"/>
                  </a:lnTo>
                  <a:lnTo>
                    <a:pt x="2803" y="1651"/>
                  </a:lnTo>
                  <a:lnTo>
                    <a:pt x="2794" y="1654"/>
                  </a:lnTo>
                  <a:lnTo>
                    <a:pt x="2785" y="1659"/>
                  </a:lnTo>
                  <a:lnTo>
                    <a:pt x="2777" y="1665"/>
                  </a:lnTo>
                  <a:lnTo>
                    <a:pt x="2770" y="1671"/>
                  </a:lnTo>
                  <a:lnTo>
                    <a:pt x="2762" y="1679"/>
                  </a:lnTo>
                  <a:lnTo>
                    <a:pt x="2755" y="1686"/>
                  </a:lnTo>
                  <a:lnTo>
                    <a:pt x="2750" y="1695"/>
                  </a:lnTo>
                  <a:lnTo>
                    <a:pt x="2745" y="1705"/>
                  </a:lnTo>
                  <a:lnTo>
                    <a:pt x="2741" y="1715"/>
                  </a:lnTo>
                  <a:lnTo>
                    <a:pt x="2739" y="1727"/>
                  </a:lnTo>
                  <a:lnTo>
                    <a:pt x="2735" y="1739"/>
                  </a:lnTo>
                  <a:lnTo>
                    <a:pt x="2734" y="1750"/>
                  </a:lnTo>
                  <a:lnTo>
                    <a:pt x="2734" y="1763"/>
                  </a:lnTo>
                  <a:lnTo>
                    <a:pt x="2734" y="1763"/>
                  </a:lnTo>
                  <a:lnTo>
                    <a:pt x="2734" y="1775"/>
                  </a:lnTo>
                  <a:lnTo>
                    <a:pt x="2735" y="1788"/>
                  </a:lnTo>
                  <a:lnTo>
                    <a:pt x="2738" y="1800"/>
                  </a:lnTo>
                  <a:lnTo>
                    <a:pt x="2741" y="1811"/>
                  </a:lnTo>
                  <a:lnTo>
                    <a:pt x="2745" y="1821"/>
                  </a:lnTo>
                  <a:lnTo>
                    <a:pt x="2751" y="1831"/>
                  </a:lnTo>
                  <a:lnTo>
                    <a:pt x="2757" y="1840"/>
                  </a:lnTo>
                  <a:lnTo>
                    <a:pt x="2763" y="1848"/>
                  </a:lnTo>
                  <a:lnTo>
                    <a:pt x="2770" y="1854"/>
                  </a:lnTo>
                  <a:lnTo>
                    <a:pt x="2778" y="1861"/>
                  </a:lnTo>
                  <a:lnTo>
                    <a:pt x="2787" y="1867"/>
                  </a:lnTo>
                  <a:lnTo>
                    <a:pt x="2797" y="1871"/>
                  </a:lnTo>
                  <a:lnTo>
                    <a:pt x="2807" y="1874"/>
                  </a:lnTo>
                  <a:lnTo>
                    <a:pt x="2817" y="1878"/>
                  </a:lnTo>
                  <a:lnTo>
                    <a:pt x="2829" y="1879"/>
                  </a:lnTo>
                  <a:lnTo>
                    <a:pt x="2840" y="1880"/>
                  </a:lnTo>
                  <a:lnTo>
                    <a:pt x="2840" y="1880"/>
                  </a:lnTo>
                  <a:lnTo>
                    <a:pt x="2851" y="1879"/>
                  </a:lnTo>
                  <a:lnTo>
                    <a:pt x="2862" y="1878"/>
                  </a:lnTo>
                  <a:lnTo>
                    <a:pt x="2872" y="1874"/>
                  </a:lnTo>
                  <a:lnTo>
                    <a:pt x="2882" y="1871"/>
                  </a:lnTo>
                  <a:lnTo>
                    <a:pt x="2892" y="1866"/>
                  </a:lnTo>
                  <a:lnTo>
                    <a:pt x="2902" y="1860"/>
                  </a:lnTo>
                  <a:lnTo>
                    <a:pt x="2911" y="1852"/>
                  </a:lnTo>
                  <a:lnTo>
                    <a:pt x="2919" y="1844"/>
                  </a:lnTo>
                  <a:lnTo>
                    <a:pt x="2884" y="1810"/>
                  </a:lnTo>
                  <a:close/>
                  <a:moveTo>
                    <a:pt x="2791" y="1739"/>
                  </a:moveTo>
                  <a:lnTo>
                    <a:pt x="2791" y="1739"/>
                  </a:lnTo>
                  <a:lnTo>
                    <a:pt x="2792" y="1729"/>
                  </a:lnTo>
                  <a:lnTo>
                    <a:pt x="2795" y="1720"/>
                  </a:lnTo>
                  <a:lnTo>
                    <a:pt x="2799" y="1712"/>
                  </a:lnTo>
                  <a:lnTo>
                    <a:pt x="2803" y="1705"/>
                  </a:lnTo>
                  <a:lnTo>
                    <a:pt x="2810" y="1700"/>
                  </a:lnTo>
                  <a:lnTo>
                    <a:pt x="2817" y="1696"/>
                  </a:lnTo>
                  <a:lnTo>
                    <a:pt x="2824" y="1693"/>
                  </a:lnTo>
                  <a:lnTo>
                    <a:pt x="2833" y="1693"/>
                  </a:lnTo>
                  <a:lnTo>
                    <a:pt x="2833" y="1693"/>
                  </a:lnTo>
                  <a:lnTo>
                    <a:pt x="2843" y="1694"/>
                  </a:lnTo>
                  <a:lnTo>
                    <a:pt x="2851" y="1696"/>
                  </a:lnTo>
                  <a:lnTo>
                    <a:pt x="2859" y="1701"/>
                  </a:lnTo>
                  <a:lnTo>
                    <a:pt x="2864" y="1708"/>
                  </a:lnTo>
                  <a:lnTo>
                    <a:pt x="2869" y="1714"/>
                  </a:lnTo>
                  <a:lnTo>
                    <a:pt x="2872" y="1722"/>
                  </a:lnTo>
                  <a:lnTo>
                    <a:pt x="2874" y="1731"/>
                  </a:lnTo>
                  <a:lnTo>
                    <a:pt x="2875" y="1739"/>
                  </a:lnTo>
                  <a:lnTo>
                    <a:pt x="2791" y="1739"/>
                  </a:lnTo>
                  <a:close/>
                  <a:moveTo>
                    <a:pt x="2658" y="1797"/>
                  </a:moveTo>
                  <a:lnTo>
                    <a:pt x="2658" y="1797"/>
                  </a:lnTo>
                  <a:lnTo>
                    <a:pt x="2658" y="1804"/>
                  </a:lnTo>
                  <a:lnTo>
                    <a:pt x="2659" y="1810"/>
                  </a:lnTo>
                  <a:lnTo>
                    <a:pt x="2661" y="1815"/>
                  </a:lnTo>
                  <a:lnTo>
                    <a:pt x="2663" y="1820"/>
                  </a:lnTo>
                  <a:lnTo>
                    <a:pt x="2667" y="1823"/>
                  </a:lnTo>
                  <a:lnTo>
                    <a:pt x="2671" y="1825"/>
                  </a:lnTo>
                  <a:lnTo>
                    <a:pt x="2675" y="1827"/>
                  </a:lnTo>
                  <a:lnTo>
                    <a:pt x="2682" y="1827"/>
                  </a:lnTo>
                  <a:lnTo>
                    <a:pt x="2682" y="1827"/>
                  </a:lnTo>
                  <a:lnTo>
                    <a:pt x="2690" y="1827"/>
                  </a:lnTo>
                  <a:lnTo>
                    <a:pt x="2699" y="1824"/>
                  </a:lnTo>
                  <a:lnTo>
                    <a:pt x="2708" y="1821"/>
                  </a:lnTo>
                  <a:lnTo>
                    <a:pt x="2715" y="1817"/>
                  </a:lnTo>
                  <a:lnTo>
                    <a:pt x="2709" y="1869"/>
                  </a:lnTo>
                  <a:lnTo>
                    <a:pt x="2709" y="1869"/>
                  </a:lnTo>
                  <a:lnTo>
                    <a:pt x="2699" y="1873"/>
                  </a:lnTo>
                  <a:lnTo>
                    <a:pt x="2687" y="1877"/>
                  </a:lnTo>
                  <a:lnTo>
                    <a:pt x="2674" y="1879"/>
                  </a:lnTo>
                  <a:lnTo>
                    <a:pt x="2662" y="1880"/>
                  </a:lnTo>
                  <a:lnTo>
                    <a:pt x="2662" y="1880"/>
                  </a:lnTo>
                  <a:lnTo>
                    <a:pt x="2654" y="1879"/>
                  </a:lnTo>
                  <a:lnTo>
                    <a:pt x="2647" y="1878"/>
                  </a:lnTo>
                  <a:lnTo>
                    <a:pt x="2640" y="1876"/>
                  </a:lnTo>
                  <a:lnTo>
                    <a:pt x="2634" y="1873"/>
                  </a:lnTo>
                  <a:lnTo>
                    <a:pt x="2629" y="1870"/>
                  </a:lnTo>
                  <a:lnTo>
                    <a:pt x="2623" y="1867"/>
                  </a:lnTo>
                  <a:lnTo>
                    <a:pt x="2620" y="1862"/>
                  </a:lnTo>
                  <a:lnTo>
                    <a:pt x="2615" y="1857"/>
                  </a:lnTo>
                  <a:lnTo>
                    <a:pt x="2610" y="1847"/>
                  </a:lnTo>
                  <a:lnTo>
                    <a:pt x="2605" y="1834"/>
                  </a:lnTo>
                  <a:lnTo>
                    <a:pt x="2603" y="1823"/>
                  </a:lnTo>
                  <a:lnTo>
                    <a:pt x="2602" y="1811"/>
                  </a:lnTo>
                  <a:lnTo>
                    <a:pt x="2602" y="1702"/>
                  </a:lnTo>
                  <a:lnTo>
                    <a:pt x="2568" y="1702"/>
                  </a:lnTo>
                  <a:lnTo>
                    <a:pt x="2568" y="1651"/>
                  </a:lnTo>
                  <a:lnTo>
                    <a:pt x="2602" y="1651"/>
                  </a:lnTo>
                  <a:lnTo>
                    <a:pt x="2602" y="1593"/>
                  </a:lnTo>
                  <a:lnTo>
                    <a:pt x="2658" y="1565"/>
                  </a:lnTo>
                  <a:lnTo>
                    <a:pt x="2658" y="1651"/>
                  </a:lnTo>
                  <a:lnTo>
                    <a:pt x="2708" y="1651"/>
                  </a:lnTo>
                  <a:lnTo>
                    <a:pt x="2708" y="1702"/>
                  </a:lnTo>
                  <a:lnTo>
                    <a:pt x="2658" y="1702"/>
                  </a:lnTo>
                  <a:lnTo>
                    <a:pt x="2658" y="1797"/>
                  </a:lnTo>
                  <a:close/>
                  <a:moveTo>
                    <a:pt x="2550" y="1869"/>
                  </a:moveTo>
                  <a:lnTo>
                    <a:pt x="2550" y="1869"/>
                  </a:lnTo>
                  <a:lnTo>
                    <a:pt x="2540" y="1873"/>
                  </a:lnTo>
                  <a:lnTo>
                    <a:pt x="2529" y="1877"/>
                  </a:lnTo>
                  <a:lnTo>
                    <a:pt x="2516" y="1879"/>
                  </a:lnTo>
                  <a:lnTo>
                    <a:pt x="2504" y="1880"/>
                  </a:lnTo>
                  <a:lnTo>
                    <a:pt x="2504" y="1880"/>
                  </a:lnTo>
                  <a:lnTo>
                    <a:pt x="2495" y="1879"/>
                  </a:lnTo>
                  <a:lnTo>
                    <a:pt x="2489" y="1878"/>
                  </a:lnTo>
                  <a:lnTo>
                    <a:pt x="2482" y="1876"/>
                  </a:lnTo>
                  <a:lnTo>
                    <a:pt x="2475" y="1873"/>
                  </a:lnTo>
                  <a:lnTo>
                    <a:pt x="2471" y="1870"/>
                  </a:lnTo>
                  <a:lnTo>
                    <a:pt x="2465" y="1867"/>
                  </a:lnTo>
                  <a:lnTo>
                    <a:pt x="2461" y="1862"/>
                  </a:lnTo>
                  <a:lnTo>
                    <a:pt x="2458" y="1857"/>
                  </a:lnTo>
                  <a:lnTo>
                    <a:pt x="2451" y="1847"/>
                  </a:lnTo>
                  <a:lnTo>
                    <a:pt x="2448" y="1834"/>
                  </a:lnTo>
                  <a:lnTo>
                    <a:pt x="2444" y="1823"/>
                  </a:lnTo>
                  <a:lnTo>
                    <a:pt x="2444" y="1811"/>
                  </a:lnTo>
                  <a:lnTo>
                    <a:pt x="2444" y="1702"/>
                  </a:lnTo>
                  <a:lnTo>
                    <a:pt x="2410" y="1702"/>
                  </a:lnTo>
                  <a:lnTo>
                    <a:pt x="2410" y="1651"/>
                  </a:lnTo>
                  <a:lnTo>
                    <a:pt x="2444" y="1651"/>
                  </a:lnTo>
                  <a:lnTo>
                    <a:pt x="2444" y="1593"/>
                  </a:lnTo>
                  <a:lnTo>
                    <a:pt x="2500" y="1565"/>
                  </a:lnTo>
                  <a:lnTo>
                    <a:pt x="2500" y="1651"/>
                  </a:lnTo>
                  <a:lnTo>
                    <a:pt x="2546" y="1651"/>
                  </a:lnTo>
                  <a:lnTo>
                    <a:pt x="2546" y="1702"/>
                  </a:lnTo>
                  <a:lnTo>
                    <a:pt x="2500" y="1702"/>
                  </a:lnTo>
                  <a:lnTo>
                    <a:pt x="2500" y="1797"/>
                  </a:lnTo>
                  <a:lnTo>
                    <a:pt x="2500" y="1797"/>
                  </a:lnTo>
                  <a:lnTo>
                    <a:pt x="2500" y="1804"/>
                  </a:lnTo>
                  <a:lnTo>
                    <a:pt x="2501" y="1810"/>
                  </a:lnTo>
                  <a:lnTo>
                    <a:pt x="2503" y="1815"/>
                  </a:lnTo>
                  <a:lnTo>
                    <a:pt x="2505" y="1820"/>
                  </a:lnTo>
                  <a:lnTo>
                    <a:pt x="2509" y="1823"/>
                  </a:lnTo>
                  <a:lnTo>
                    <a:pt x="2513" y="1825"/>
                  </a:lnTo>
                  <a:lnTo>
                    <a:pt x="2518" y="1827"/>
                  </a:lnTo>
                  <a:lnTo>
                    <a:pt x="2523" y="1827"/>
                  </a:lnTo>
                  <a:lnTo>
                    <a:pt x="2523" y="1827"/>
                  </a:lnTo>
                  <a:lnTo>
                    <a:pt x="2532" y="1827"/>
                  </a:lnTo>
                  <a:lnTo>
                    <a:pt x="2541" y="1824"/>
                  </a:lnTo>
                  <a:lnTo>
                    <a:pt x="2549" y="1821"/>
                  </a:lnTo>
                  <a:lnTo>
                    <a:pt x="2556" y="1817"/>
                  </a:lnTo>
                  <a:lnTo>
                    <a:pt x="2550" y="1869"/>
                  </a:lnTo>
                  <a:close/>
                  <a:moveTo>
                    <a:pt x="3096" y="1713"/>
                  </a:moveTo>
                  <a:lnTo>
                    <a:pt x="3096" y="1713"/>
                  </a:lnTo>
                  <a:lnTo>
                    <a:pt x="3088" y="1708"/>
                  </a:lnTo>
                  <a:lnTo>
                    <a:pt x="3079" y="1704"/>
                  </a:lnTo>
                  <a:lnTo>
                    <a:pt x="3069" y="1702"/>
                  </a:lnTo>
                  <a:lnTo>
                    <a:pt x="3059" y="1701"/>
                  </a:lnTo>
                  <a:lnTo>
                    <a:pt x="3059" y="1701"/>
                  </a:lnTo>
                  <a:lnTo>
                    <a:pt x="3050" y="1702"/>
                  </a:lnTo>
                  <a:lnTo>
                    <a:pt x="3041" y="1704"/>
                  </a:lnTo>
                  <a:lnTo>
                    <a:pt x="3034" y="1709"/>
                  </a:lnTo>
                  <a:lnTo>
                    <a:pt x="3029" y="1714"/>
                  </a:lnTo>
                  <a:lnTo>
                    <a:pt x="3024" y="1721"/>
                  </a:lnTo>
                  <a:lnTo>
                    <a:pt x="3022" y="1730"/>
                  </a:lnTo>
                  <a:lnTo>
                    <a:pt x="3020" y="1741"/>
                  </a:lnTo>
                  <a:lnTo>
                    <a:pt x="3019" y="1753"/>
                  </a:lnTo>
                  <a:lnTo>
                    <a:pt x="3019" y="1874"/>
                  </a:lnTo>
                  <a:lnTo>
                    <a:pt x="2964" y="1874"/>
                  </a:lnTo>
                  <a:lnTo>
                    <a:pt x="2964" y="1651"/>
                  </a:lnTo>
                  <a:lnTo>
                    <a:pt x="3019" y="1651"/>
                  </a:lnTo>
                  <a:lnTo>
                    <a:pt x="3019" y="1670"/>
                  </a:lnTo>
                  <a:lnTo>
                    <a:pt x="3019" y="1670"/>
                  </a:lnTo>
                  <a:lnTo>
                    <a:pt x="3024" y="1664"/>
                  </a:lnTo>
                  <a:lnTo>
                    <a:pt x="3030" y="1659"/>
                  </a:lnTo>
                  <a:lnTo>
                    <a:pt x="3036" y="1655"/>
                  </a:lnTo>
                  <a:lnTo>
                    <a:pt x="3042" y="1652"/>
                  </a:lnTo>
                  <a:lnTo>
                    <a:pt x="3048" y="1649"/>
                  </a:lnTo>
                  <a:lnTo>
                    <a:pt x="3054" y="1648"/>
                  </a:lnTo>
                  <a:lnTo>
                    <a:pt x="3061" y="1646"/>
                  </a:lnTo>
                  <a:lnTo>
                    <a:pt x="3069" y="1645"/>
                  </a:lnTo>
                  <a:lnTo>
                    <a:pt x="3069" y="1645"/>
                  </a:lnTo>
                  <a:lnTo>
                    <a:pt x="3080" y="1646"/>
                  </a:lnTo>
                  <a:lnTo>
                    <a:pt x="3091" y="1650"/>
                  </a:lnTo>
                  <a:lnTo>
                    <a:pt x="3101" y="1653"/>
                  </a:lnTo>
                  <a:lnTo>
                    <a:pt x="3110" y="1659"/>
                  </a:lnTo>
                  <a:lnTo>
                    <a:pt x="3096" y="1713"/>
                  </a:lnTo>
                  <a:close/>
                  <a:moveTo>
                    <a:pt x="597" y="1591"/>
                  </a:moveTo>
                  <a:lnTo>
                    <a:pt x="597" y="1619"/>
                  </a:lnTo>
                  <a:lnTo>
                    <a:pt x="541" y="1619"/>
                  </a:lnTo>
                  <a:lnTo>
                    <a:pt x="541" y="1563"/>
                  </a:lnTo>
                  <a:lnTo>
                    <a:pt x="597" y="1563"/>
                  </a:lnTo>
                  <a:lnTo>
                    <a:pt x="597" y="1591"/>
                  </a:lnTo>
                  <a:close/>
                  <a:moveTo>
                    <a:pt x="981" y="1651"/>
                  </a:moveTo>
                  <a:lnTo>
                    <a:pt x="1037" y="1651"/>
                  </a:lnTo>
                  <a:lnTo>
                    <a:pt x="1037" y="1751"/>
                  </a:lnTo>
                  <a:lnTo>
                    <a:pt x="1037" y="1874"/>
                  </a:lnTo>
                  <a:lnTo>
                    <a:pt x="981" y="1874"/>
                  </a:lnTo>
                  <a:lnTo>
                    <a:pt x="981" y="1651"/>
                  </a:lnTo>
                  <a:close/>
                  <a:moveTo>
                    <a:pt x="1037" y="1591"/>
                  </a:moveTo>
                  <a:lnTo>
                    <a:pt x="1037" y="1619"/>
                  </a:lnTo>
                  <a:lnTo>
                    <a:pt x="981" y="1619"/>
                  </a:lnTo>
                  <a:lnTo>
                    <a:pt x="981" y="1563"/>
                  </a:lnTo>
                  <a:lnTo>
                    <a:pt x="1037" y="1563"/>
                  </a:lnTo>
                  <a:lnTo>
                    <a:pt x="1037" y="1591"/>
                  </a:lnTo>
                  <a:close/>
                  <a:moveTo>
                    <a:pt x="2558" y="2058"/>
                  </a:moveTo>
                  <a:lnTo>
                    <a:pt x="2558" y="2058"/>
                  </a:lnTo>
                  <a:lnTo>
                    <a:pt x="2552" y="2053"/>
                  </a:lnTo>
                  <a:lnTo>
                    <a:pt x="2546" y="2049"/>
                  </a:lnTo>
                  <a:lnTo>
                    <a:pt x="2541" y="2046"/>
                  </a:lnTo>
                  <a:lnTo>
                    <a:pt x="2534" y="2042"/>
                  </a:lnTo>
                  <a:lnTo>
                    <a:pt x="2529" y="2040"/>
                  </a:lnTo>
                  <a:lnTo>
                    <a:pt x="2522" y="2039"/>
                  </a:lnTo>
                  <a:lnTo>
                    <a:pt x="2508" y="2037"/>
                  </a:lnTo>
                  <a:lnTo>
                    <a:pt x="2508" y="2037"/>
                  </a:lnTo>
                  <a:lnTo>
                    <a:pt x="2498" y="2038"/>
                  </a:lnTo>
                  <a:lnTo>
                    <a:pt x="2489" y="2039"/>
                  </a:lnTo>
                  <a:lnTo>
                    <a:pt x="2480" y="2042"/>
                  </a:lnTo>
                  <a:lnTo>
                    <a:pt x="2471" y="2046"/>
                  </a:lnTo>
                  <a:lnTo>
                    <a:pt x="2463" y="2050"/>
                  </a:lnTo>
                  <a:lnTo>
                    <a:pt x="2456" y="2055"/>
                  </a:lnTo>
                  <a:lnTo>
                    <a:pt x="2450" y="2061"/>
                  </a:lnTo>
                  <a:lnTo>
                    <a:pt x="2443" y="2068"/>
                  </a:lnTo>
                  <a:lnTo>
                    <a:pt x="2439" y="2076"/>
                  </a:lnTo>
                  <a:lnTo>
                    <a:pt x="2433" y="2085"/>
                  </a:lnTo>
                  <a:lnTo>
                    <a:pt x="2430" y="2093"/>
                  </a:lnTo>
                  <a:lnTo>
                    <a:pt x="2426" y="2105"/>
                  </a:lnTo>
                  <a:lnTo>
                    <a:pt x="2423" y="2115"/>
                  </a:lnTo>
                  <a:lnTo>
                    <a:pt x="2422" y="2127"/>
                  </a:lnTo>
                  <a:lnTo>
                    <a:pt x="2421" y="2139"/>
                  </a:lnTo>
                  <a:lnTo>
                    <a:pt x="2420" y="2152"/>
                  </a:lnTo>
                  <a:lnTo>
                    <a:pt x="2420" y="2152"/>
                  </a:lnTo>
                  <a:lnTo>
                    <a:pt x="2421" y="2166"/>
                  </a:lnTo>
                  <a:lnTo>
                    <a:pt x="2422" y="2178"/>
                  </a:lnTo>
                  <a:lnTo>
                    <a:pt x="2423" y="2190"/>
                  </a:lnTo>
                  <a:lnTo>
                    <a:pt x="2426" y="2202"/>
                  </a:lnTo>
                  <a:lnTo>
                    <a:pt x="2429" y="2212"/>
                  </a:lnTo>
                  <a:lnTo>
                    <a:pt x="2433" y="2222"/>
                  </a:lnTo>
                  <a:lnTo>
                    <a:pt x="2438" y="2231"/>
                  </a:lnTo>
                  <a:lnTo>
                    <a:pt x="2443" y="2239"/>
                  </a:lnTo>
                  <a:lnTo>
                    <a:pt x="2449" y="2247"/>
                  </a:lnTo>
                  <a:lnTo>
                    <a:pt x="2455" y="2252"/>
                  </a:lnTo>
                  <a:lnTo>
                    <a:pt x="2462" y="2258"/>
                  </a:lnTo>
                  <a:lnTo>
                    <a:pt x="2470" y="2262"/>
                  </a:lnTo>
                  <a:lnTo>
                    <a:pt x="2479" y="2267"/>
                  </a:lnTo>
                  <a:lnTo>
                    <a:pt x="2488" y="2269"/>
                  </a:lnTo>
                  <a:lnTo>
                    <a:pt x="2496" y="2270"/>
                  </a:lnTo>
                  <a:lnTo>
                    <a:pt x="2506" y="2271"/>
                  </a:lnTo>
                  <a:lnTo>
                    <a:pt x="2506" y="2271"/>
                  </a:lnTo>
                  <a:lnTo>
                    <a:pt x="2513" y="2270"/>
                  </a:lnTo>
                  <a:lnTo>
                    <a:pt x="2521" y="2269"/>
                  </a:lnTo>
                  <a:lnTo>
                    <a:pt x="2528" y="2268"/>
                  </a:lnTo>
                  <a:lnTo>
                    <a:pt x="2533" y="2266"/>
                  </a:lnTo>
                  <a:lnTo>
                    <a:pt x="2540" y="2262"/>
                  </a:lnTo>
                  <a:lnTo>
                    <a:pt x="2546" y="2259"/>
                  </a:lnTo>
                  <a:lnTo>
                    <a:pt x="2552" y="2255"/>
                  </a:lnTo>
                  <a:lnTo>
                    <a:pt x="2558" y="2249"/>
                  </a:lnTo>
                  <a:lnTo>
                    <a:pt x="2558" y="2266"/>
                  </a:lnTo>
                  <a:lnTo>
                    <a:pt x="2613" y="2266"/>
                  </a:lnTo>
                  <a:lnTo>
                    <a:pt x="2613" y="1949"/>
                  </a:lnTo>
                  <a:lnTo>
                    <a:pt x="2558" y="1977"/>
                  </a:lnTo>
                  <a:lnTo>
                    <a:pt x="2558" y="2058"/>
                  </a:lnTo>
                  <a:close/>
                  <a:moveTo>
                    <a:pt x="2519" y="2220"/>
                  </a:moveTo>
                  <a:lnTo>
                    <a:pt x="2519" y="2220"/>
                  </a:lnTo>
                  <a:lnTo>
                    <a:pt x="2511" y="2219"/>
                  </a:lnTo>
                  <a:lnTo>
                    <a:pt x="2504" y="2217"/>
                  </a:lnTo>
                  <a:lnTo>
                    <a:pt x="2496" y="2214"/>
                  </a:lnTo>
                  <a:lnTo>
                    <a:pt x="2490" y="2207"/>
                  </a:lnTo>
                  <a:lnTo>
                    <a:pt x="2484" y="2198"/>
                  </a:lnTo>
                  <a:lnTo>
                    <a:pt x="2480" y="2186"/>
                  </a:lnTo>
                  <a:lnTo>
                    <a:pt x="2478" y="2170"/>
                  </a:lnTo>
                  <a:lnTo>
                    <a:pt x="2476" y="2150"/>
                  </a:lnTo>
                  <a:lnTo>
                    <a:pt x="2476" y="2150"/>
                  </a:lnTo>
                  <a:lnTo>
                    <a:pt x="2478" y="2133"/>
                  </a:lnTo>
                  <a:lnTo>
                    <a:pt x="2480" y="2119"/>
                  </a:lnTo>
                  <a:lnTo>
                    <a:pt x="2484" y="2108"/>
                  </a:lnTo>
                  <a:lnTo>
                    <a:pt x="2490" y="2100"/>
                  </a:lnTo>
                  <a:lnTo>
                    <a:pt x="2496" y="2095"/>
                  </a:lnTo>
                  <a:lnTo>
                    <a:pt x="2503" y="2090"/>
                  </a:lnTo>
                  <a:lnTo>
                    <a:pt x="2511" y="2089"/>
                  </a:lnTo>
                  <a:lnTo>
                    <a:pt x="2518" y="2088"/>
                  </a:lnTo>
                  <a:lnTo>
                    <a:pt x="2518" y="2088"/>
                  </a:lnTo>
                  <a:lnTo>
                    <a:pt x="2525" y="2089"/>
                  </a:lnTo>
                  <a:lnTo>
                    <a:pt x="2532" y="2090"/>
                  </a:lnTo>
                  <a:lnTo>
                    <a:pt x="2538" y="2092"/>
                  </a:lnTo>
                  <a:lnTo>
                    <a:pt x="2543" y="2096"/>
                  </a:lnTo>
                  <a:lnTo>
                    <a:pt x="2548" y="2099"/>
                  </a:lnTo>
                  <a:lnTo>
                    <a:pt x="2552" y="2102"/>
                  </a:lnTo>
                  <a:lnTo>
                    <a:pt x="2558" y="2110"/>
                  </a:lnTo>
                  <a:lnTo>
                    <a:pt x="2558" y="2198"/>
                  </a:lnTo>
                  <a:lnTo>
                    <a:pt x="2558" y="2198"/>
                  </a:lnTo>
                  <a:lnTo>
                    <a:pt x="2551" y="2206"/>
                  </a:lnTo>
                  <a:lnTo>
                    <a:pt x="2543" y="2212"/>
                  </a:lnTo>
                  <a:lnTo>
                    <a:pt x="2538" y="2216"/>
                  </a:lnTo>
                  <a:lnTo>
                    <a:pt x="2532" y="2218"/>
                  </a:lnTo>
                  <a:lnTo>
                    <a:pt x="2525" y="2219"/>
                  </a:lnTo>
                  <a:lnTo>
                    <a:pt x="2519" y="2220"/>
                  </a:lnTo>
                  <a:lnTo>
                    <a:pt x="2519" y="2220"/>
                  </a:lnTo>
                  <a:close/>
                  <a:moveTo>
                    <a:pt x="677" y="2105"/>
                  </a:moveTo>
                  <a:lnTo>
                    <a:pt x="677" y="2105"/>
                  </a:lnTo>
                  <a:lnTo>
                    <a:pt x="669" y="2100"/>
                  </a:lnTo>
                  <a:lnTo>
                    <a:pt x="660" y="2096"/>
                  </a:lnTo>
                  <a:lnTo>
                    <a:pt x="650" y="2093"/>
                  </a:lnTo>
                  <a:lnTo>
                    <a:pt x="640" y="2092"/>
                  </a:lnTo>
                  <a:lnTo>
                    <a:pt x="640" y="2092"/>
                  </a:lnTo>
                  <a:lnTo>
                    <a:pt x="631" y="2093"/>
                  </a:lnTo>
                  <a:lnTo>
                    <a:pt x="622" y="2096"/>
                  </a:lnTo>
                  <a:lnTo>
                    <a:pt x="616" y="2100"/>
                  </a:lnTo>
                  <a:lnTo>
                    <a:pt x="610" y="2106"/>
                  </a:lnTo>
                  <a:lnTo>
                    <a:pt x="606" y="2112"/>
                  </a:lnTo>
                  <a:lnTo>
                    <a:pt x="604" y="2121"/>
                  </a:lnTo>
                  <a:lnTo>
                    <a:pt x="601" y="2132"/>
                  </a:lnTo>
                  <a:lnTo>
                    <a:pt x="600" y="2145"/>
                  </a:lnTo>
                  <a:lnTo>
                    <a:pt x="600" y="2266"/>
                  </a:lnTo>
                  <a:lnTo>
                    <a:pt x="546" y="2266"/>
                  </a:lnTo>
                  <a:lnTo>
                    <a:pt x="546" y="2042"/>
                  </a:lnTo>
                  <a:lnTo>
                    <a:pt x="600" y="2042"/>
                  </a:lnTo>
                  <a:lnTo>
                    <a:pt x="600" y="2061"/>
                  </a:lnTo>
                  <a:lnTo>
                    <a:pt x="600" y="2061"/>
                  </a:lnTo>
                  <a:lnTo>
                    <a:pt x="606" y="2056"/>
                  </a:lnTo>
                  <a:lnTo>
                    <a:pt x="611" y="2050"/>
                  </a:lnTo>
                  <a:lnTo>
                    <a:pt x="617" y="2047"/>
                  </a:lnTo>
                  <a:lnTo>
                    <a:pt x="624" y="2043"/>
                  </a:lnTo>
                  <a:lnTo>
                    <a:pt x="629" y="2040"/>
                  </a:lnTo>
                  <a:lnTo>
                    <a:pt x="636" y="2039"/>
                  </a:lnTo>
                  <a:lnTo>
                    <a:pt x="644" y="2038"/>
                  </a:lnTo>
                  <a:lnTo>
                    <a:pt x="650" y="2037"/>
                  </a:lnTo>
                  <a:lnTo>
                    <a:pt x="650" y="2037"/>
                  </a:lnTo>
                  <a:lnTo>
                    <a:pt x="661" y="2038"/>
                  </a:lnTo>
                  <a:lnTo>
                    <a:pt x="672" y="2041"/>
                  </a:lnTo>
                  <a:lnTo>
                    <a:pt x="684" y="2046"/>
                  </a:lnTo>
                  <a:lnTo>
                    <a:pt x="692" y="2051"/>
                  </a:lnTo>
                  <a:lnTo>
                    <a:pt x="677" y="2105"/>
                  </a:lnTo>
                  <a:close/>
                  <a:moveTo>
                    <a:pt x="242" y="2042"/>
                  </a:moveTo>
                  <a:lnTo>
                    <a:pt x="297" y="2042"/>
                  </a:lnTo>
                  <a:lnTo>
                    <a:pt x="233" y="2266"/>
                  </a:lnTo>
                  <a:lnTo>
                    <a:pt x="186" y="2266"/>
                  </a:lnTo>
                  <a:lnTo>
                    <a:pt x="161" y="2174"/>
                  </a:lnTo>
                  <a:lnTo>
                    <a:pt x="161" y="2174"/>
                  </a:lnTo>
                  <a:lnTo>
                    <a:pt x="149" y="2125"/>
                  </a:lnTo>
                  <a:lnTo>
                    <a:pt x="149" y="2125"/>
                  </a:lnTo>
                  <a:lnTo>
                    <a:pt x="143" y="2148"/>
                  </a:lnTo>
                  <a:lnTo>
                    <a:pt x="137" y="2175"/>
                  </a:lnTo>
                  <a:lnTo>
                    <a:pt x="111" y="2266"/>
                  </a:lnTo>
                  <a:lnTo>
                    <a:pt x="63" y="2266"/>
                  </a:lnTo>
                  <a:lnTo>
                    <a:pt x="63" y="2265"/>
                  </a:lnTo>
                  <a:lnTo>
                    <a:pt x="0" y="2042"/>
                  </a:lnTo>
                  <a:lnTo>
                    <a:pt x="58" y="2042"/>
                  </a:lnTo>
                  <a:lnTo>
                    <a:pt x="78" y="2126"/>
                  </a:lnTo>
                  <a:lnTo>
                    <a:pt x="78" y="2126"/>
                  </a:lnTo>
                  <a:lnTo>
                    <a:pt x="83" y="2152"/>
                  </a:lnTo>
                  <a:lnTo>
                    <a:pt x="89" y="2180"/>
                  </a:lnTo>
                  <a:lnTo>
                    <a:pt x="89" y="2180"/>
                  </a:lnTo>
                  <a:lnTo>
                    <a:pt x="96" y="2152"/>
                  </a:lnTo>
                  <a:lnTo>
                    <a:pt x="102" y="2125"/>
                  </a:lnTo>
                  <a:lnTo>
                    <a:pt x="126" y="2042"/>
                  </a:lnTo>
                  <a:lnTo>
                    <a:pt x="173" y="2042"/>
                  </a:lnTo>
                  <a:lnTo>
                    <a:pt x="197" y="2125"/>
                  </a:lnTo>
                  <a:lnTo>
                    <a:pt x="197" y="2125"/>
                  </a:lnTo>
                  <a:lnTo>
                    <a:pt x="203" y="2151"/>
                  </a:lnTo>
                  <a:lnTo>
                    <a:pt x="210" y="2181"/>
                  </a:lnTo>
                  <a:lnTo>
                    <a:pt x="210" y="2181"/>
                  </a:lnTo>
                  <a:lnTo>
                    <a:pt x="215" y="2156"/>
                  </a:lnTo>
                  <a:lnTo>
                    <a:pt x="221" y="2125"/>
                  </a:lnTo>
                  <a:lnTo>
                    <a:pt x="242" y="2042"/>
                  </a:lnTo>
                  <a:close/>
                  <a:moveTo>
                    <a:pt x="409" y="2037"/>
                  </a:moveTo>
                  <a:lnTo>
                    <a:pt x="409" y="2037"/>
                  </a:lnTo>
                  <a:lnTo>
                    <a:pt x="399" y="2038"/>
                  </a:lnTo>
                  <a:lnTo>
                    <a:pt x="388" y="2039"/>
                  </a:lnTo>
                  <a:lnTo>
                    <a:pt x="378" y="2042"/>
                  </a:lnTo>
                  <a:lnTo>
                    <a:pt x="369" y="2046"/>
                  </a:lnTo>
                  <a:lnTo>
                    <a:pt x="360" y="2050"/>
                  </a:lnTo>
                  <a:lnTo>
                    <a:pt x="351" y="2056"/>
                  </a:lnTo>
                  <a:lnTo>
                    <a:pt x="343" y="2062"/>
                  </a:lnTo>
                  <a:lnTo>
                    <a:pt x="337" y="2070"/>
                  </a:lnTo>
                  <a:lnTo>
                    <a:pt x="330" y="2078"/>
                  </a:lnTo>
                  <a:lnTo>
                    <a:pt x="325" y="2087"/>
                  </a:lnTo>
                  <a:lnTo>
                    <a:pt x="319" y="2097"/>
                  </a:lnTo>
                  <a:lnTo>
                    <a:pt x="316" y="2107"/>
                  </a:lnTo>
                  <a:lnTo>
                    <a:pt x="312" y="2118"/>
                  </a:lnTo>
                  <a:lnTo>
                    <a:pt x="310" y="2129"/>
                  </a:lnTo>
                  <a:lnTo>
                    <a:pt x="308" y="2141"/>
                  </a:lnTo>
                  <a:lnTo>
                    <a:pt x="308" y="2155"/>
                  </a:lnTo>
                  <a:lnTo>
                    <a:pt x="308" y="2155"/>
                  </a:lnTo>
                  <a:lnTo>
                    <a:pt x="308" y="2167"/>
                  </a:lnTo>
                  <a:lnTo>
                    <a:pt x="310" y="2179"/>
                  </a:lnTo>
                  <a:lnTo>
                    <a:pt x="312" y="2190"/>
                  </a:lnTo>
                  <a:lnTo>
                    <a:pt x="316" y="2201"/>
                  </a:lnTo>
                  <a:lnTo>
                    <a:pt x="319" y="2211"/>
                  </a:lnTo>
                  <a:lnTo>
                    <a:pt x="325" y="2221"/>
                  </a:lnTo>
                  <a:lnTo>
                    <a:pt x="330" y="2230"/>
                  </a:lnTo>
                  <a:lnTo>
                    <a:pt x="337" y="2238"/>
                  </a:lnTo>
                  <a:lnTo>
                    <a:pt x="343" y="2246"/>
                  </a:lnTo>
                  <a:lnTo>
                    <a:pt x="351" y="2252"/>
                  </a:lnTo>
                  <a:lnTo>
                    <a:pt x="360" y="2258"/>
                  </a:lnTo>
                  <a:lnTo>
                    <a:pt x="369" y="2262"/>
                  </a:lnTo>
                  <a:lnTo>
                    <a:pt x="378" y="2266"/>
                  </a:lnTo>
                  <a:lnTo>
                    <a:pt x="388" y="2269"/>
                  </a:lnTo>
                  <a:lnTo>
                    <a:pt x="399" y="2270"/>
                  </a:lnTo>
                  <a:lnTo>
                    <a:pt x="409" y="2271"/>
                  </a:lnTo>
                  <a:lnTo>
                    <a:pt x="409" y="2271"/>
                  </a:lnTo>
                  <a:lnTo>
                    <a:pt x="420" y="2270"/>
                  </a:lnTo>
                  <a:lnTo>
                    <a:pt x="431" y="2269"/>
                  </a:lnTo>
                  <a:lnTo>
                    <a:pt x="441" y="2266"/>
                  </a:lnTo>
                  <a:lnTo>
                    <a:pt x="450" y="2262"/>
                  </a:lnTo>
                  <a:lnTo>
                    <a:pt x="459" y="2258"/>
                  </a:lnTo>
                  <a:lnTo>
                    <a:pt x="468" y="2252"/>
                  </a:lnTo>
                  <a:lnTo>
                    <a:pt x="476" y="2246"/>
                  </a:lnTo>
                  <a:lnTo>
                    <a:pt x="482" y="2238"/>
                  </a:lnTo>
                  <a:lnTo>
                    <a:pt x="489" y="2230"/>
                  </a:lnTo>
                  <a:lnTo>
                    <a:pt x="495" y="2221"/>
                  </a:lnTo>
                  <a:lnTo>
                    <a:pt x="499" y="2211"/>
                  </a:lnTo>
                  <a:lnTo>
                    <a:pt x="504" y="2201"/>
                  </a:lnTo>
                  <a:lnTo>
                    <a:pt x="507" y="2190"/>
                  </a:lnTo>
                  <a:lnTo>
                    <a:pt x="509" y="2179"/>
                  </a:lnTo>
                  <a:lnTo>
                    <a:pt x="511" y="2167"/>
                  </a:lnTo>
                  <a:lnTo>
                    <a:pt x="511" y="2155"/>
                  </a:lnTo>
                  <a:lnTo>
                    <a:pt x="511" y="2155"/>
                  </a:lnTo>
                  <a:lnTo>
                    <a:pt x="511" y="2141"/>
                  </a:lnTo>
                  <a:lnTo>
                    <a:pt x="509" y="2129"/>
                  </a:lnTo>
                  <a:lnTo>
                    <a:pt x="507" y="2118"/>
                  </a:lnTo>
                  <a:lnTo>
                    <a:pt x="504" y="2107"/>
                  </a:lnTo>
                  <a:lnTo>
                    <a:pt x="499" y="2097"/>
                  </a:lnTo>
                  <a:lnTo>
                    <a:pt x="495" y="2087"/>
                  </a:lnTo>
                  <a:lnTo>
                    <a:pt x="489" y="2078"/>
                  </a:lnTo>
                  <a:lnTo>
                    <a:pt x="482" y="2070"/>
                  </a:lnTo>
                  <a:lnTo>
                    <a:pt x="476" y="2062"/>
                  </a:lnTo>
                  <a:lnTo>
                    <a:pt x="468" y="2056"/>
                  </a:lnTo>
                  <a:lnTo>
                    <a:pt x="459" y="2050"/>
                  </a:lnTo>
                  <a:lnTo>
                    <a:pt x="450" y="2046"/>
                  </a:lnTo>
                  <a:lnTo>
                    <a:pt x="441" y="2042"/>
                  </a:lnTo>
                  <a:lnTo>
                    <a:pt x="431" y="2039"/>
                  </a:lnTo>
                  <a:lnTo>
                    <a:pt x="420" y="2038"/>
                  </a:lnTo>
                  <a:lnTo>
                    <a:pt x="409" y="2037"/>
                  </a:lnTo>
                  <a:lnTo>
                    <a:pt x="409" y="2037"/>
                  </a:lnTo>
                  <a:close/>
                  <a:moveTo>
                    <a:pt x="409" y="2219"/>
                  </a:moveTo>
                  <a:lnTo>
                    <a:pt x="409" y="2219"/>
                  </a:lnTo>
                  <a:lnTo>
                    <a:pt x="399" y="2218"/>
                  </a:lnTo>
                  <a:lnTo>
                    <a:pt x="390" y="2215"/>
                  </a:lnTo>
                  <a:lnTo>
                    <a:pt x="383" y="2209"/>
                  </a:lnTo>
                  <a:lnTo>
                    <a:pt x="377" y="2201"/>
                  </a:lnTo>
                  <a:lnTo>
                    <a:pt x="371" y="2192"/>
                  </a:lnTo>
                  <a:lnTo>
                    <a:pt x="367" y="2181"/>
                  </a:lnTo>
                  <a:lnTo>
                    <a:pt x="365" y="2168"/>
                  </a:lnTo>
                  <a:lnTo>
                    <a:pt x="365" y="2155"/>
                  </a:lnTo>
                  <a:lnTo>
                    <a:pt x="365" y="2155"/>
                  </a:lnTo>
                  <a:lnTo>
                    <a:pt x="365" y="2140"/>
                  </a:lnTo>
                  <a:lnTo>
                    <a:pt x="367" y="2127"/>
                  </a:lnTo>
                  <a:lnTo>
                    <a:pt x="371" y="2117"/>
                  </a:lnTo>
                  <a:lnTo>
                    <a:pt x="377" y="2107"/>
                  </a:lnTo>
                  <a:lnTo>
                    <a:pt x="383" y="2099"/>
                  </a:lnTo>
                  <a:lnTo>
                    <a:pt x="390" y="2093"/>
                  </a:lnTo>
                  <a:lnTo>
                    <a:pt x="399" y="2090"/>
                  </a:lnTo>
                  <a:lnTo>
                    <a:pt x="409" y="2089"/>
                  </a:lnTo>
                  <a:lnTo>
                    <a:pt x="409" y="2089"/>
                  </a:lnTo>
                  <a:lnTo>
                    <a:pt x="419" y="2090"/>
                  </a:lnTo>
                  <a:lnTo>
                    <a:pt x="428" y="2093"/>
                  </a:lnTo>
                  <a:lnTo>
                    <a:pt x="436" y="2099"/>
                  </a:lnTo>
                  <a:lnTo>
                    <a:pt x="442" y="2107"/>
                  </a:lnTo>
                  <a:lnTo>
                    <a:pt x="448" y="2117"/>
                  </a:lnTo>
                  <a:lnTo>
                    <a:pt x="451" y="2127"/>
                  </a:lnTo>
                  <a:lnTo>
                    <a:pt x="453" y="2140"/>
                  </a:lnTo>
                  <a:lnTo>
                    <a:pt x="455" y="2155"/>
                  </a:lnTo>
                  <a:lnTo>
                    <a:pt x="455" y="2155"/>
                  </a:lnTo>
                  <a:lnTo>
                    <a:pt x="453" y="2168"/>
                  </a:lnTo>
                  <a:lnTo>
                    <a:pt x="451" y="2181"/>
                  </a:lnTo>
                  <a:lnTo>
                    <a:pt x="448" y="2192"/>
                  </a:lnTo>
                  <a:lnTo>
                    <a:pt x="442" y="2201"/>
                  </a:lnTo>
                  <a:lnTo>
                    <a:pt x="436" y="2209"/>
                  </a:lnTo>
                  <a:lnTo>
                    <a:pt x="428" y="2215"/>
                  </a:lnTo>
                  <a:lnTo>
                    <a:pt x="419" y="2218"/>
                  </a:lnTo>
                  <a:lnTo>
                    <a:pt x="409" y="2219"/>
                  </a:lnTo>
                  <a:lnTo>
                    <a:pt x="409" y="2219"/>
                  </a:lnTo>
                  <a:close/>
                  <a:moveTo>
                    <a:pt x="2285" y="2105"/>
                  </a:moveTo>
                  <a:lnTo>
                    <a:pt x="2285" y="2105"/>
                  </a:lnTo>
                  <a:lnTo>
                    <a:pt x="2276" y="2100"/>
                  </a:lnTo>
                  <a:lnTo>
                    <a:pt x="2267" y="2096"/>
                  </a:lnTo>
                  <a:lnTo>
                    <a:pt x="2257" y="2093"/>
                  </a:lnTo>
                  <a:lnTo>
                    <a:pt x="2249" y="2092"/>
                  </a:lnTo>
                  <a:lnTo>
                    <a:pt x="2249" y="2092"/>
                  </a:lnTo>
                  <a:lnTo>
                    <a:pt x="2239" y="2093"/>
                  </a:lnTo>
                  <a:lnTo>
                    <a:pt x="2231" y="2096"/>
                  </a:lnTo>
                  <a:lnTo>
                    <a:pt x="2224" y="2100"/>
                  </a:lnTo>
                  <a:lnTo>
                    <a:pt x="2219" y="2106"/>
                  </a:lnTo>
                  <a:lnTo>
                    <a:pt x="2214" y="2112"/>
                  </a:lnTo>
                  <a:lnTo>
                    <a:pt x="2211" y="2121"/>
                  </a:lnTo>
                  <a:lnTo>
                    <a:pt x="2209" y="2132"/>
                  </a:lnTo>
                  <a:lnTo>
                    <a:pt x="2209" y="2145"/>
                  </a:lnTo>
                  <a:lnTo>
                    <a:pt x="2209" y="2266"/>
                  </a:lnTo>
                  <a:lnTo>
                    <a:pt x="2153" y="2266"/>
                  </a:lnTo>
                  <a:lnTo>
                    <a:pt x="2153" y="2042"/>
                  </a:lnTo>
                  <a:lnTo>
                    <a:pt x="2209" y="2042"/>
                  </a:lnTo>
                  <a:lnTo>
                    <a:pt x="2209" y="2061"/>
                  </a:lnTo>
                  <a:lnTo>
                    <a:pt x="2209" y="2061"/>
                  </a:lnTo>
                  <a:lnTo>
                    <a:pt x="2213" y="2056"/>
                  </a:lnTo>
                  <a:lnTo>
                    <a:pt x="2219" y="2050"/>
                  </a:lnTo>
                  <a:lnTo>
                    <a:pt x="2224" y="2047"/>
                  </a:lnTo>
                  <a:lnTo>
                    <a:pt x="2231" y="2043"/>
                  </a:lnTo>
                  <a:lnTo>
                    <a:pt x="2237" y="2040"/>
                  </a:lnTo>
                  <a:lnTo>
                    <a:pt x="2244" y="2039"/>
                  </a:lnTo>
                  <a:lnTo>
                    <a:pt x="2251" y="2038"/>
                  </a:lnTo>
                  <a:lnTo>
                    <a:pt x="2257" y="2037"/>
                  </a:lnTo>
                  <a:lnTo>
                    <a:pt x="2257" y="2037"/>
                  </a:lnTo>
                  <a:lnTo>
                    <a:pt x="2269" y="2038"/>
                  </a:lnTo>
                  <a:lnTo>
                    <a:pt x="2280" y="2041"/>
                  </a:lnTo>
                  <a:lnTo>
                    <a:pt x="2291" y="2046"/>
                  </a:lnTo>
                  <a:lnTo>
                    <a:pt x="2300" y="2051"/>
                  </a:lnTo>
                  <a:lnTo>
                    <a:pt x="2285" y="2105"/>
                  </a:lnTo>
                  <a:close/>
                  <a:moveTo>
                    <a:pt x="1850" y="2042"/>
                  </a:moveTo>
                  <a:lnTo>
                    <a:pt x="1904" y="2042"/>
                  </a:lnTo>
                  <a:lnTo>
                    <a:pt x="1841" y="2266"/>
                  </a:lnTo>
                  <a:lnTo>
                    <a:pt x="1793" y="2266"/>
                  </a:lnTo>
                  <a:lnTo>
                    <a:pt x="1768" y="2174"/>
                  </a:lnTo>
                  <a:lnTo>
                    <a:pt x="1768" y="2174"/>
                  </a:lnTo>
                  <a:lnTo>
                    <a:pt x="1756" y="2125"/>
                  </a:lnTo>
                  <a:lnTo>
                    <a:pt x="1756" y="2125"/>
                  </a:lnTo>
                  <a:lnTo>
                    <a:pt x="1751" y="2148"/>
                  </a:lnTo>
                  <a:lnTo>
                    <a:pt x="1744" y="2175"/>
                  </a:lnTo>
                  <a:lnTo>
                    <a:pt x="1720" y="2266"/>
                  </a:lnTo>
                  <a:lnTo>
                    <a:pt x="1672" y="2266"/>
                  </a:lnTo>
                  <a:lnTo>
                    <a:pt x="1671" y="2265"/>
                  </a:lnTo>
                  <a:lnTo>
                    <a:pt x="1608" y="2042"/>
                  </a:lnTo>
                  <a:lnTo>
                    <a:pt x="1665" y="2042"/>
                  </a:lnTo>
                  <a:lnTo>
                    <a:pt x="1686" y="2126"/>
                  </a:lnTo>
                  <a:lnTo>
                    <a:pt x="1686" y="2126"/>
                  </a:lnTo>
                  <a:lnTo>
                    <a:pt x="1692" y="2152"/>
                  </a:lnTo>
                  <a:lnTo>
                    <a:pt x="1697" y="2180"/>
                  </a:lnTo>
                  <a:lnTo>
                    <a:pt x="1697" y="2180"/>
                  </a:lnTo>
                  <a:lnTo>
                    <a:pt x="1703" y="2152"/>
                  </a:lnTo>
                  <a:lnTo>
                    <a:pt x="1711" y="2125"/>
                  </a:lnTo>
                  <a:lnTo>
                    <a:pt x="1734" y="2042"/>
                  </a:lnTo>
                  <a:lnTo>
                    <a:pt x="1781" y="2042"/>
                  </a:lnTo>
                  <a:lnTo>
                    <a:pt x="1804" y="2125"/>
                  </a:lnTo>
                  <a:lnTo>
                    <a:pt x="1804" y="2125"/>
                  </a:lnTo>
                  <a:lnTo>
                    <a:pt x="1811" y="2151"/>
                  </a:lnTo>
                  <a:lnTo>
                    <a:pt x="1817" y="2181"/>
                  </a:lnTo>
                  <a:lnTo>
                    <a:pt x="1817" y="2181"/>
                  </a:lnTo>
                  <a:lnTo>
                    <a:pt x="1823" y="2156"/>
                  </a:lnTo>
                  <a:lnTo>
                    <a:pt x="1830" y="2125"/>
                  </a:lnTo>
                  <a:lnTo>
                    <a:pt x="1850" y="2042"/>
                  </a:lnTo>
                  <a:close/>
                  <a:moveTo>
                    <a:pt x="2016" y="2037"/>
                  </a:moveTo>
                  <a:lnTo>
                    <a:pt x="2016" y="2037"/>
                  </a:lnTo>
                  <a:lnTo>
                    <a:pt x="2006" y="2038"/>
                  </a:lnTo>
                  <a:lnTo>
                    <a:pt x="1995" y="2039"/>
                  </a:lnTo>
                  <a:lnTo>
                    <a:pt x="1985" y="2042"/>
                  </a:lnTo>
                  <a:lnTo>
                    <a:pt x="1976" y="2046"/>
                  </a:lnTo>
                  <a:lnTo>
                    <a:pt x="1967" y="2050"/>
                  </a:lnTo>
                  <a:lnTo>
                    <a:pt x="1958" y="2057"/>
                  </a:lnTo>
                  <a:lnTo>
                    <a:pt x="1951" y="2062"/>
                  </a:lnTo>
                  <a:lnTo>
                    <a:pt x="1944" y="2070"/>
                  </a:lnTo>
                  <a:lnTo>
                    <a:pt x="1937" y="2078"/>
                  </a:lnTo>
                  <a:lnTo>
                    <a:pt x="1932" y="2087"/>
                  </a:lnTo>
                  <a:lnTo>
                    <a:pt x="1926" y="2097"/>
                  </a:lnTo>
                  <a:lnTo>
                    <a:pt x="1923" y="2107"/>
                  </a:lnTo>
                  <a:lnTo>
                    <a:pt x="1920" y="2118"/>
                  </a:lnTo>
                  <a:lnTo>
                    <a:pt x="1916" y="2130"/>
                  </a:lnTo>
                  <a:lnTo>
                    <a:pt x="1915" y="2141"/>
                  </a:lnTo>
                  <a:lnTo>
                    <a:pt x="1915" y="2155"/>
                  </a:lnTo>
                  <a:lnTo>
                    <a:pt x="1915" y="2155"/>
                  </a:lnTo>
                  <a:lnTo>
                    <a:pt x="1915" y="2167"/>
                  </a:lnTo>
                  <a:lnTo>
                    <a:pt x="1916" y="2179"/>
                  </a:lnTo>
                  <a:lnTo>
                    <a:pt x="1920" y="2190"/>
                  </a:lnTo>
                  <a:lnTo>
                    <a:pt x="1923" y="2201"/>
                  </a:lnTo>
                  <a:lnTo>
                    <a:pt x="1926" y="2211"/>
                  </a:lnTo>
                  <a:lnTo>
                    <a:pt x="1932" y="2221"/>
                  </a:lnTo>
                  <a:lnTo>
                    <a:pt x="1937" y="2230"/>
                  </a:lnTo>
                  <a:lnTo>
                    <a:pt x="1944" y="2238"/>
                  </a:lnTo>
                  <a:lnTo>
                    <a:pt x="1951" y="2246"/>
                  </a:lnTo>
                  <a:lnTo>
                    <a:pt x="1958" y="2252"/>
                  </a:lnTo>
                  <a:lnTo>
                    <a:pt x="1967" y="2258"/>
                  </a:lnTo>
                  <a:lnTo>
                    <a:pt x="1976" y="2262"/>
                  </a:lnTo>
                  <a:lnTo>
                    <a:pt x="1985" y="2266"/>
                  </a:lnTo>
                  <a:lnTo>
                    <a:pt x="1995" y="2269"/>
                  </a:lnTo>
                  <a:lnTo>
                    <a:pt x="2006" y="2270"/>
                  </a:lnTo>
                  <a:lnTo>
                    <a:pt x="2016" y="2271"/>
                  </a:lnTo>
                  <a:lnTo>
                    <a:pt x="2016" y="2271"/>
                  </a:lnTo>
                  <a:lnTo>
                    <a:pt x="2027" y="2270"/>
                  </a:lnTo>
                  <a:lnTo>
                    <a:pt x="2039" y="2269"/>
                  </a:lnTo>
                  <a:lnTo>
                    <a:pt x="2049" y="2266"/>
                  </a:lnTo>
                  <a:lnTo>
                    <a:pt x="2057" y="2262"/>
                  </a:lnTo>
                  <a:lnTo>
                    <a:pt x="2066" y="2258"/>
                  </a:lnTo>
                  <a:lnTo>
                    <a:pt x="2075" y="2252"/>
                  </a:lnTo>
                  <a:lnTo>
                    <a:pt x="2083" y="2246"/>
                  </a:lnTo>
                  <a:lnTo>
                    <a:pt x="2090" y="2238"/>
                  </a:lnTo>
                  <a:lnTo>
                    <a:pt x="2096" y="2230"/>
                  </a:lnTo>
                  <a:lnTo>
                    <a:pt x="2102" y="2221"/>
                  </a:lnTo>
                  <a:lnTo>
                    <a:pt x="2106" y="2211"/>
                  </a:lnTo>
                  <a:lnTo>
                    <a:pt x="2111" y="2201"/>
                  </a:lnTo>
                  <a:lnTo>
                    <a:pt x="2114" y="2190"/>
                  </a:lnTo>
                  <a:lnTo>
                    <a:pt x="2116" y="2179"/>
                  </a:lnTo>
                  <a:lnTo>
                    <a:pt x="2119" y="2167"/>
                  </a:lnTo>
                  <a:lnTo>
                    <a:pt x="2119" y="2155"/>
                  </a:lnTo>
                  <a:lnTo>
                    <a:pt x="2119" y="2155"/>
                  </a:lnTo>
                  <a:lnTo>
                    <a:pt x="2119" y="2141"/>
                  </a:lnTo>
                  <a:lnTo>
                    <a:pt x="2116" y="2130"/>
                  </a:lnTo>
                  <a:lnTo>
                    <a:pt x="2114" y="2118"/>
                  </a:lnTo>
                  <a:lnTo>
                    <a:pt x="2111" y="2107"/>
                  </a:lnTo>
                  <a:lnTo>
                    <a:pt x="2106" y="2097"/>
                  </a:lnTo>
                  <a:lnTo>
                    <a:pt x="2102" y="2087"/>
                  </a:lnTo>
                  <a:lnTo>
                    <a:pt x="2096" y="2078"/>
                  </a:lnTo>
                  <a:lnTo>
                    <a:pt x="2090" y="2070"/>
                  </a:lnTo>
                  <a:lnTo>
                    <a:pt x="2083" y="2062"/>
                  </a:lnTo>
                  <a:lnTo>
                    <a:pt x="2075" y="2057"/>
                  </a:lnTo>
                  <a:lnTo>
                    <a:pt x="2066" y="2050"/>
                  </a:lnTo>
                  <a:lnTo>
                    <a:pt x="2057" y="2046"/>
                  </a:lnTo>
                  <a:lnTo>
                    <a:pt x="2049" y="2042"/>
                  </a:lnTo>
                  <a:lnTo>
                    <a:pt x="2039" y="2039"/>
                  </a:lnTo>
                  <a:lnTo>
                    <a:pt x="2027" y="2038"/>
                  </a:lnTo>
                  <a:lnTo>
                    <a:pt x="2016" y="2037"/>
                  </a:lnTo>
                  <a:lnTo>
                    <a:pt x="2016" y="2037"/>
                  </a:lnTo>
                  <a:close/>
                  <a:moveTo>
                    <a:pt x="2016" y="2219"/>
                  </a:moveTo>
                  <a:lnTo>
                    <a:pt x="2016" y="2219"/>
                  </a:lnTo>
                  <a:lnTo>
                    <a:pt x="2006" y="2218"/>
                  </a:lnTo>
                  <a:lnTo>
                    <a:pt x="1998" y="2215"/>
                  </a:lnTo>
                  <a:lnTo>
                    <a:pt x="1991" y="2209"/>
                  </a:lnTo>
                  <a:lnTo>
                    <a:pt x="1984" y="2201"/>
                  </a:lnTo>
                  <a:lnTo>
                    <a:pt x="1978" y="2192"/>
                  </a:lnTo>
                  <a:lnTo>
                    <a:pt x="1974" y="2181"/>
                  </a:lnTo>
                  <a:lnTo>
                    <a:pt x="1972" y="2168"/>
                  </a:lnTo>
                  <a:lnTo>
                    <a:pt x="1972" y="2155"/>
                  </a:lnTo>
                  <a:lnTo>
                    <a:pt x="1972" y="2155"/>
                  </a:lnTo>
                  <a:lnTo>
                    <a:pt x="1972" y="2140"/>
                  </a:lnTo>
                  <a:lnTo>
                    <a:pt x="1974" y="2128"/>
                  </a:lnTo>
                  <a:lnTo>
                    <a:pt x="1978" y="2117"/>
                  </a:lnTo>
                  <a:lnTo>
                    <a:pt x="1984" y="2107"/>
                  </a:lnTo>
                  <a:lnTo>
                    <a:pt x="1991" y="2099"/>
                  </a:lnTo>
                  <a:lnTo>
                    <a:pt x="1998" y="2093"/>
                  </a:lnTo>
                  <a:lnTo>
                    <a:pt x="2006" y="2090"/>
                  </a:lnTo>
                  <a:lnTo>
                    <a:pt x="2016" y="2089"/>
                  </a:lnTo>
                  <a:lnTo>
                    <a:pt x="2016" y="2089"/>
                  </a:lnTo>
                  <a:lnTo>
                    <a:pt x="2026" y="2090"/>
                  </a:lnTo>
                  <a:lnTo>
                    <a:pt x="2035" y="2093"/>
                  </a:lnTo>
                  <a:lnTo>
                    <a:pt x="2043" y="2099"/>
                  </a:lnTo>
                  <a:lnTo>
                    <a:pt x="2050" y="2107"/>
                  </a:lnTo>
                  <a:lnTo>
                    <a:pt x="2055" y="2117"/>
                  </a:lnTo>
                  <a:lnTo>
                    <a:pt x="2059" y="2128"/>
                  </a:lnTo>
                  <a:lnTo>
                    <a:pt x="2061" y="2140"/>
                  </a:lnTo>
                  <a:lnTo>
                    <a:pt x="2062" y="2155"/>
                  </a:lnTo>
                  <a:lnTo>
                    <a:pt x="2062" y="2155"/>
                  </a:lnTo>
                  <a:lnTo>
                    <a:pt x="2061" y="2168"/>
                  </a:lnTo>
                  <a:lnTo>
                    <a:pt x="2059" y="2181"/>
                  </a:lnTo>
                  <a:lnTo>
                    <a:pt x="2055" y="2192"/>
                  </a:lnTo>
                  <a:lnTo>
                    <a:pt x="2050" y="2201"/>
                  </a:lnTo>
                  <a:lnTo>
                    <a:pt x="2043" y="2209"/>
                  </a:lnTo>
                  <a:lnTo>
                    <a:pt x="2035" y="2215"/>
                  </a:lnTo>
                  <a:lnTo>
                    <a:pt x="2026" y="2218"/>
                  </a:lnTo>
                  <a:lnTo>
                    <a:pt x="2016" y="2219"/>
                  </a:lnTo>
                  <a:lnTo>
                    <a:pt x="2016" y="2219"/>
                  </a:lnTo>
                  <a:close/>
                  <a:moveTo>
                    <a:pt x="843" y="2116"/>
                  </a:moveTo>
                  <a:lnTo>
                    <a:pt x="910" y="2266"/>
                  </a:lnTo>
                  <a:lnTo>
                    <a:pt x="849" y="2266"/>
                  </a:lnTo>
                  <a:lnTo>
                    <a:pt x="803" y="2162"/>
                  </a:lnTo>
                  <a:lnTo>
                    <a:pt x="772" y="2199"/>
                  </a:lnTo>
                  <a:lnTo>
                    <a:pt x="772" y="2266"/>
                  </a:lnTo>
                  <a:lnTo>
                    <a:pt x="718" y="2266"/>
                  </a:lnTo>
                  <a:lnTo>
                    <a:pt x="718" y="1977"/>
                  </a:lnTo>
                  <a:lnTo>
                    <a:pt x="772" y="1949"/>
                  </a:lnTo>
                  <a:lnTo>
                    <a:pt x="772" y="2128"/>
                  </a:lnTo>
                  <a:lnTo>
                    <a:pt x="772" y="2128"/>
                  </a:lnTo>
                  <a:lnTo>
                    <a:pt x="794" y="2099"/>
                  </a:lnTo>
                  <a:lnTo>
                    <a:pt x="838" y="2042"/>
                  </a:lnTo>
                  <a:lnTo>
                    <a:pt x="903" y="2042"/>
                  </a:lnTo>
                  <a:lnTo>
                    <a:pt x="843" y="2116"/>
                  </a:lnTo>
                  <a:close/>
                  <a:moveTo>
                    <a:pt x="1105" y="2266"/>
                  </a:moveTo>
                  <a:lnTo>
                    <a:pt x="1049" y="2266"/>
                  </a:lnTo>
                  <a:lnTo>
                    <a:pt x="1049" y="2042"/>
                  </a:lnTo>
                  <a:lnTo>
                    <a:pt x="1105" y="2042"/>
                  </a:lnTo>
                  <a:lnTo>
                    <a:pt x="1105" y="2061"/>
                  </a:lnTo>
                  <a:lnTo>
                    <a:pt x="1105" y="2061"/>
                  </a:lnTo>
                  <a:lnTo>
                    <a:pt x="1110" y="2056"/>
                  </a:lnTo>
                  <a:lnTo>
                    <a:pt x="1116" y="2051"/>
                  </a:lnTo>
                  <a:lnTo>
                    <a:pt x="1123" y="2047"/>
                  </a:lnTo>
                  <a:lnTo>
                    <a:pt x="1129" y="2043"/>
                  </a:lnTo>
                  <a:lnTo>
                    <a:pt x="1137" y="2041"/>
                  </a:lnTo>
                  <a:lnTo>
                    <a:pt x="1145" y="2039"/>
                  </a:lnTo>
                  <a:lnTo>
                    <a:pt x="1153" y="2038"/>
                  </a:lnTo>
                  <a:lnTo>
                    <a:pt x="1162" y="2037"/>
                  </a:lnTo>
                  <a:lnTo>
                    <a:pt x="1162" y="2037"/>
                  </a:lnTo>
                  <a:lnTo>
                    <a:pt x="1172" y="2038"/>
                  </a:lnTo>
                  <a:lnTo>
                    <a:pt x="1180" y="2039"/>
                  </a:lnTo>
                  <a:lnTo>
                    <a:pt x="1188" y="2041"/>
                  </a:lnTo>
                  <a:lnTo>
                    <a:pt x="1197" y="2043"/>
                  </a:lnTo>
                  <a:lnTo>
                    <a:pt x="1204" y="2048"/>
                  </a:lnTo>
                  <a:lnTo>
                    <a:pt x="1210" y="2052"/>
                  </a:lnTo>
                  <a:lnTo>
                    <a:pt x="1217" y="2057"/>
                  </a:lnTo>
                  <a:lnTo>
                    <a:pt x="1223" y="2063"/>
                  </a:lnTo>
                  <a:lnTo>
                    <a:pt x="1227" y="2070"/>
                  </a:lnTo>
                  <a:lnTo>
                    <a:pt x="1232" y="2078"/>
                  </a:lnTo>
                  <a:lnTo>
                    <a:pt x="1235" y="2086"/>
                  </a:lnTo>
                  <a:lnTo>
                    <a:pt x="1238" y="2096"/>
                  </a:lnTo>
                  <a:lnTo>
                    <a:pt x="1240" y="2106"/>
                  </a:lnTo>
                  <a:lnTo>
                    <a:pt x="1242" y="2116"/>
                  </a:lnTo>
                  <a:lnTo>
                    <a:pt x="1243" y="2127"/>
                  </a:lnTo>
                  <a:lnTo>
                    <a:pt x="1244" y="2139"/>
                  </a:lnTo>
                  <a:lnTo>
                    <a:pt x="1244" y="2266"/>
                  </a:lnTo>
                  <a:lnTo>
                    <a:pt x="1188" y="2266"/>
                  </a:lnTo>
                  <a:lnTo>
                    <a:pt x="1188" y="2142"/>
                  </a:lnTo>
                  <a:lnTo>
                    <a:pt x="1188" y="2142"/>
                  </a:lnTo>
                  <a:lnTo>
                    <a:pt x="1187" y="2130"/>
                  </a:lnTo>
                  <a:lnTo>
                    <a:pt x="1186" y="2118"/>
                  </a:lnTo>
                  <a:lnTo>
                    <a:pt x="1183" y="2109"/>
                  </a:lnTo>
                  <a:lnTo>
                    <a:pt x="1178" y="2101"/>
                  </a:lnTo>
                  <a:lnTo>
                    <a:pt x="1173" y="2096"/>
                  </a:lnTo>
                  <a:lnTo>
                    <a:pt x="1166" y="2091"/>
                  </a:lnTo>
                  <a:lnTo>
                    <a:pt x="1157" y="2089"/>
                  </a:lnTo>
                  <a:lnTo>
                    <a:pt x="1147" y="2088"/>
                  </a:lnTo>
                  <a:lnTo>
                    <a:pt x="1147" y="2088"/>
                  </a:lnTo>
                  <a:lnTo>
                    <a:pt x="1138" y="2089"/>
                  </a:lnTo>
                  <a:lnTo>
                    <a:pt x="1129" y="2091"/>
                  </a:lnTo>
                  <a:lnTo>
                    <a:pt x="1122" y="2096"/>
                  </a:lnTo>
                  <a:lnTo>
                    <a:pt x="1116" y="2102"/>
                  </a:lnTo>
                  <a:lnTo>
                    <a:pt x="1112" y="2109"/>
                  </a:lnTo>
                  <a:lnTo>
                    <a:pt x="1108" y="2119"/>
                  </a:lnTo>
                  <a:lnTo>
                    <a:pt x="1106" y="2130"/>
                  </a:lnTo>
                  <a:lnTo>
                    <a:pt x="1105" y="2142"/>
                  </a:lnTo>
                  <a:lnTo>
                    <a:pt x="1105" y="2266"/>
                  </a:lnTo>
                  <a:close/>
                  <a:moveTo>
                    <a:pt x="1418" y="2058"/>
                  </a:moveTo>
                  <a:lnTo>
                    <a:pt x="1418" y="2058"/>
                  </a:lnTo>
                  <a:lnTo>
                    <a:pt x="1413" y="2053"/>
                  </a:lnTo>
                  <a:lnTo>
                    <a:pt x="1407" y="2049"/>
                  </a:lnTo>
                  <a:lnTo>
                    <a:pt x="1402" y="2046"/>
                  </a:lnTo>
                  <a:lnTo>
                    <a:pt x="1395" y="2042"/>
                  </a:lnTo>
                  <a:lnTo>
                    <a:pt x="1388" y="2040"/>
                  </a:lnTo>
                  <a:lnTo>
                    <a:pt x="1382" y="2039"/>
                  </a:lnTo>
                  <a:lnTo>
                    <a:pt x="1375" y="2038"/>
                  </a:lnTo>
                  <a:lnTo>
                    <a:pt x="1368" y="2037"/>
                  </a:lnTo>
                  <a:lnTo>
                    <a:pt x="1368" y="2037"/>
                  </a:lnTo>
                  <a:lnTo>
                    <a:pt x="1358" y="2038"/>
                  </a:lnTo>
                  <a:lnTo>
                    <a:pt x="1349" y="2039"/>
                  </a:lnTo>
                  <a:lnTo>
                    <a:pt x="1340" y="2041"/>
                  </a:lnTo>
                  <a:lnTo>
                    <a:pt x="1332" y="2046"/>
                  </a:lnTo>
                  <a:lnTo>
                    <a:pt x="1324" y="2049"/>
                  </a:lnTo>
                  <a:lnTo>
                    <a:pt x="1317" y="2055"/>
                  </a:lnTo>
                  <a:lnTo>
                    <a:pt x="1310" y="2061"/>
                  </a:lnTo>
                  <a:lnTo>
                    <a:pt x="1304" y="2068"/>
                  </a:lnTo>
                  <a:lnTo>
                    <a:pt x="1298" y="2076"/>
                  </a:lnTo>
                  <a:lnTo>
                    <a:pt x="1294" y="2085"/>
                  </a:lnTo>
                  <a:lnTo>
                    <a:pt x="1289" y="2093"/>
                  </a:lnTo>
                  <a:lnTo>
                    <a:pt x="1286" y="2105"/>
                  </a:lnTo>
                  <a:lnTo>
                    <a:pt x="1284" y="2115"/>
                  </a:lnTo>
                  <a:lnTo>
                    <a:pt x="1282" y="2127"/>
                  </a:lnTo>
                  <a:lnTo>
                    <a:pt x="1280" y="2139"/>
                  </a:lnTo>
                  <a:lnTo>
                    <a:pt x="1280" y="2151"/>
                  </a:lnTo>
                  <a:lnTo>
                    <a:pt x="1280" y="2151"/>
                  </a:lnTo>
                  <a:lnTo>
                    <a:pt x="1280" y="2166"/>
                  </a:lnTo>
                  <a:lnTo>
                    <a:pt x="1282" y="2178"/>
                  </a:lnTo>
                  <a:lnTo>
                    <a:pt x="1284" y="2190"/>
                  </a:lnTo>
                  <a:lnTo>
                    <a:pt x="1286" y="2202"/>
                  </a:lnTo>
                  <a:lnTo>
                    <a:pt x="1289" y="2212"/>
                  </a:lnTo>
                  <a:lnTo>
                    <a:pt x="1294" y="2222"/>
                  </a:lnTo>
                  <a:lnTo>
                    <a:pt x="1298" y="2231"/>
                  </a:lnTo>
                  <a:lnTo>
                    <a:pt x="1304" y="2239"/>
                  </a:lnTo>
                  <a:lnTo>
                    <a:pt x="1309" y="2247"/>
                  </a:lnTo>
                  <a:lnTo>
                    <a:pt x="1316" y="2252"/>
                  </a:lnTo>
                  <a:lnTo>
                    <a:pt x="1323" y="2258"/>
                  </a:lnTo>
                  <a:lnTo>
                    <a:pt x="1330" y="2262"/>
                  </a:lnTo>
                  <a:lnTo>
                    <a:pt x="1339" y="2266"/>
                  </a:lnTo>
                  <a:lnTo>
                    <a:pt x="1348" y="2269"/>
                  </a:lnTo>
                  <a:lnTo>
                    <a:pt x="1357" y="2270"/>
                  </a:lnTo>
                  <a:lnTo>
                    <a:pt x="1367" y="2271"/>
                  </a:lnTo>
                  <a:lnTo>
                    <a:pt x="1367" y="2271"/>
                  </a:lnTo>
                  <a:lnTo>
                    <a:pt x="1374" y="2270"/>
                  </a:lnTo>
                  <a:lnTo>
                    <a:pt x="1382" y="2269"/>
                  </a:lnTo>
                  <a:lnTo>
                    <a:pt x="1388" y="2268"/>
                  </a:lnTo>
                  <a:lnTo>
                    <a:pt x="1395" y="2266"/>
                  </a:lnTo>
                  <a:lnTo>
                    <a:pt x="1401" y="2262"/>
                  </a:lnTo>
                  <a:lnTo>
                    <a:pt x="1407" y="2259"/>
                  </a:lnTo>
                  <a:lnTo>
                    <a:pt x="1413" y="2255"/>
                  </a:lnTo>
                  <a:lnTo>
                    <a:pt x="1418" y="2249"/>
                  </a:lnTo>
                  <a:lnTo>
                    <a:pt x="1418" y="2255"/>
                  </a:lnTo>
                  <a:lnTo>
                    <a:pt x="1418" y="2255"/>
                  </a:lnTo>
                  <a:lnTo>
                    <a:pt x="1418" y="2264"/>
                  </a:lnTo>
                  <a:lnTo>
                    <a:pt x="1417" y="2274"/>
                  </a:lnTo>
                  <a:lnTo>
                    <a:pt x="1414" y="2284"/>
                  </a:lnTo>
                  <a:lnTo>
                    <a:pt x="1412" y="2288"/>
                  </a:lnTo>
                  <a:lnTo>
                    <a:pt x="1409" y="2293"/>
                  </a:lnTo>
                  <a:lnTo>
                    <a:pt x="1405" y="2297"/>
                  </a:lnTo>
                  <a:lnTo>
                    <a:pt x="1401" y="2301"/>
                  </a:lnTo>
                  <a:lnTo>
                    <a:pt x="1395" y="2305"/>
                  </a:lnTo>
                  <a:lnTo>
                    <a:pt x="1388" y="2308"/>
                  </a:lnTo>
                  <a:lnTo>
                    <a:pt x="1379" y="2310"/>
                  </a:lnTo>
                  <a:lnTo>
                    <a:pt x="1370" y="2313"/>
                  </a:lnTo>
                  <a:lnTo>
                    <a:pt x="1359" y="2314"/>
                  </a:lnTo>
                  <a:lnTo>
                    <a:pt x="1346" y="2314"/>
                  </a:lnTo>
                  <a:lnTo>
                    <a:pt x="1344" y="2314"/>
                  </a:lnTo>
                  <a:lnTo>
                    <a:pt x="1364" y="2357"/>
                  </a:lnTo>
                  <a:lnTo>
                    <a:pt x="1365" y="2357"/>
                  </a:lnTo>
                  <a:lnTo>
                    <a:pt x="1365" y="2357"/>
                  </a:lnTo>
                  <a:lnTo>
                    <a:pt x="1378" y="2357"/>
                  </a:lnTo>
                  <a:lnTo>
                    <a:pt x="1390" y="2356"/>
                  </a:lnTo>
                  <a:lnTo>
                    <a:pt x="1402" y="2353"/>
                  </a:lnTo>
                  <a:lnTo>
                    <a:pt x="1413" y="2350"/>
                  </a:lnTo>
                  <a:lnTo>
                    <a:pt x="1423" y="2346"/>
                  </a:lnTo>
                  <a:lnTo>
                    <a:pt x="1432" y="2341"/>
                  </a:lnTo>
                  <a:lnTo>
                    <a:pt x="1439" y="2336"/>
                  </a:lnTo>
                  <a:lnTo>
                    <a:pt x="1446" y="2329"/>
                  </a:lnTo>
                  <a:lnTo>
                    <a:pt x="1453" y="2321"/>
                  </a:lnTo>
                  <a:lnTo>
                    <a:pt x="1458" y="2314"/>
                  </a:lnTo>
                  <a:lnTo>
                    <a:pt x="1463" y="2304"/>
                  </a:lnTo>
                  <a:lnTo>
                    <a:pt x="1466" y="2294"/>
                  </a:lnTo>
                  <a:lnTo>
                    <a:pt x="1469" y="2284"/>
                  </a:lnTo>
                  <a:lnTo>
                    <a:pt x="1472" y="2271"/>
                  </a:lnTo>
                  <a:lnTo>
                    <a:pt x="1473" y="2259"/>
                  </a:lnTo>
                  <a:lnTo>
                    <a:pt x="1473" y="2246"/>
                  </a:lnTo>
                  <a:lnTo>
                    <a:pt x="1473" y="2042"/>
                  </a:lnTo>
                  <a:lnTo>
                    <a:pt x="1418" y="2042"/>
                  </a:lnTo>
                  <a:lnTo>
                    <a:pt x="1418" y="2058"/>
                  </a:lnTo>
                  <a:close/>
                  <a:moveTo>
                    <a:pt x="1418" y="2110"/>
                  </a:moveTo>
                  <a:lnTo>
                    <a:pt x="1418" y="2198"/>
                  </a:lnTo>
                  <a:lnTo>
                    <a:pt x="1418" y="2198"/>
                  </a:lnTo>
                  <a:lnTo>
                    <a:pt x="1411" y="2206"/>
                  </a:lnTo>
                  <a:lnTo>
                    <a:pt x="1403" y="2214"/>
                  </a:lnTo>
                  <a:lnTo>
                    <a:pt x="1397" y="2216"/>
                  </a:lnTo>
                  <a:lnTo>
                    <a:pt x="1392" y="2218"/>
                  </a:lnTo>
                  <a:lnTo>
                    <a:pt x="1386" y="2219"/>
                  </a:lnTo>
                  <a:lnTo>
                    <a:pt x="1378" y="2220"/>
                  </a:lnTo>
                  <a:lnTo>
                    <a:pt x="1378" y="2220"/>
                  </a:lnTo>
                  <a:lnTo>
                    <a:pt x="1372" y="2219"/>
                  </a:lnTo>
                  <a:lnTo>
                    <a:pt x="1364" y="2217"/>
                  </a:lnTo>
                  <a:lnTo>
                    <a:pt x="1357" y="2214"/>
                  </a:lnTo>
                  <a:lnTo>
                    <a:pt x="1350" y="2207"/>
                  </a:lnTo>
                  <a:lnTo>
                    <a:pt x="1345" y="2198"/>
                  </a:lnTo>
                  <a:lnTo>
                    <a:pt x="1340" y="2186"/>
                  </a:lnTo>
                  <a:lnTo>
                    <a:pt x="1338" y="2170"/>
                  </a:lnTo>
                  <a:lnTo>
                    <a:pt x="1337" y="2150"/>
                  </a:lnTo>
                  <a:lnTo>
                    <a:pt x="1337" y="2150"/>
                  </a:lnTo>
                  <a:lnTo>
                    <a:pt x="1338" y="2133"/>
                  </a:lnTo>
                  <a:lnTo>
                    <a:pt x="1340" y="2119"/>
                  </a:lnTo>
                  <a:lnTo>
                    <a:pt x="1345" y="2108"/>
                  </a:lnTo>
                  <a:lnTo>
                    <a:pt x="1350" y="2100"/>
                  </a:lnTo>
                  <a:lnTo>
                    <a:pt x="1357" y="2095"/>
                  </a:lnTo>
                  <a:lnTo>
                    <a:pt x="1364" y="2090"/>
                  </a:lnTo>
                  <a:lnTo>
                    <a:pt x="1372" y="2089"/>
                  </a:lnTo>
                  <a:lnTo>
                    <a:pt x="1378" y="2088"/>
                  </a:lnTo>
                  <a:lnTo>
                    <a:pt x="1378" y="2088"/>
                  </a:lnTo>
                  <a:lnTo>
                    <a:pt x="1386" y="2089"/>
                  </a:lnTo>
                  <a:lnTo>
                    <a:pt x="1393" y="2090"/>
                  </a:lnTo>
                  <a:lnTo>
                    <a:pt x="1398" y="2092"/>
                  </a:lnTo>
                  <a:lnTo>
                    <a:pt x="1404" y="2096"/>
                  </a:lnTo>
                  <a:lnTo>
                    <a:pt x="1408" y="2099"/>
                  </a:lnTo>
                  <a:lnTo>
                    <a:pt x="1412" y="2102"/>
                  </a:lnTo>
                  <a:lnTo>
                    <a:pt x="1418" y="2110"/>
                  </a:lnTo>
                  <a:lnTo>
                    <a:pt x="1418" y="2110"/>
                  </a:lnTo>
                  <a:close/>
                  <a:moveTo>
                    <a:pt x="945" y="2042"/>
                  </a:moveTo>
                  <a:lnTo>
                    <a:pt x="1000" y="2042"/>
                  </a:lnTo>
                  <a:lnTo>
                    <a:pt x="1000" y="2139"/>
                  </a:lnTo>
                  <a:lnTo>
                    <a:pt x="1000" y="2266"/>
                  </a:lnTo>
                  <a:lnTo>
                    <a:pt x="945" y="2266"/>
                  </a:lnTo>
                  <a:lnTo>
                    <a:pt x="945" y="2042"/>
                  </a:lnTo>
                  <a:close/>
                  <a:moveTo>
                    <a:pt x="1000" y="1982"/>
                  </a:moveTo>
                  <a:lnTo>
                    <a:pt x="1000" y="2010"/>
                  </a:lnTo>
                  <a:lnTo>
                    <a:pt x="945" y="2010"/>
                  </a:lnTo>
                  <a:lnTo>
                    <a:pt x="945" y="1954"/>
                  </a:lnTo>
                  <a:lnTo>
                    <a:pt x="1000" y="1954"/>
                  </a:lnTo>
                  <a:lnTo>
                    <a:pt x="1000" y="1982"/>
                  </a:lnTo>
                  <a:close/>
                  <a:moveTo>
                    <a:pt x="2325" y="1977"/>
                  </a:moveTo>
                  <a:lnTo>
                    <a:pt x="2381" y="1949"/>
                  </a:lnTo>
                  <a:lnTo>
                    <a:pt x="2381" y="2144"/>
                  </a:lnTo>
                  <a:lnTo>
                    <a:pt x="2381" y="2266"/>
                  </a:lnTo>
                  <a:lnTo>
                    <a:pt x="2325" y="2266"/>
                  </a:lnTo>
                  <a:lnTo>
                    <a:pt x="2325" y="1977"/>
                  </a:lnTo>
                  <a:close/>
                  <a:moveTo>
                    <a:pt x="400" y="762"/>
                  </a:moveTo>
                  <a:lnTo>
                    <a:pt x="856" y="762"/>
                  </a:lnTo>
                  <a:lnTo>
                    <a:pt x="856" y="498"/>
                  </a:lnTo>
                  <a:lnTo>
                    <a:pt x="400" y="498"/>
                  </a:lnTo>
                  <a:lnTo>
                    <a:pt x="400" y="290"/>
                  </a:lnTo>
                  <a:lnTo>
                    <a:pt x="905" y="290"/>
                  </a:lnTo>
                  <a:lnTo>
                    <a:pt x="737" y="0"/>
                  </a:lnTo>
                  <a:lnTo>
                    <a:pt x="22" y="0"/>
                  </a:lnTo>
                  <a:lnTo>
                    <a:pt x="22" y="1261"/>
                  </a:lnTo>
                  <a:lnTo>
                    <a:pt x="1030" y="1261"/>
                  </a:lnTo>
                  <a:lnTo>
                    <a:pt x="1030" y="970"/>
                  </a:lnTo>
                  <a:lnTo>
                    <a:pt x="400" y="970"/>
                  </a:lnTo>
                  <a:lnTo>
                    <a:pt x="400" y="762"/>
                  </a:lnTo>
                  <a:close/>
                  <a:moveTo>
                    <a:pt x="1702" y="0"/>
                  </a:moveTo>
                  <a:lnTo>
                    <a:pt x="1487" y="411"/>
                  </a:lnTo>
                  <a:lnTo>
                    <a:pt x="1274" y="0"/>
                  </a:lnTo>
                  <a:lnTo>
                    <a:pt x="856" y="0"/>
                  </a:lnTo>
                  <a:lnTo>
                    <a:pt x="1296" y="762"/>
                  </a:lnTo>
                  <a:lnTo>
                    <a:pt x="1296" y="1261"/>
                  </a:lnTo>
                  <a:lnTo>
                    <a:pt x="1673" y="1261"/>
                  </a:lnTo>
                  <a:lnTo>
                    <a:pt x="1673" y="762"/>
                  </a:lnTo>
                  <a:lnTo>
                    <a:pt x="2114" y="0"/>
                  </a:lnTo>
                  <a:lnTo>
                    <a:pt x="1702"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pic>
        <p:nvPicPr>
          <p:cNvPr id="89" name="Picture 88">
            <a:extLst>
              <a:ext uri="{FF2B5EF4-FFF2-40B4-BE49-F238E27FC236}">
                <a16:creationId xmlns:a16="http://schemas.microsoft.com/office/drawing/2014/main" id="{BEA87971-BB0B-4ED2-8AC3-71D5B1159A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777240"/>
            <a:ext cx="6753225" cy="3400425"/>
          </a:xfrm>
          <a:prstGeom prst="rect">
            <a:avLst/>
          </a:prstGeom>
        </p:spPr>
      </p:pic>
      <p:sp>
        <p:nvSpPr>
          <p:cNvPr id="90" name="Subtitle 2">
            <a:extLst>
              <a:ext uri="{FF2B5EF4-FFF2-40B4-BE49-F238E27FC236}">
                <a16:creationId xmlns:a16="http://schemas.microsoft.com/office/drawing/2014/main" id="{D57E11BD-E2D9-41B1-9EF5-FF1EA0B8EB0D}"/>
              </a:ext>
            </a:extLst>
          </p:cNvPr>
          <p:cNvSpPr>
            <a:spLocks noGrp="1"/>
          </p:cNvSpPr>
          <p:nvPr>
            <p:ph type="subTitle" idx="1"/>
          </p:nvPr>
        </p:nvSpPr>
        <p:spPr>
          <a:xfrm>
            <a:off x="888191" y="3258529"/>
            <a:ext cx="5943432" cy="645742"/>
          </a:xfrm>
          <a:prstGeom prst="rect">
            <a:avLst/>
          </a:prstGeom>
        </p:spPr>
        <p:txBody>
          <a:bodyPr/>
          <a:lstStyle>
            <a:lvl1pPr marL="0" indent="0" algn="l">
              <a:buNone/>
              <a:defRPr sz="1600">
                <a:solidFill>
                  <a:schemeClr val="bg1"/>
                </a:solidFill>
                <a:latin typeface="EYInterstate" panose="02000503020000020004" pitchFamily="2" charset="0"/>
                <a:cs typeface="Arial" pitchFamily="34" charset="0"/>
              </a:defRPr>
            </a:lvl1pPr>
            <a:lvl2pPr marL="0" indent="0" algn="l">
              <a:buNone/>
              <a:defRPr sz="1600">
                <a:solidFill>
                  <a:srgbClr val="FFFFFF"/>
                </a:solidFill>
              </a:defRPr>
            </a:lvl2pPr>
            <a:lvl3pPr marL="0" indent="0" algn="l">
              <a:buNone/>
              <a:defRPr sz="1600">
                <a:solidFill>
                  <a:srgbClr val="FFFFFF"/>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sp>
        <p:nvSpPr>
          <p:cNvPr id="91" name="Title 1">
            <a:extLst>
              <a:ext uri="{FF2B5EF4-FFF2-40B4-BE49-F238E27FC236}">
                <a16:creationId xmlns:a16="http://schemas.microsoft.com/office/drawing/2014/main" id="{9E850DE9-7D5E-499B-8FA1-4143F639E01E}"/>
              </a:ext>
            </a:extLst>
          </p:cNvPr>
          <p:cNvSpPr>
            <a:spLocks noGrp="1"/>
          </p:cNvSpPr>
          <p:nvPr>
            <p:ph type="ctrTitle"/>
          </p:nvPr>
        </p:nvSpPr>
        <p:spPr>
          <a:xfrm>
            <a:off x="888191" y="2288083"/>
            <a:ext cx="5943432" cy="860400"/>
          </a:xfrm>
          <a:prstGeom prst="rect">
            <a:avLst/>
          </a:prstGeom>
        </p:spPr>
        <p:txBody>
          <a:bodyPr/>
          <a:lstStyle>
            <a:lvl1pPr>
              <a:defRPr sz="3000" b="0">
                <a:solidFill>
                  <a:schemeClr val="bg1"/>
                </a:solidFill>
                <a:latin typeface="EYInterstate Light" panose="02000506000000020004" pitchFamily="2" charset="0"/>
                <a:cs typeface="Arial" pitchFamily="34" charset="0"/>
              </a:defRPr>
            </a:lvl1pPr>
          </a:lstStyle>
          <a:p>
            <a:r>
              <a:rPr lang="en-US" dirty="0"/>
              <a:t>Click to edit Master title style</a:t>
            </a:r>
            <a:endParaRPr lang="en-GB" dirty="0"/>
          </a:p>
        </p:txBody>
      </p:sp>
      <p:pic>
        <p:nvPicPr>
          <p:cNvPr id="92" name="Picture 91">
            <a:extLst>
              <a:ext uri="{FF2B5EF4-FFF2-40B4-BE49-F238E27FC236}">
                <a16:creationId xmlns:a16="http://schemas.microsoft.com/office/drawing/2014/main" id="{620AFF6A-D70F-482C-ACA4-D71330481F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5914517"/>
            <a:ext cx="3780000" cy="618750"/>
          </a:xfrm>
          <a:prstGeom prst="rect">
            <a:avLst/>
          </a:prstGeom>
        </p:spPr>
      </p:pic>
    </p:spTree>
    <p:extLst>
      <p:ext uri="{BB962C8B-B14F-4D97-AF65-F5344CB8AC3E}">
        <p14:creationId xmlns:p14="http://schemas.microsoft.com/office/powerpoint/2010/main" val="4177368543"/>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400"/>
          </a:xfrm>
        </p:spPr>
        <p:txBody>
          <a:bodyPr/>
          <a:lstStyle>
            <a:lvl1pPr>
              <a:defRPr sz="2400">
                <a:solidFill>
                  <a:schemeClr val="bg1"/>
                </a:solidFill>
              </a:defRPr>
            </a:lvl1pPr>
          </a:lstStyle>
          <a:p>
            <a:r>
              <a:rPr lang="en-US" dirty="0"/>
              <a:t>Click to edit Master title style</a:t>
            </a:r>
            <a:endParaRPr lang="en-GB" dirty="0"/>
          </a:p>
        </p:txBody>
      </p:sp>
      <p:sp>
        <p:nvSpPr>
          <p:cNvPr id="12" name="Line 10">
            <a:extLst>
              <a:ext uri="{FF2B5EF4-FFF2-40B4-BE49-F238E27FC236}">
                <a16:creationId xmlns:a16="http://schemas.microsoft.com/office/drawing/2014/main" id="{DA9741B6-D337-4A18-8ECB-FB21A6953E44}"/>
              </a:ext>
            </a:extLst>
          </p:cNvPr>
          <p:cNvSpPr>
            <a:spLocks noChangeShapeType="1"/>
          </p:cNvSpPr>
          <p:nvPr/>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457201" y="1137920"/>
            <a:ext cx="8229600" cy="4947920"/>
          </a:xfrm>
          <a:prstGeom prst="rect">
            <a:avLst/>
          </a:prstGeom>
        </p:spPr>
        <p:txBody>
          <a:bodyPr vert="horz" lIns="0" tIns="0" rIns="0" bIns="0" rtlCol="0" anchor="t" anchorCtr="0">
            <a:noAutofit/>
          </a:bodyPr>
          <a:lstStyle>
            <a:lvl1pPr>
              <a:defRPr sz="2000"/>
            </a:lvl1pPr>
            <a:lvl2pPr>
              <a:defRPr sz="1800"/>
            </a:lvl2pPr>
            <a:lvl3pPr>
              <a:defRPr sz="1600"/>
            </a:lvl3pPr>
            <a:lvl4pPr>
              <a:defRPr sz="14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6133359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294200"/>
            <a:ext cx="8229600" cy="590400"/>
          </a:xfrm>
        </p:spPr>
        <p:txBody>
          <a:bodyPr/>
          <a:lstStyle>
            <a:lvl1pPr>
              <a:defRPr sz="1799">
                <a:solidFill>
                  <a:schemeClr val="bg1"/>
                </a:solidFill>
              </a:defRPr>
            </a:lvl1pPr>
          </a:lstStyle>
          <a:p>
            <a:r>
              <a:rPr lang="en-US" dirty="0"/>
              <a:t>Standard slide</a:t>
            </a:r>
            <a:endParaRPr lang="en-GB" dirty="0"/>
          </a:p>
        </p:txBody>
      </p:sp>
      <p:sp>
        <p:nvSpPr>
          <p:cNvPr id="80" name="Line 10">
            <a:extLst>
              <a:ext uri="{FF2B5EF4-FFF2-40B4-BE49-F238E27FC236}">
                <a16:creationId xmlns:a16="http://schemas.microsoft.com/office/drawing/2014/main" id="{EF8E9275-C0E0-4ABA-8699-73E5E292EC85}"/>
              </a:ext>
            </a:extLst>
          </p:cNvPr>
          <p:cNvSpPr>
            <a:spLocks noChangeShapeType="1"/>
          </p:cNvSpPr>
          <p:nvPr/>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Tree>
    <p:extLst>
      <p:ext uri="{BB962C8B-B14F-4D97-AF65-F5344CB8AC3E}">
        <p14:creationId xmlns:p14="http://schemas.microsoft.com/office/powerpoint/2010/main" val="4821903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6146139" y="1"/>
            <a:ext cx="2997862" cy="6156104"/>
          </a:xfrm>
        </p:spPr>
        <p:txBody>
          <a:bodyPr/>
          <a:lstStyle/>
          <a:p>
            <a:r>
              <a:rPr lang="en-US"/>
              <a:t>Click icon to add picture</a:t>
            </a:r>
            <a:endParaRPr lang="en-IN" dirty="0"/>
          </a:p>
        </p:txBody>
      </p:sp>
      <p:sp>
        <p:nvSpPr>
          <p:cNvPr id="2" name="Title 1"/>
          <p:cNvSpPr>
            <a:spLocks noGrp="1"/>
          </p:cNvSpPr>
          <p:nvPr>
            <p:ph type="title"/>
          </p:nvPr>
        </p:nvSpPr>
        <p:spPr>
          <a:xfrm>
            <a:off x="457201" y="294200"/>
            <a:ext cx="5580410" cy="590400"/>
          </a:xfrm>
        </p:spPr>
        <p:txBody>
          <a:bodyPr/>
          <a:lstStyle>
            <a:lvl1pPr>
              <a:defRPr sz="2400">
                <a:solidFill>
                  <a:schemeClr val="bg1"/>
                </a:solidFill>
              </a:defRPr>
            </a:lvl1pPr>
          </a:lstStyle>
          <a:p>
            <a:r>
              <a:rPr lang="en-US" dirty="0"/>
              <a:t>Click to edit Master title style</a:t>
            </a:r>
            <a:endParaRPr lang="en-GB" dirty="0"/>
          </a:p>
        </p:txBody>
      </p:sp>
      <p:sp>
        <p:nvSpPr>
          <p:cNvPr id="3" name="Content Placeholder 2"/>
          <p:cNvSpPr>
            <a:spLocks noGrp="1"/>
          </p:cNvSpPr>
          <p:nvPr>
            <p:ph idx="1" hasCustomPrompt="1"/>
          </p:nvPr>
        </p:nvSpPr>
        <p:spPr>
          <a:xfrm>
            <a:off x="457200" y="1137921"/>
            <a:ext cx="5471882" cy="873760"/>
          </a:xfrm>
        </p:spPr>
        <p:txBody>
          <a:bodyPr/>
          <a:lstStyle>
            <a:lvl1pPr marL="0" indent="0">
              <a:buNone/>
              <a:defRPr sz="13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457201" y="2311401"/>
            <a:ext cx="2683690" cy="3844704"/>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2" name="Content Placeholder 2">
            <a:extLst>
              <a:ext uri="{FF2B5EF4-FFF2-40B4-BE49-F238E27FC236}">
                <a16:creationId xmlns:a16="http://schemas.microsoft.com/office/drawing/2014/main" id="{0C7BD71A-882B-40FB-A05F-48ECC69FF73D}"/>
              </a:ext>
            </a:extLst>
          </p:cNvPr>
          <p:cNvSpPr>
            <a:spLocks noGrp="1"/>
          </p:cNvSpPr>
          <p:nvPr>
            <p:ph idx="12" hasCustomPrompt="1"/>
          </p:nvPr>
        </p:nvSpPr>
        <p:spPr>
          <a:xfrm>
            <a:off x="3245392" y="2311402"/>
            <a:ext cx="2683690" cy="1254759"/>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4" name="Content Placeholder 2">
            <a:extLst>
              <a:ext uri="{FF2B5EF4-FFF2-40B4-BE49-F238E27FC236}">
                <a16:creationId xmlns:a16="http://schemas.microsoft.com/office/drawing/2014/main" id="{D87D58C8-1517-42AA-8B2A-E449A3F6F028}"/>
              </a:ext>
            </a:extLst>
          </p:cNvPr>
          <p:cNvSpPr>
            <a:spLocks noGrp="1"/>
          </p:cNvSpPr>
          <p:nvPr>
            <p:ph idx="13" hasCustomPrompt="1"/>
          </p:nvPr>
        </p:nvSpPr>
        <p:spPr>
          <a:xfrm>
            <a:off x="3245392" y="4236721"/>
            <a:ext cx="2683690" cy="1944160"/>
          </a:xfrm>
        </p:spPr>
        <p:txBody>
          <a:bodyPr numCol="1"/>
          <a:lstStyle>
            <a:lvl1pPr marL="0" indent="0">
              <a:buNone/>
              <a:defRPr sz="1349">
                <a:solidFill>
                  <a:schemeClr val="bg1"/>
                </a:solidFill>
                <a:latin typeface="Georgia" panose="02040502050405020303" pitchFamily="18" charset="0"/>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Quote</a:t>
            </a:r>
          </a:p>
        </p:txBody>
      </p:sp>
      <p:sp>
        <p:nvSpPr>
          <p:cNvPr id="23" name="Line 10">
            <a:extLst>
              <a:ext uri="{FF2B5EF4-FFF2-40B4-BE49-F238E27FC236}">
                <a16:creationId xmlns:a16="http://schemas.microsoft.com/office/drawing/2014/main" id="{E820DC59-E206-4DC0-9012-584F8EBAF730}"/>
              </a:ext>
            </a:extLst>
          </p:cNvPr>
          <p:cNvSpPr>
            <a:spLocks noChangeShapeType="1"/>
          </p:cNvSpPr>
          <p:nvPr/>
        </p:nvSpPr>
        <p:spPr bwMode="auto">
          <a:xfrm>
            <a:off x="457200" y="907750"/>
            <a:ext cx="5789875"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Tree>
    <p:extLst>
      <p:ext uri="{BB962C8B-B14F-4D97-AF65-F5344CB8AC3E}">
        <p14:creationId xmlns:p14="http://schemas.microsoft.com/office/powerpoint/2010/main" val="28988026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0" y="1"/>
            <a:ext cx="1787414" cy="6857999"/>
          </a:xfrm>
        </p:spPr>
        <p:txBody>
          <a:bodyPr/>
          <a:lstStyle/>
          <a:p>
            <a:r>
              <a:rPr lang="en-US"/>
              <a:t>Click icon to add picture</a:t>
            </a:r>
            <a:endParaRPr lang="en-IN"/>
          </a:p>
        </p:txBody>
      </p:sp>
      <p:sp>
        <p:nvSpPr>
          <p:cNvPr id="2" name="Title 1"/>
          <p:cNvSpPr>
            <a:spLocks noGrp="1"/>
          </p:cNvSpPr>
          <p:nvPr>
            <p:ph type="title"/>
          </p:nvPr>
        </p:nvSpPr>
        <p:spPr>
          <a:xfrm>
            <a:off x="2020418" y="294200"/>
            <a:ext cx="6665528" cy="590400"/>
          </a:xfrm>
        </p:spPr>
        <p:txBody>
          <a:bodyPr/>
          <a:lstStyle>
            <a:lvl1pPr>
              <a:defRPr sz="2400">
                <a:solidFill>
                  <a:schemeClr val="bg1"/>
                </a:solidFill>
              </a:defRPr>
            </a:lvl1pPr>
          </a:lstStyle>
          <a:p>
            <a:r>
              <a:rPr lang="en-US"/>
              <a:t>Click to edit Master title style</a:t>
            </a:r>
            <a:endParaRPr lang="en-GB" dirty="0"/>
          </a:p>
        </p:txBody>
      </p:sp>
      <p:sp>
        <p:nvSpPr>
          <p:cNvPr id="3" name="Content Placeholder 2"/>
          <p:cNvSpPr>
            <a:spLocks noGrp="1"/>
          </p:cNvSpPr>
          <p:nvPr>
            <p:ph idx="1" hasCustomPrompt="1"/>
          </p:nvPr>
        </p:nvSpPr>
        <p:spPr>
          <a:xfrm>
            <a:off x="2020417" y="1137921"/>
            <a:ext cx="2056091" cy="5018184"/>
          </a:xfrm>
        </p:spPr>
        <p:txBody>
          <a:bodyPr/>
          <a:lstStyle>
            <a:lvl1pPr marL="0" indent="0">
              <a:buNone/>
              <a:defRPr sz="13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4293076" y="1137921"/>
            <a:ext cx="2101787" cy="5018184"/>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23" name="Content Placeholder 2">
            <a:extLst>
              <a:ext uri="{FF2B5EF4-FFF2-40B4-BE49-F238E27FC236}">
                <a16:creationId xmlns:a16="http://schemas.microsoft.com/office/drawing/2014/main" id="{6FF4A6F8-D9C6-4FEE-9324-5200D308BB1F}"/>
              </a:ext>
            </a:extLst>
          </p:cNvPr>
          <p:cNvSpPr>
            <a:spLocks noGrp="1"/>
          </p:cNvSpPr>
          <p:nvPr>
            <p:ph idx="12" hasCustomPrompt="1"/>
          </p:nvPr>
        </p:nvSpPr>
        <p:spPr>
          <a:xfrm>
            <a:off x="6611431" y="1137922"/>
            <a:ext cx="2075369" cy="2796151"/>
          </a:xfrm>
        </p:spPr>
        <p:txBody>
          <a:bodyPr numCol="1"/>
          <a:lstStyle>
            <a:lvl1pPr marL="0" indent="0">
              <a:buNone/>
              <a:defRPr sz="1049">
                <a:solidFill>
                  <a:schemeClr val="bg1"/>
                </a:solidFill>
              </a:defRPr>
            </a:lvl1pPr>
            <a:lvl2pPr marL="267319" indent="0">
              <a:buNone/>
              <a:defRPr sz="1349">
                <a:solidFill>
                  <a:schemeClr val="bg1"/>
                </a:solidFill>
              </a:defRPr>
            </a:lvl2pPr>
            <a:lvl3pPr marL="534639" indent="0">
              <a:buNone/>
              <a:defRPr sz="1199">
                <a:solidFill>
                  <a:schemeClr val="bg1"/>
                </a:solidFill>
              </a:defRPr>
            </a:lvl3pPr>
            <a:lvl4pPr marL="801958" indent="0">
              <a:buNone/>
              <a:defRPr sz="1049">
                <a:solidFill>
                  <a:schemeClr val="bg1"/>
                </a:solidFill>
              </a:defRPr>
            </a:lvl4pPr>
            <a:lvl5pPr marL="1069277" indent="0">
              <a:buNone/>
              <a:defRPr sz="900">
                <a:solidFill>
                  <a:schemeClr val="bg1"/>
                </a:solidFill>
              </a:defRPr>
            </a:lvl5pPr>
          </a:lstStyle>
          <a:p>
            <a:pPr lvl="0"/>
            <a:r>
              <a:rPr lang="en-US" dirty="0"/>
              <a:t>Text</a:t>
            </a:r>
          </a:p>
        </p:txBody>
      </p:sp>
      <p:sp>
        <p:nvSpPr>
          <p:cNvPr id="19" name="Line 10">
            <a:extLst>
              <a:ext uri="{FF2B5EF4-FFF2-40B4-BE49-F238E27FC236}">
                <a16:creationId xmlns:a16="http://schemas.microsoft.com/office/drawing/2014/main" id="{B63A7CBA-3151-452E-BD2F-D3E65CE1595F}"/>
              </a:ext>
            </a:extLst>
          </p:cNvPr>
          <p:cNvSpPr>
            <a:spLocks noChangeShapeType="1"/>
          </p:cNvSpPr>
          <p:nvPr/>
        </p:nvSpPr>
        <p:spPr bwMode="auto">
          <a:xfrm>
            <a:off x="2020418" y="907750"/>
            <a:ext cx="6665528"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Tree>
    <p:extLst>
      <p:ext uri="{BB962C8B-B14F-4D97-AF65-F5344CB8AC3E}">
        <p14:creationId xmlns:p14="http://schemas.microsoft.com/office/powerpoint/2010/main" val="31924528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400"/>
          </a:xfrm>
        </p:spPr>
        <p:txBody>
          <a:bodyPr/>
          <a:lstStyle>
            <a:lvl1pPr>
              <a:defRPr sz="2400">
                <a:solidFill>
                  <a:schemeClr val="bg1"/>
                </a:solidFill>
              </a:defRPr>
            </a:lvl1pPr>
          </a:lstStyle>
          <a:p>
            <a:r>
              <a:rPr lang="en-US" dirty="0"/>
              <a:t>Click to edit Master title style</a:t>
            </a:r>
            <a:endParaRPr lang="en-GB" dirty="0"/>
          </a:p>
        </p:txBody>
      </p:sp>
      <p:sp>
        <p:nvSpPr>
          <p:cNvPr id="3" name="Content Placeholder 2"/>
          <p:cNvSpPr>
            <a:spLocks noGrp="1"/>
          </p:cNvSpPr>
          <p:nvPr>
            <p:ph idx="1"/>
          </p:nvPr>
        </p:nvSpPr>
        <p:spPr>
          <a:xfrm>
            <a:off x="457201" y="1137920"/>
            <a:ext cx="6175841" cy="4834800"/>
          </a:xfrm>
        </p:spPr>
        <p:txBody>
          <a:bodyPr/>
          <a:lstStyle>
            <a:lvl1pPr marL="0" indent="0">
              <a:spcBef>
                <a:spcPts val="0"/>
              </a:spcBef>
              <a:buNone/>
              <a:defRPr sz="2000">
                <a:solidFill>
                  <a:schemeClr val="bg1"/>
                </a:solidFill>
              </a:defRPr>
            </a:lvl1pPr>
            <a:lvl2pPr marL="0" indent="0">
              <a:spcBef>
                <a:spcPts val="0"/>
              </a:spcBef>
              <a:buNone/>
              <a:defRPr sz="1800">
                <a:solidFill>
                  <a:schemeClr val="bg1"/>
                </a:solidFill>
              </a:defRPr>
            </a:lvl2pPr>
            <a:lvl3pPr marL="0" indent="0">
              <a:spcBef>
                <a:spcPts val="0"/>
              </a:spcBef>
              <a:buNone/>
              <a:defRPr sz="1600">
                <a:solidFill>
                  <a:schemeClr val="bg1"/>
                </a:solidFill>
              </a:defRPr>
            </a:lvl3pPr>
            <a:lvl4pPr marL="0" indent="0">
              <a:spcBef>
                <a:spcPts val="0"/>
              </a:spcBef>
              <a:buNone/>
              <a:defRPr sz="1400">
                <a:solidFill>
                  <a:schemeClr val="bg1"/>
                </a:solidFill>
              </a:defRPr>
            </a:lvl4pPr>
            <a:lvl5pPr marL="0" indent="0">
              <a:spcBef>
                <a:spcPts val="0"/>
              </a:spcBef>
              <a:buNone/>
              <a:defRPr sz="12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Line 10">
            <a:extLst>
              <a:ext uri="{FF2B5EF4-FFF2-40B4-BE49-F238E27FC236}">
                <a16:creationId xmlns:a16="http://schemas.microsoft.com/office/drawing/2014/main" id="{CF130104-FAF2-4309-9701-573F37743137}"/>
              </a:ext>
            </a:extLst>
          </p:cNvPr>
          <p:cNvSpPr>
            <a:spLocks noChangeShapeType="1"/>
          </p:cNvSpPr>
          <p:nvPr/>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Tree>
    <p:extLst>
      <p:ext uri="{BB962C8B-B14F-4D97-AF65-F5344CB8AC3E}">
        <p14:creationId xmlns:p14="http://schemas.microsoft.com/office/powerpoint/2010/main" val="386018115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264463" y="2851522"/>
            <a:ext cx="3334113" cy="1202318"/>
          </a:xfrm>
        </p:spPr>
        <p:txBody>
          <a:bodyPr vert="horz" lIns="0" tIns="0" rIns="0" bIns="0" rtlCol="0" anchor="ctr" anchorCtr="0">
            <a:noAutofit/>
          </a:bodyPr>
          <a:lstStyle>
            <a:lvl1pPr marL="0" indent="0">
              <a:buNone/>
              <a:defRPr kumimoji="0" lang="en-IN" sz="2699" b="0" i="0" u="none" strike="noStrike" cap="none" spc="0" normalizeH="0" baseline="0" dirty="0">
                <a:ln>
                  <a:noFill/>
                </a:ln>
                <a:solidFill>
                  <a:schemeClr val="bg1"/>
                </a:solidFill>
                <a:effectLst/>
                <a:uLnTx/>
                <a:uFillTx/>
                <a:latin typeface="EYInterstate Light" panose="02000506000000020004" pitchFamily="2" charset="0"/>
                <a:ea typeface="+mj-ea"/>
                <a:cs typeface="+mj-cs"/>
              </a:defRPr>
            </a:lvl1pPr>
          </a:lstStyle>
          <a:p>
            <a:pPr marL="267319" marR="0" lvl="0" indent="-267319" defTabSz="755512" fontAlgn="auto">
              <a:lnSpc>
                <a:spcPct val="100000"/>
              </a:lnSpc>
              <a:spcBef>
                <a:spcPct val="0"/>
              </a:spcBef>
              <a:spcAft>
                <a:spcPts val="0"/>
              </a:spcAft>
              <a:buClrTx/>
              <a:buSzTx/>
              <a:tabLst/>
            </a:pPr>
            <a:r>
              <a:rPr lang="en-US" dirty="0"/>
              <a:t>Chapter Title</a:t>
            </a:r>
            <a:endParaRPr lang="en-IN" dirty="0"/>
          </a:p>
        </p:txBody>
      </p:sp>
    </p:spTree>
    <p:extLst>
      <p:ext uri="{BB962C8B-B14F-4D97-AF65-F5344CB8AC3E}">
        <p14:creationId xmlns:p14="http://schemas.microsoft.com/office/powerpoint/2010/main" val="9145512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5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264463" y="2851522"/>
            <a:ext cx="3334113" cy="1202318"/>
          </a:xfrm>
        </p:spPr>
        <p:txBody>
          <a:bodyPr vert="horz" lIns="0" tIns="0" rIns="0" bIns="0" rtlCol="0" anchor="ctr" anchorCtr="0">
            <a:noAutofit/>
          </a:bodyPr>
          <a:lstStyle>
            <a:lvl1pPr marL="0" indent="0">
              <a:buNone/>
              <a:defRPr kumimoji="0" lang="en-IN" sz="2699" b="0" i="0" u="none" strike="noStrike" cap="none" spc="0" normalizeH="0" baseline="0" dirty="0">
                <a:ln>
                  <a:noFill/>
                </a:ln>
                <a:solidFill>
                  <a:srgbClr val="FFFFFF"/>
                </a:solidFill>
                <a:effectLst/>
                <a:uLnTx/>
                <a:uFillTx/>
                <a:latin typeface="EYInterstate Light" panose="02000506000000020004" pitchFamily="2" charset="0"/>
                <a:ea typeface="+mj-ea"/>
                <a:cs typeface="+mj-cs"/>
              </a:defRPr>
            </a:lvl1pPr>
          </a:lstStyle>
          <a:p>
            <a:pPr marL="267319" marR="0" lvl="0" indent="-267319" defTabSz="755512" fontAlgn="auto">
              <a:lnSpc>
                <a:spcPct val="100000"/>
              </a:lnSpc>
              <a:spcBef>
                <a:spcPct val="0"/>
              </a:spcBef>
              <a:spcAft>
                <a:spcPts val="0"/>
              </a:spcAft>
              <a:buClrTx/>
              <a:buSzTx/>
              <a:tabLst/>
            </a:pPr>
            <a:r>
              <a:rPr lang="en-US" dirty="0"/>
              <a:t>Chapter Title</a:t>
            </a:r>
            <a:endParaRPr lang="en-IN" dirty="0"/>
          </a:p>
        </p:txBody>
      </p:sp>
    </p:spTree>
    <p:extLst>
      <p:ext uri="{BB962C8B-B14F-4D97-AF65-F5344CB8AC3E}">
        <p14:creationId xmlns:p14="http://schemas.microsoft.com/office/powerpoint/2010/main" val="28886701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28F8CDB-776D-4811-AE2C-217236ECDECA}"/>
              </a:ext>
            </a:extLst>
          </p:cNvPr>
          <p:cNvSpPr>
            <a:spLocks noGrp="1"/>
          </p:cNvSpPr>
          <p:nvPr>
            <p:ph type="pic" sz="quarter" idx="12"/>
          </p:nvPr>
        </p:nvSpPr>
        <p:spPr>
          <a:xfrm>
            <a:off x="4667954" y="0"/>
            <a:ext cx="4476046" cy="6858000"/>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626E96BA-E9E4-496B-8CA5-6DA27B8AD7E4}"/>
              </a:ext>
            </a:extLst>
          </p:cNvPr>
          <p:cNvSpPr>
            <a:spLocks noGrp="1"/>
          </p:cNvSpPr>
          <p:nvPr>
            <p:ph type="body" sz="quarter" idx="10" hasCustomPrompt="1"/>
          </p:nvPr>
        </p:nvSpPr>
        <p:spPr>
          <a:xfrm>
            <a:off x="277135" y="2578743"/>
            <a:ext cx="3401698" cy="1055708"/>
          </a:xfrm>
        </p:spPr>
        <p:txBody>
          <a:bodyPr/>
          <a:lstStyle>
            <a:lvl1pPr marL="0" indent="0">
              <a:buNone/>
              <a:defRPr sz="2249"/>
            </a:lvl1pPr>
          </a:lstStyle>
          <a:p>
            <a:pPr lvl="0"/>
            <a:r>
              <a:rPr lang="en-IN" dirty="0"/>
              <a:t>Chapter Title</a:t>
            </a:r>
          </a:p>
          <a:p>
            <a:pPr lvl="0"/>
            <a:r>
              <a:rPr lang="en-IN" dirty="0"/>
              <a:t>EY Interstate Light</a:t>
            </a:r>
          </a:p>
        </p:txBody>
      </p:sp>
      <p:sp>
        <p:nvSpPr>
          <p:cNvPr id="14" name="Text Placeholder 4">
            <a:extLst>
              <a:ext uri="{FF2B5EF4-FFF2-40B4-BE49-F238E27FC236}">
                <a16:creationId xmlns:a16="http://schemas.microsoft.com/office/drawing/2014/main" id="{1173C8A3-BA2F-497B-A214-45B02D73AF20}"/>
              </a:ext>
            </a:extLst>
          </p:cNvPr>
          <p:cNvSpPr>
            <a:spLocks noGrp="1"/>
          </p:cNvSpPr>
          <p:nvPr>
            <p:ph type="body" sz="quarter" idx="11" hasCustomPrompt="1"/>
          </p:nvPr>
        </p:nvSpPr>
        <p:spPr>
          <a:xfrm>
            <a:off x="277135" y="3840384"/>
            <a:ext cx="3401698" cy="1055708"/>
          </a:xfrm>
        </p:spPr>
        <p:txBody>
          <a:bodyPr/>
          <a:lstStyle>
            <a:lvl1pPr marL="0" indent="0">
              <a:buNone/>
              <a:defRPr sz="1199"/>
            </a:lvl1pPr>
          </a:lstStyle>
          <a:p>
            <a:pPr lvl="0"/>
            <a:r>
              <a:rPr lang="en-IN" dirty="0"/>
              <a:t>text</a:t>
            </a:r>
          </a:p>
        </p:txBody>
      </p:sp>
    </p:spTree>
    <p:extLst>
      <p:ext uri="{BB962C8B-B14F-4D97-AF65-F5344CB8AC3E}">
        <p14:creationId xmlns:p14="http://schemas.microsoft.com/office/powerpoint/2010/main" val="32512869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400"/>
          </a:xfrm>
        </p:spPr>
        <p:txBody>
          <a:bodyPr/>
          <a:lstStyle>
            <a:lvl1pPr>
              <a:defRPr sz="2400">
                <a:solidFill>
                  <a:schemeClr val="bg1"/>
                </a:solidFill>
              </a:defRPr>
            </a:lvl1pPr>
          </a:lstStyle>
          <a:p>
            <a:r>
              <a:rPr lang="en-US" dirty="0"/>
              <a:t>Click to edit Master title style</a:t>
            </a:r>
            <a:endParaRPr lang="en-GB" dirty="0"/>
          </a:p>
        </p:txBody>
      </p:sp>
      <p:sp>
        <p:nvSpPr>
          <p:cNvPr id="5" name="Table Placeholder 4">
            <a:extLst>
              <a:ext uri="{FF2B5EF4-FFF2-40B4-BE49-F238E27FC236}">
                <a16:creationId xmlns:a16="http://schemas.microsoft.com/office/drawing/2014/main" id="{95A2BE92-ABF7-4A82-BC35-00F28F500FED}"/>
              </a:ext>
            </a:extLst>
          </p:cNvPr>
          <p:cNvSpPr>
            <a:spLocks noGrp="1"/>
          </p:cNvSpPr>
          <p:nvPr>
            <p:ph type="tbl" sz="quarter" idx="10"/>
          </p:nvPr>
        </p:nvSpPr>
        <p:spPr>
          <a:xfrm>
            <a:off x="457200" y="1137921"/>
            <a:ext cx="3716193" cy="4267457"/>
          </a:xfrm>
        </p:spPr>
        <p:txBody>
          <a:bodyPr/>
          <a:lstStyle/>
          <a:p>
            <a:r>
              <a:rPr lang="en-US"/>
              <a:t>Click icon to add table</a:t>
            </a:r>
            <a:endParaRPr lang="en-IN"/>
          </a:p>
        </p:txBody>
      </p:sp>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5541864" y="3813288"/>
            <a:ext cx="2315750" cy="180000"/>
          </a:xfrm>
        </p:spPr>
        <p:txBody>
          <a:bodyPr/>
          <a:lstStyle>
            <a:lvl1pPr marL="0" indent="0">
              <a:buNone/>
              <a:defRPr sz="900">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5541864" y="4055931"/>
            <a:ext cx="2315750" cy="180000"/>
          </a:xfrm>
        </p:spPr>
        <p:txBody>
          <a:bodyPr/>
          <a:lstStyle>
            <a:lvl1pPr marL="0" indent="0">
              <a:buNone/>
              <a:defRPr sz="900">
                <a:solidFill>
                  <a:schemeClr val="bg1"/>
                </a:solidFill>
              </a:defRPr>
            </a:lvl1pPr>
          </a:lstStyle>
          <a:p>
            <a:pPr lvl="0"/>
            <a:r>
              <a:rPr lang="en-US" dirty="0"/>
              <a:t>Job Title to go here</a:t>
            </a:r>
            <a:endParaRPr lang="en-GB" dirty="0"/>
          </a:p>
        </p:txBody>
      </p:sp>
      <p:sp>
        <p:nvSpPr>
          <p:cNvPr id="9" name="Text Placeholder 8">
            <a:extLst>
              <a:ext uri="{FF2B5EF4-FFF2-40B4-BE49-F238E27FC236}">
                <a16:creationId xmlns:a16="http://schemas.microsoft.com/office/drawing/2014/main" id="{5DB83DAE-9FEB-4E9C-85BA-A34BD239275A}"/>
              </a:ext>
            </a:extLst>
          </p:cNvPr>
          <p:cNvSpPr>
            <a:spLocks noGrp="1"/>
          </p:cNvSpPr>
          <p:nvPr>
            <p:ph type="body" sz="quarter" idx="17" hasCustomPrompt="1"/>
          </p:nvPr>
        </p:nvSpPr>
        <p:spPr>
          <a:xfrm>
            <a:off x="4589866" y="1137921"/>
            <a:ext cx="4096935" cy="373807"/>
          </a:xfrm>
        </p:spPr>
        <p:txBody>
          <a:bodyPr/>
          <a:lstStyle>
            <a:lvl1pPr marL="0" indent="0">
              <a:buNone/>
              <a:defRPr/>
            </a:lvl1pPr>
          </a:lstStyle>
          <a:p>
            <a:pPr lvl="0"/>
            <a:r>
              <a:rPr lang="en-US" dirty="0"/>
              <a:t>Key Takeaways</a:t>
            </a:r>
          </a:p>
        </p:txBody>
      </p:sp>
      <p:sp>
        <p:nvSpPr>
          <p:cNvPr id="15" name="Text Placeholder 8">
            <a:extLst>
              <a:ext uri="{FF2B5EF4-FFF2-40B4-BE49-F238E27FC236}">
                <a16:creationId xmlns:a16="http://schemas.microsoft.com/office/drawing/2014/main" id="{C1ABE303-7041-4312-AD03-0E872AEF99BE}"/>
              </a:ext>
            </a:extLst>
          </p:cNvPr>
          <p:cNvSpPr>
            <a:spLocks noGrp="1"/>
          </p:cNvSpPr>
          <p:nvPr>
            <p:ph type="body" sz="quarter" idx="18" hasCustomPrompt="1"/>
          </p:nvPr>
        </p:nvSpPr>
        <p:spPr>
          <a:xfrm>
            <a:off x="4589866" y="1635009"/>
            <a:ext cx="4096935" cy="1611554"/>
          </a:xfrm>
        </p:spPr>
        <p:txBody>
          <a:bodyPr/>
          <a:lstStyle>
            <a:lvl1pPr marL="0" indent="0">
              <a:buNone/>
              <a:defRPr sz="1199"/>
            </a:lvl1pPr>
          </a:lstStyle>
          <a:p>
            <a:pPr lvl="0"/>
            <a:r>
              <a:rPr lang="en-US" dirty="0"/>
              <a:t>Content EY Interstate Light, 12pt, Lorem ipsum dolor, 12pt, </a:t>
            </a:r>
            <a:r>
              <a:rPr lang="en-US" dirty="0" err="1"/>
              <a:t>Utinam</a:t>
            </a:r>
            <a:r>
              <a:rPr lang="en-US" dirty="0"/>
              <a:t> </a:t>
            </a:r>
            <a:r>
              <a:rPr lang="en-US" dirty="0" err="1"/>
              <a:t>nonumy</a:t>
            </a:r>
            <a:r>
              <a:rPr lang="en-US" dirty="0"/>
              <a:t> </a:t>
            </a:r>
            <a:r>
              <a:rPr lang="en-US" dirty="0" err="1"/>
              <a:t>abhorreant</a:t>
            </a:r>
            <a:r>
              <a:rPr lang="en-US" dirty="0"/>
              <a:t> </a:t>
            </a:r>
            <a:r>
              <a:rPr lang="en-US" dirty="0" err="1"/>
              <a:t>sead</a:t>
            </a:r>
            <a:r>
              <a:rPr lang="en-US" dirty="0"/>
              <a:t>. </a:t>
            </a:r>
            <a:r>
              <a:rPr lang="en-US" dirty="0" err="1"/>
              <a:t>Putant</a:t>
            </a:r>
            <a:r>
              <a:rPr lang="en-US" dirty="0"/>
              <a:t> </a:t>
            </a:r>
            <a:r>
              <a:rPr lang="en-US" dirty="0" err="1"/>
              <a:t>probatus</a:t>
            </a:r>
            <a:r>
              <a:rPr lang="en-US" dirty="0"/>
              <a:t> id vis, ad his </a:t>
            </a:r>
            <a:r>
              <a:rPr lang="en-US" dirty="0" err="1"/>
              <a:t>meis</a:t>
            </a:r>
            <a:r>
              <a:rPr lang="en-US" dirty="0"/>
              <a:t> </a:t>
            </a:r>
            <a:r>
              <a:rPr lang="en-US" dirty="0" err="1"/>
              <a:t>habemus</a:t>
            </a:r>
            <a:r>
              <a:rPr lang="en-US" dirty="0"/>
              <a:t> </a:t>
            </a:r>
            <a:r>
              <a:rPr lang="en-US" dirty="0" err="1"/>
              <a:t>repudiare</a:t>
            </a:r>
            <a:r>
              <a:rPr lang="en-US" dirty="0"/>
              <a:t>, has an </a:t>
            </a:r>
            <a:r>
              <a:rPr lang="en-US" dirty="0" err="1"/>
              <a:t>pericula</a:t>
            </a:r>
            <a:r>
              <a:rPr lang="en-US" dirty="0"/>
              <a:t> </a:t>
            </a:r>
            <a:r>
              <a:rPr lang="en-US" dirty="0" err="1"/>
              <a:t>tractatos</a:t>
            </a:r>
            <a:r>
              <a:rPr lang="en-US" dirty="0"/>
              <a:t>. </a:t>
            </a:r>
            <a:r>
              <a:rPr lang="en-US" dirty="0" err="1"/>
              <a:t>Nec</a:t>
            </a:r>
            <a:r>
              <a:rPr lang="en-US" dirty="0"/>
              <a:t> </a:t>
            </a:r>
            <a:r>
              <a:rPr lang="en-US" dirty="0" err="1"/>
              <a:t>debitis</a:t>
            </a:r>
            <a:r>
              <a:rPr lang="en-US" dirty="0"/>
              <a:t> </a:t>
            </a:r>
            <a:r>
              <a:rPr lang="en-US" dirty="0" err="1"/>
              <a:t>dissentias</a:t>
            </a:r>
            <a:r>
              <a:rPr lang="en-US" dirty="0"/>
              <a:t> ad. </a:t>
            </a:r>
            <a:r>
              <a:rPr lang="en-US" dirty="0" err="1"/>
              <a:t>Patrioque</a:t>
            </a:r>
            <a:r>
              <a:rPr lang="en-US" dirty="0"/>
              <a:t> </a:t>
            </a:r>
            <a:r>
              <a:rPr lang="en-US" dirty="0" err="1"/>
              <a:t>voluptatum</a:t>
            </a:r>
            <a:r>
              <a:rPr lang="en-US" dirty="0"/>
              <a:t> </a:t>
            </a:r>
            <a:r>
              <a:rPr lang="en-US" dirty="0" err="1"/>
              <a:t>sed</a:t>
            </a:r>
            <a:r>
              <a:rPr lang="en-US" dirty="0"/>
              <a:t> ex, id </a:t>
            </a:r>
            <a:r>
              <a:rPr lang="en-US" dirty="0" err="1"/>
              <a:t>admodum</a:t>
            </a:r>
            <a:r>
              <a:rPr lang="en-US" dirty="0"/>
              <a:t>.</a:t>
            </a:r>
          </a:p>
          <a:p>
            <a:pPr lvl="0"/>
            <a:endParaRPr lang="en-US" dirty="0"/>
          </a:p>
        </p:txBody>
      </p:sp>
      <p:sp>
        <p:nvSpPr>
          <p:cNvPr id="20" name="Line 10">
            <a:extLst>
              <a:ext uri="{FF2B5EF4-FFF2-40B4-BE49-F238E27FC236}">
                <a16:creationId xmlns:a16="http://schemas.microsoft.com/office/drawing/2014/main" id="{B69EB865-6B86-419B-923C-F7DDC68C9C66}"/>
              </a:ext>
            </a:extLst>
          </p:cNvPr>
          <p:cNvSpPr>
            <a:spLocks noChangeShapeType="1"/>
          </p:cNvSpPr>
          <p:nvPr/>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
        <p:nvSpPr>
          <p:cNvPr id="17" name="Picture Placeholder 19">
            <a:extLst>
              <a:ext uri="{FF2B5EF4-FFF2-40B4-BE49-F238E27FC236}">
                <a16:creationId xmlns:a16="http://schemas.microsoft.com/office/drawing/2014/main" id="{70E81591-07D5-438D-AAD4-4B9A889F4483}"/>
              </a:ext>
            </a:extLst>
          </p:cNvPr>
          <p:cNvSpPr>
            <a:spLocks noGrp="1"/>
          </p:cNvSpPr>
          <p:nvPr>
            <p:ph type="pic" sz="quarter" idx="16"/>
          </p:nvPr>
        </p:nvSpPr>
        <p:spPr>
          <a:xfrm>
            <a:off x="4589864" y="3578084"/>
            <a:ext cx="777600" cy="778959"/>
          </a:xfrm>
          <a:prstGeom prst="ellipse">
            <a:avLst/>
          </a:prstGeom>
        </p:spPr>
        <p:txBody>
          <a:bodyPr anchor="ctr"/>
          <a:lstStyle>
            <a:lvl1pPr marL="0" indent="0" algn="ctr">
              <a:buNone/>
              <a:defRPr sz="675">
                <a:solidFill>
                  <a:schemeClr val="bg1"/>
                </a:solidFill>
              </a:defRPr>
            </a:lvl1pPr>
          </a:lstStyle>
          <a:p>
            <a:r>
              <a:rPr lang="en-US"/>
              <a:t>Click icon to add picture</a:t>
            </a:r>
            <a:endParaRPr lang="en-GB" dirty="0"/>
          </a:p>
        </p:txBody>
      </p:sp>
    </p:spTree>
    <p:extLst>
      <p:ext uri="{BB962C8B-B14F-4D97-AF65-F5344CB8AC3E}">
        <p14:creationId xmlns:p14="http://schemas.microsoft.com/office/powerpoint/2010/main" val="28529194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ndard slide_Quotes">
    <p:spTree>
      <p:nvGrpSpPr>
        <p:cNvPr id="1" name=""/>
        <p:cNvGrpSpPr/>
        <p:nvPr/>
      </p:nvGrpSpPr>
      <p:grpSpPr>
        <a:xfrm>
          <a:off x="0" y="0"/>
          <a:ext cx="0" cy="0"/>
          <a:chOff x="0" y="0"/>
          <a:chExt cx="0" cy="0"/>
        </a:xfrm>
      </p:grpSpPr>
      <p:grpSp>
        <p:nvGrpSpPr>
          <p:cNvPr id="7" name="Group 4">
            <a:extLst>
              <a:ext uri="{FF2B5EF4-FFF2-40B4-BE49-F238E27FC236}">
                <a16:creationId xmlns:a16="http://schemas.microsoft.com/office/drawing/2014/main" id="{54B0064F-CA12-4F8F-B694-23C41AD0F16D}"/>
              </a:ext>
            </a:extLst>
          </p:cNvPr>
          <p:cNvGrpSpPr>
            <a:grpSpLocks noChangeAspect="1"/>
          </p:cNvGrpSpPr>
          <p:nvPr userDrawn="1"/>
        </p:nvGrpSpPr>
        <p:grpSpPr bwMode="auto">
          <a:xfrm>
            <a:off x="8284464" y="6327648"/>
            <a:ext cx="402336" cy="412867"/>
            <a:chOff x="7110" y="4004"/>
            <a:chExt cx="191" cy="196"/>
          </a:xfrm>
        </p:grpSpPr>
        <p:sp>
          <p:nvSpPr>
            <p:cNvPr id="8" name="Freeform 5">
              <a:extLst>
                <a:ext uri="{FF2B5EF4-FFF2-40B4-BE49-F238E27FC236}">
                  <a16:creationId xmlns:a16="http://schemas.microsoft.com/office/drawing/2014/main" id="{F93F004B-02B9-4455-A020-115CFB37BEEC}"/>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 name="Freeform 6">
              <a:extLst>
                <a:ext uri="{FF2B5EF4-FFF2-40B4-BE49-F238E27FC236}">
                  <a16:creationId xmlns:a16="http://schemas.microsoft.com/office/drawing/2014/main" id="{19F4E2CA-BA89-47F8-8C68-7CACFBAF8226}"/>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 name="Freeform 7">
              <a:extLst>
                <a:ext uri="{FF2B5EF4-FFF2-40B4-BE49-F238E27FC236}">
                  <a16:creationId xmlns:a16="http://schemas.microsoft.com/office/drawing/2014/main" id="{32993525-96BF-457D-86C8-A5E217C20BFF}"/>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
        <p:nvSpPr>
          <p:cNvPr id="6" name="Date Placeholder 2">
            <a:extLst>
              <a:ext uri="{FF2B5EF4-FFF2-40B4-BE49-F238E27FC236}">
                <a16:creationId xmlns:a16="http://schemas.microsoft.com/office/drawing/2014/main" id="{D8973D65-036E-4D65-AAA3-1427C4AA0C9B}"/>
              </a:ext>
            </a:extLst>
          </p:cNvPr>
          <p:cNvSpPr>
            <a:spLocks noGrp="1"/>
          </p:cNvSpPr>
          <p:nvPr>
            <p:ph type="dt" sz="half" idx="19"/>
          </p:nvPr>
        </p:nvSpPr>
        <p:spPr>
          <a:xfrm>
            <a:off x="1892301" y="6516456"/>
            <a:ext cx="1191258" cy="180000"/>
          </a:xfrm>
          <a:prstGeom prst="rect">
            <a:avLst/>
          </a:prstGeom>
        </p:spPr>
        <p:txBody>
          <a:bodyPr vert="horz" lIns="91440" tIns="45720" rIns="91440" bIns="45720" rtlCol="0" anchor="ctr"/>
          <a:lstStyle>
            <a:lvl1pPr>
              <a:defRPr lang="en-US" sz="800" smtClean="0">
                <a:solidFill>
                  <a:schemeClr val="bg1"/>
                </a:solidFill>
                <a:latin typeface="EYInterstate" panose="02000503020000020004" pitchFamily="2" charset="0"/>
              </a:defRPr>
            </a:lvl1pPr>
          </a:lstStyle>
          <a:p>
            <a:fld id="{08E4C5DD-8E03-4FAA-8921-CB640E00BA12}" type="datetime3">
              <a:rPr lang="en-IN" smtClean="0"/>
              <a:pPr/>
              <a:t>2 November 2022</a:t>
            </a:fld>
            <a:endParaRPr lang="en-IN" dirty="0"/>
          </a:p>
        </p:txBody>
      </p:sp>
      <p:sp>
        <p:nvSpPr>
          <p:cNvPr id="11" name="Footer Placeholder 3">
            <a:extLst>
              <a:ext uri="{FF2B5EF4-FFF2-40B4-BE49-F238E27FC236}">
                <a16:creationId xmlns:a16="http://schemas.microsoft.com/office/drawing/2014/main" id="{E9711A3A-DB5C-4C5F-BF5A-7DBDD6EFF607}"/>
              </a:ext>
            </a:extLst>
          </p:cNvPr>
          <p:cNvSpPr>
            <a:spLocks noGrp="1"/>
          </p:cNvSpPr>
          <p:nvPr>
            <p:ph type="ftr" sz="quarter" idx="20"/>
          </p:nvPr>
        </p:nvSpPr>
        <p:spPr>
          <a:xfrm>
            <a:off x="3321561" y="6516456"/>
            <a:ext cx="3086100" cy="180000"/>
          </a:xfrm>
          <a:prstGeom prst="rect">
            <a:avLst/>
          </a:prstGeom>
        </p:spPr>
        <p:txBody>
          <a:bodyPr vert="horz" lIns="91440" tIns="45720" rIns="91440" bIns="45720" rtlCol="0" anchor="ctr"/>
          <a:lstStyle>
            <a:lvl1pPr>
              <a:defRPr lang="en-US" sz="800" smtClean="0">
                <a:solidFill>
                  <a:schemeClr val="bg1"/>
                </a:solidFill>
                <a:latin typeface="EYInterstate" panose="02000503020000020004" pitchFamily="2" charset="0"/>
              </a:defRPr>
            </a:lvl1pPr>
          </a:lstStyle>
          <a:p>
            <a:r>
              <a:rPr lang="en-IN"/>
              <a:t>Presentation title</a:t>
            </a:r>
            <a:endParaRPr lang="en-IN" dirty="0"/>
          </a:p>
        </p:txBody>
      </p:sp>
      <p:sp>
        <p:nvSpPr>
          <p:cNvPr id="12" name="Slide Number Placeholder 5">
            <a:extLst>
              <a:ext uri="{FF2B5EF4-FFF2-40B4-BE49-F238E27FC236}">
                <a16:creationId xmlns:a16="http://schemas.microsoft.com/office/drawing/2014/main" id="{B40A4236-AC64-456A-B3F9-BED410655701}"/>
              </a:ext>
            </a:extLst>
          </p:cNvPr>
          <p:cNvSpPr>
            <a:spLocks noGrp="1"/>
          </p:cNvSpPr>
          <p:nvPr>
            <p:ph type="sldNum" sz="quarter" idx="21"/>
          </p:nvPr>
        </p:nvSpPr>
        <p:spPr>
          <a:xfrm>
            <a:off x="363093" y="6516456"/>
            <a:ext cx="663066" cy="180000"/>
          </a:xfrm>
          <a:prstGeom prst="rect">
            <a:avLst/>
          </a:prstGeom>
        </p:spPr>
        <p:txBody>
          <a:bodyPr vert="horz" lIns="91440" tIns="45720" rIns="91440" bIns="45720" rtlCol="0" anchor="ctr"/>
          <a:lstStyle>
            <a:lvl1pPr>
              <a:defRPr lang="en-IN" sz="800" smtClean="0">
                <a:solidFill>
                  <a:schemeClr val="bg1"/>
                </a:solidFill>
                <a:latin typeface="EYInterstate" panose="02000503020000020004" pitchFamily="2" charset="0"/>
              </a:defRPr>
            </a:lvl1pPr>
          </a:lstStyle>
          <a:p>
            <a:r>
              <a:rPr lang="en-IN"/>
              <a:t>Page </a:t>
            </a:r>
            <a:fld id="{F1BC30E3-FFE5-4B91-AA19-87A149EBB9EE}" type="slidenum">
              <a:rPr smtClean="0"/>
              <a:pPr/>
              <a:t>‹#›</a:t>
            </a:fld>
            <a:endParaRPr dirty="0"/>
          </a:p>
        </p:txBody>
      </p:sp>
    </p:spTree>
    <p:extLst>
      <p:ext uri="{BB962C8B-B14F-4D97-AF65-F5344CB8AC3E}">
        <p14:creationId xmlns:p14="http://schemas.microsoft.com/office/powerpoint/2010/main" val="33601810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Standard slide_Quot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607F99-5C2B-4FC6-A3DF-23E011C842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84464" y="6327648"/>
            <a:ext cx="402504" cy="411480"/>
          </a:xfrm>
          <a:prstGeom prst="rect">
            <a:avLst/>
          </a:prstGeom>
        </p:spPr>
      </p:pic>
      <p:sp>
        <p:nvSpPr>
          <p:cNvPr id="7" name="Text Placeholder 11">
            <a:extLst>
              <a:ext uri="{FF2B5EF4-FFF2-40B4-BE49-F238E27FC236}">
                <a16:creationId xmlns:a16="http://schemas.microsoft.com/office/drawing/2014/main" id="{8FBE9395-9BF1-4306-9F29-1F8E92C9F8DB}"/>
              </a:ext>
            </a:extLst>
          </p:cNvPr>
          <p:cNvSpPr txBox="1">
            <a:spLocks/>
          </p:cNvSpPr>
          <p:nvPr userDrawn="1"/>
        </p:nvSpPr>
        <p:spPr>
          <a:xfrm>
            <a:off x="375751" y="1488927"/>
            <a:ext cx="2338388"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200" dirty="0">
                <a:solidFill>
                  <a:schemeClr val="tx2"/>
                </a:solidFill>
                <a:latin typeface="Georgia" panose="02040502050405020303" pitchFamily="18" charset="0"/>
              </a:rPr>
              <a:t>“</a:t>
            </a:r>
          </a:p>
        </p:txBody>
      </p:sp>
      <p:sp>
        <p:nvSpPr>
          <p:cNvPr id="8" name="Text Placeholder 6">
            <a:extLst>
              <a:ext uri="{FF2B5EF4-FFF2-40B4-BE49-F238E27FC236}">
                <a16:creationId xmlns:a16="http://schemas.microsoft.com/office/drawing/2014/main" id="{87DD12F9-AC78-4784-A2C0-5FB6EC5AA315}"/>
              </a:ext>
            </a:extLst>
          </p:cNvPr>
          <p:cNvSpPr>
            <a:spLocks noGrp="1"/>
          </p:cNvSpPr>
          <p:nvPr>
            <p:ph type="body" sz="quarter" idx="10"/>
          </p:nvPr>
        </p:nvSpPr>
        <p:spPr>
          <a:xfrm>
            <a:off x="411750" y="2526765"/>
            <a:ext cx="5292000" cy="1800000"/>
          </a:xfrm>
        </p:spPr>
        <p:txBody>
          <a:bodyPr lIns="90000" tIns="46800" rIns="90000" bIns="46800"/>
          <a:lstStyle>
            <a:lvl1pPr marL="0" indent="0">
              <a:buNone/>
              <a:defRPr lang="en-US" sz="2800" dirty="0" smtClean="0">
                <a:latin typeface="Georgia" panose="02040502050405020303" pitchFamily="18" charset="0"/>
              </a:defRPr>
            </a:lvl1pPr>
          </a:lstStyle>
          <a:p>
            <a:pPr marL="356616" lvl="0" indent="-356616">
              <a:spcBef>
                <a:spcPts val="0"/>
              </a:spcBef>
            </a:pPr>
            <a:r>
              <a:rPr lang="en-US" dirty="0"/>
              <a:t>Edit Master text styles</a:t>
            </a:r>
          </a:p>
        </p:txBody>
      </p:sp>
      <p:sp>
        <p:nvSpPr>
          <p:cNvPr id="9" name="Text Placeholder 6">
            <a:extLst>
              <a:ext uri="{FF2B5EF4-FFF2-40B4-BE49-F238E27FC236}">
                <a16:creationId xmlns:a16="http://schemas.microsoft.com/office/drawing/2014/main" id="{3BB2527F-4DCE-4CB5-A96D-2E432FD5A07B}"/>
              </a:ext>
            </a:extLst>
          </p:cNvPr>
          <p:cNvSpPr>
            <a:spLocks noGrp="1"/>
          </p:cNvSpPr>
          <p:nvPr>
            <p:ph type="body" sz="quarter" idx="11" hasCustomPrompt="1"/>
          </p:nvPr>
        </p:nvSpPr>
        <p:spPr>
          <a:xfrm>
            <a:off x="411750" y="4632765"/>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rgbClr val="2E2E38"/>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Name Surname</a:t>
            </a:r>
          </a:p>
        </p:txBody>
      </p:sp>
      <p:sp>
        <p:nvSpPr>
          <p:cNvPr id="10" name="Text Placeholder 6">
            <a:extLst>
              <a:ext uri="{FF2B5EF4-FFF2-40B4-BE49-F238E27FC236}">
                <a16:creationId xmlns:a16="http://schemas.microsoft.com/office/drawing/2014/main" id="{47DFFB3C-E689-440E-8EDB-465853B34606}"/>
              </a:ext>
            </a:extLst>
          </p:cNvPr>
          <p:cNvSpPr>
            <a:spLocks noGrp="1"/>
          </p:cNvSpPr>
          <p:nvPr>
            <p:ph type="body" sz="quarter" idx="12" hasCustomPrompt="1"/>
          </p:nvPr>
        </p:nvSpPr>
        <p:spPr>
          <a:xfrm>
            <a:off x="411750" y="4971442"/>
            <a:ext cx="5292000" cy="316838"/>
          </a:xfrm>
        </p:spPr>
        <p:txBody>
          <a:bodyPr lIns="90000" tIns="46800" rIns="90000" bIns="46800"/>
          <a:lstStyle>
            <a:lvl1pPr marL="0" indent="0" algn="l" defTabSz="914400" rtl="0" eaLnBrk="1" latinLnBrk="0" hangingPunct="1">
              <a:spcBef>
                <a:spcPts val="0"/>
              </a:spcBef>
              <a:spcAft>
                <a:spcPts val="600"/>
              </a:spcAft>
              <a:buClr>
                <a:schemeClr val="tx2"/>
              </a:buClr>
              <a:buSzPct val="70000"/>
              <a:buFont typeface="Arial" pitchFamily="34" charset="0"/>
              <a:buNone/>
              <a:defRPr lang="en-US" sz="1600" kern="1200" dirty="0" smtClean="0">
                <a:solidFill>
                  <a:srgbClr val="2E2E38"/>
                </a:solidFill>
                <a:latin typeface="+mn-lt"/>
                <a:ea typeface="+mn-ea"/>
                <a:cs typeface="+mn-cs"/>
              </a:defRPr>
            </a:lvl1pPr>
            <a:lvl2pPr marL="356616" indent="0">
              <a:buNone/>
              <a:defRPr lang="en-US" sz="2000" smtClean="0">
                <a:latin typeface="+mn-lt"/>
              </a:defRPr>
            </a:lvl2pPr>
            <a:lvl3pPr>
              <a:defRPr lang="en-US" sz="1800" smtClean="0">
                <a:latin typeface="+mn-lt"/>
              </a:defRPr>
            </a:lvl3pPr>
            <a:lvl4pPr>
              <a:defRPr lang="en-US" sz="1600" smtClean="0">
                <a:latin typeface="+mn-lt"/>
              </a:defRPr>
            </a:lvl4pPr>
            <a:lvl5pPr>
              <a:defRPr lang="en-IN" sz="1600">
                <a:latin typeface="+mn-lt"/>
              </a:defRPr>
            </a:lvl5pPr>
          </a:lstStyle>
          <a:p>
            <a:pPr marL="0" lvl="0" indent="0">
              <a:spcBef>
                <a:spcPts val="0"/>
              </a:spcBef>
              <a:buNone/>
            </a:pPr>
            <a:r>
              <a:rPr lang="en-US" dirty="0"/>
              <a:t>Job Title</a:t>
            </a:r>
          </a:p>
        </p:txBody>
      </p:sp>
      <p:grpSp>
        <p:nvGrpSpPr>
          <p:cNvPr id="11" name="Group 4">
            <a:extLst>
              <a:ext uri="{FF2B5EF4-FFF2-40B4-BE49-F238E27FC236}">
                <a16:creationId xmlns:a16="http://schemas.microsoft.com/office/drawing/2014/main" id="{09667CEE-F273-4416-9D45-A0E825F14911}"/>
              </a:ext>
            </a:extLst>
          </p:cNvPr>
          <p:cNvGrpSpPr>
            <a:grpSpLocks noChangeAspect="1"/>
          </p:cNvGrpSpPr>
          <p:nvPr userDrawn="1"/>
        </p:nvGrpSpPr>
        <p:grpSpPr bwMode="auto">
          <a:xfrm>
            <a:off x="8284464" y="6327648"/>
            <a:ext cx="402336" cy="412867"/>
            <a:chOff x="7110" y="4004"/>
            <a:chExt cx="191" cy="196"/>
          </a:xfrm>
        </p:grpSpPr>
        <p:sp>
          <p:nvSpPr>
            <p:cNvPr id="12" name="Freeform 5">
              <a:extLst>
                <a:ext uri="{FF2B5EF4-FFF2-40B4-BE49-F238E27FC236}">
                  <a16:creationId xmlns:a16="http://schemas.microsoft.com/office/drawing/2014/main" id="{D43F5A26-EE33-4654-ACA2-880B36B2758E}"/>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 name="Freeform 6">
              <a:extLst>
                <a:ext uri="{FF2B5EF4-FFF2-40B4-BE49-F238E27FC236}">
                  <a16:creationId xmlns:a16="http://schemas.microsoft.com/office/drawing/2014/main" id="{325D6EF1-9951-4386-9E98-24FDBF58272A}"/>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 name="Freeform 7">
              <a:extLst>
                <a:ext uri="{FF2B5EF4-FFF2-40B4-BE49-F238E27FC236}">
                  <a16:creationId xmlns:a16="http://schemas.microsoft.com/office/drawing/2014/main" id="{572CC147-C47E-4B17-9D76-D39D3C36CEF3}"/>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
        <p:nvSpPr>
          <p:cNvPr id="16" name="Date Placeholder 15">
            <a:extLst>
              <a:ext uri="{FF2B5EF4-FFF2-40B4-BE49-F238E27FC236}">
                <a16:creationId xmlns:a16="http://schemas.microsoft.com/office/drawing/2014/main" id="{C66F131C-C01D-4483-B889-FF40A29F9A6E}"/>
              </a:ext>
            </a:extLst>
          </p:cNvPr>
          <p:cNvSpPr txBox="1">
            <a:spLocks/>
          </p:cNvSpPr>
          <p:nvPr userDrawn="1"/>
        </p:nvSpPr>
        <p:spPr>
          <a:xfrm>
            <a:off x="1892301" y="6516456"/>
            <a:ext cx="1191258" cy="180000"/>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B25C1C4-10F3-4B30-A68B-D497C6F8557F}" type="datetime3">
              <a:rPr lang="en-US" sz="800" smtClean="0">
                <a:solidFill>
                  <a:schemeClr val="bg1"/>
                </a:solidFill>
                <a:latin typeface="EYInterstate" panose="02000503020000020004" pitchFamily="2" charset="0"/>
              </a:rPr>
              <a:pPr/>
              <a:t>2 November 2022</a:t>
            </a:fld>
            <a:endParaRPr lang="en-IN" sz="800" dirty="0">
              <a:solidFill>
                <a:schemeClr val="bg1"/>
              </a:solidFill>
              <a:latin typeface="EYInterstate" panose="02000503020000020004" pitchFamily="2" charset="0"/>
            </a:endParaRPr>
          </a:p>
        </p:txBody>
      </p:sp>
      <p:sp>
        <p:nvSpPr>
          <p:cNvPr id="17" name="Footer Placeholder 16">
            <a:extLst>
              <a:ext uri="{FF2B5EF4-FFF2-40B4-BE49-F238E27FC236}">
                <a16:creationId xmlns:a16="http://schemas.microsoft.com/office/drawing/2014/main" id="{208596E0-C38C-4406-B9C5-35C94E722A40}"/>
              </a:ext>
            </a:extLst>
          </p:cNvPr>
          <p:cNvSpPr txBox="1">
            <a:spLocks/>
          </p:cNvSpPr>
          <p:nvPr userDrawn="1"/>
        </p:nvSpPr>
        <p:spPr>
          <a:xfrm>
            <a:off x="3321561" y="6516456"/>
            <a:ext cx="3086100" cy="180000"/>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800">
                <a:solidFill>
                  <a:schemeClr val="bg1"/>
                </a:solidFill>
                <a:latin typeface="EYInterstate" panose="02000503020000020004" pitchFamily="2" charset="0"/>
              </a:rPr>
              <a:t>Presentation title</a:t>
            </a:r>
            <a:endParaRPr lang="en-IN" sz="800" dirty="0">
              <a:solidFill>
                <a:schemeClr val="bg1"/>
              </a:solidFill>
              <a:latin typeface="EYInterstate" panose="02000503020000020004" pitchFamily="2" charset="0"/>
            </a:endParaRPr>
          </a:p>
        </p:txBody>
      </p:sp>
      <p:sp>
        <p:nvSpPr>
          <p:cNvPr id="18" name="Slide Number Placeholder 17">
            <a:extLst>
              <a:ext uri="{FF2B5EF4-FFF2-40B4-BE49-F238E27FC236}">
                <a16:creationId xmlns:a16="http://schemas.microsoft.com/office/drawing/2014/main" id="{A68EE539-09DC-4F47-8F2A-774BA7B76575}"/>
              </a:ext>
            </a:extLst>
          </p:cNvPr>
          <p:cNvSpPr txBox="1">
            <a:spLocks/>
          </p:cNvSpPr>
          <p:nvPr userDrawn="1"/>
        </p:nvSpPr>
        <p:spPr>
          <a:xfrm>
            <a:off x="363093" y="6516456"/>
            <a:ext cx="663066" cy="180000"/>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800">
                <a:solidFill>
                  <a:schemeClr val="bg1"/>
                </a:solidFill>
                <a:latin typeface="EYInterstate" panose="02000503020000020004" pitchFamily="2" charset="0"/>
              </a:rPr>
              <a:t>Page </a:t>
            </a:r>
            <a:fld id="{F1BC30E3-FFE5-4B91-AA19-87A149EBB9EE}" type="slidenum">
              <a:rPr sz="800" smtClean="0">
                <a:solidFill>
                  <a:schemeClr val="bg1"/>
                </a:solidFill>
                <a:latin typeface="EYInterstate" panose="02000503020000020004" pitchFamily="2" charset="0"/>
              </a:rPr>
              <a:pPr/>
              <a:t>‹#›</a:t>
            </a:fld>
            <a:endParaRPr sz="800" dirty="0">
              <a:solidFill>
                <a:schemeClr val="bg1"/>
              </a:solidFill>
              <a:latin typeface="EYInterstate" panose="02000503020000020004" pitchFamily="2" charset="0"/>
            </a:endParaRPr>
          </a:p>
        </p:txBody>
      </p:sp>
    </p:spTree>
    <p:extLst>
      <p:ext uri="{BB962C8B-B14F-4D97-AF65-F5344CB8AC3E}">
        <p14:creationId xmlns:p14="http://schemas.microsoft.com/office/powerpoint/2010/main" val="16150544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Standard slide_Quotes">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BD7B1EAA-D62E-426F-9D29-F674CEB29C31}"/>
              </a:ext>
            </a:extLst>
          </p:cNvPr>
          <p:cNvSpPr>
            <a:spLocks noGrp="1"/>
          </p:cNvSpPr>
          <p:nvPr>
            <p:ph type="body" sz="quarter" idx="10"/>
          </p:nvPr>
        </p:nvSpPr>
        <p:spPr>
          <a:xfrm>
            <a:off x="1926000" y="2060235"/>
            <a:ext cx="5292000" cy="3025522"/>
          </a:xfrm>
        </p:spPr>
        <p:txBody>
          <a:bodyPr lIns="0" tIns="0" rIns="0" bIns="0">
            <a:noAutofit/>
          </a:bodyPr>
          <a:lstStyle>
            <a:lvl1pPr marL="0" indent="0" algn="ctr">
              <a:buNone/>
              <a:defRPr lang="en-US" sz="2800" dirty="0" smtClean="0">
                <a:latin typeface="Georgia" panose="02040502050405020303" pitchFamily="18" charset="0"/>
              </a:defRPr>
            </a:lvl1pPr>
          </a:lstStyle>
          <a:p>
            <a:pPr marL="356616" lvl="0" indent="-356616" algn="ctr">
              <a:spcBef>
                <a:spcPts val="0"/>
              </a:spcBef>
            </a:pPr>
            <a:r>
              <a:rPr lang="en-US" dirty="0"/>
              <a:t>Edit Master text styles</a:t>
            </a:r>
          </a:p>
        </p:txBody>
      </p:sp>
      <p:sp>
        <p:nvSpPr>
          <p:cNvPr id="5" name="Text Placeholder 6">
            <a:extLst>
              <a:ext uri="{FF2B5EF4-FFF2-40B4-BE49-F238E27FC236}">
                <a16:creationId xmlns:a16="http://schemas.microsoft.com/office/drawing/2014/main" id="{C43D8C34-69FC-4DEE-BC95-D2F629475EBD}"/>
              </a:ext>
            </a:extLst>
          </p:cNvPr>
          <p:cNvSpPr>
            <a:spLocks noGrp="1"/>
          </p:cNvSpPr>
          <p:nvPr>
            <p:ph type="body" sz="quarter" idx="11" hasCustomPrompt="1"/>
          </p:nvPr>
        </p:nvSpPr>
        <p:spPr>
          <a:xfrm>
            <a:off x="1926000" y="5516838"/>
            <a:ext cx="5292000" cy="316838"/>
          </a:xfrm>
        </p:spPr>
        <p:txBody>
          <a:bodyPr lIns="0" tIns="0" rIns="0" bIns="0">
            <a:noAutofit/>
          </a:bodyPr>
          <a:lstStyle>
            <a:lvl1pPr marL="0" indent="0" algn="ctr">
              <a:buNone/>
              <a:defRPr lang="en-US" sz="1600" dirty="0" smtClean="0">
                <a:solidFill>
                  <a:srgbClr val="2E2E38"/>
                </a:solidFill>
                <a:latin typeface="+mn-lt"/>
              </a:defRPr>
            </a:lvl1pPr>
          </a:lstStyle>
          <a:p>
            <a:pPr marL="356616" lvl="0" indent="-356616" algn="ctr">
              <a:spcBef>
                <a:spcPts val="0"/>
              </a:spcBef>
              <a:spcAft>
                <a:spcPts val="600"/>
              </a:spcAft>
            </a:pPr>
            <a:r>
              <a:rPr lang="en-US" dirty="0"/>
              <a:t>Name Surname</a:t>
            </a:r>
          </a:p>
        </p:txBody>
      </p:sp>
      <p:sp>
        <p:nvSpPr>
          <p:cNvPr id="6" name="Text Placeholder 6">
            <a:extLst>
              <a:ext uri="{FF2B5EF4-FFF2-40B4-BE49-F238E27FC236}">
                <a16:creationId xmlns:a16="http://schemas.microsoft.com/office/drawing/2014/main" id="{8E78FCBB-C01D-4FF8-828E-0E27552CA9CC}"/>
              </a:ext>
            </a:extLst>
          </p:cNvPr>
          <p:cNvSpPr>
            <a:spLocks noGrp="1"/>
          </p:cNvSpPr>
          <p:nvPr>
            <p:ph type="body" sz="quarter" idx="12" hasCustomPrompt="1"/>
          </p:nvPr>
        </p:nvSpPr>
        <p:spPr>
          <a:xfrm>
            <a:off x="1926000" y="5828877"/>
            <a:ext cx="5292000" cy="316838"/>
          </a:xfrm>
        </p:spPr>
        <p:txBody>
          <a:bodyPr vert="horz" lIns="0" tIns="0" rIns="0" bIns="0" rtlCol="0" anchor="t" anchorCtr="0">
            <a:noAutofit/>
          </a:bodyPr>
          <a:lstStyle>
            <a:lvl1pPr marL="0" indent="0" algn="ctr">
              <a:buNone/>
              <a:defRPr lang="en-US" sz="1600" dirty="0" smtClean="0">
                <a:solidFill>
                  <a:srgbClr val="2E2E38"/>
                </a:solidFill>
                <a:latin typeface="+mn-lt"/>
              </a:defRPr>
            </a:lvl1pPr>
          </a:lstStyle>
          <a:p>
            <a:pPr marL="356616" lvl="0" indent="-356616" algn="ctr">
              <a:spcBef>
                <a:spcPts val="0"/>
              </a:spcBef>
              <a:spcAft>
                <a:spcPts val="600"/>
              </a:spcAft>
            </a:pPr>
            <a:r>
              <a:rPr lang="en-US" dirty="0"/>
              <a:t>Job Title</a:t>
            </a:r>
          </a:p>
        </p:txBody>
      </p:sp>
      <p:sp>
        <p:nvSpPr>
          <p:cNvPr id="7" name="Text Placeholder 11">
            <a:extLst>
              <a:ext uri="{FF2B5EF4-FFF2-40B4-BE49-F238E27FC236}">
                <a16:creationId xmlns:a16="http://schemas.microsoft.com/office/drawing/2014/main" id="{0AD41D48-C813-4F78-A2C8-0758D2B7DC18}"/>
              </a:ext>
            </a:extLst>
          </p:cNvPr>
          <p:cNvSpPr txBox="1">
            <a:spLocks/>
          </p:cNvSpPr>
          <p:nvPr userDrawn="1"/>
        </p:nvSpPr>
        <p:spPr>
          <a:xfrm>
            <a:off x="3402806" y="979787"/>
            <a:ext cx="2338388"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200" dirty="0">
                <a:solidFill>
                  <a:schemeClr val="tx2"/>
                </a:solidFill>
                <a:latin typeface="Georgia" panose="02040502050405020303" pitchFamily="18" charset="0"/>
              </a:rPr>
              <a:t>“ </a:t>
            </a:r>
          </a:p>
        </p:txBody>
      </p:sp>
      <p:grpSp>
        <p:nvGrpSpPr>
          <p:cNvPr id="9" name="Group 4">
            <a:extLst>
              <a:ext uri="{FF2B5EF4-FFF2-40B4-BE49-F238E27FC236}">
                <a16:creationId xmlns:a16="http://schemas.microsoft.com/office/drawing/2014/main" id="{FF60CB08-2DD7-4911-8D80-BCAC7944540B}"/>
              </a:ext>
            </a:extLst>
          </p:cNvPr>
          <p:cNvGrpSpPr>
            <a:grpSpLocks noChangeAspect="1"/>
          </p:cNvGrpSpPr>
          <p:nvPr userDrawn="1"/>
        </p:nvGrpSpPr>
        <p:grpSpPr bwMode="auto">
          <a:xfrm>
            <a:off x="8284464" y="6327648"/>
            <a:ext cx="402336" cy="412867"/>
            <a:chOff x="7110" y="4004"/>
            <a:chExt cx="191" cy="196"/>
          </a:xfrm>
        </p:grpSpPr>
        <p:sp>
          <p:nvSpPr>
            <p:cNvPr id="10" name="Freeform 5">
              <a:extLst>
                <a:ext uri="{FF2B5EF4-FFF2-40B4-BE49-F238E27FC236}">
                  <a16:creationId xmlns:a16="http://schemas.microsoft.com/office/drawing/2014/main" id="{C7E6D8E8-E311-4EB7-AFAA-50963EA7B156}"/>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 name="Freeform 6">
              <a:extLst>
                <a:ext uri="{FF2B5EF4-FFF2-40B4-BE49-F238E27FC236}">
                  <a16:creationId xmlns:a16="http://schemas.microsoft.com/office/drawing/2014/main" id="{53EFA7D4-C8AD-4C58-A0EE-C2B70039364F}"/>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 name="Freeform 7">
              <a:extLst>
                <a:ext uri="{FF2B5EF4-FFF2-40B4-BE49-F238E27FC236}">
                  <a16:creationId xmlns:a16="http://schemas.microsoft.com/office/drawing/2014/main" id="{E459CDB2-C2F0-4E1A-AC90-F93C856AA596}"/>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
        <p:nvSpPr>
          <p:cNvPr id="13" name="Date Placeholder 15">
            <a:extLst>
              <a:ext uri="{FF2B5EF4-FFF2-40B4-BE49-F238E27FC236}">
                <a16:creationId xmlns:a16="http://schemas.microsoft.com/office/drawing/2014/main" id="{B2B544DB-62DE-4CBF-9AFA-13E4F63B3533}"/>
              </a:ext>
            </a:extLst>
          </p:cNvPr>
          <p:cNvSpPr txBox="1">
            <a:spLocks/>
          </p:cNvSpPr>
          <p:nvPr userDrawn="1"/>
        </p:nvSpPr>
        <p:spPr>
          <a:xfrm>
            <a:off x="1892301" y="6516456"/>
            <a:ext cx="1191258" cy="180000"/>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B25C1C4-10F3-4B30-A68B-D497C6F8557F}" type="datetime3">
              <a:rPr lang="en-US" sz="800" smtClean="0">
                <a:solidFill>
                  <a:schemeClr val="bg1"/>
                </a:solidFill>
                <a:latin typeface="EYInterstate" panose="02000503020000020004" pitchFamily="2" charset="0"/>
              </a:rPr>
              <a:pPr/>
              <a:t>2 November 2022</a:t>
            </a:fld>
            <a:endParaRPr lang="en-IN" sz="800" dirty="0">
              <a:solidFill>
                <a:schemeClr val="bg1"/>
              </a:solidFill>
              <a:latin typeface="EYInterstate" panose="02000503020000020004" pitchFamily="2" charset="0"/>
            </a:endParaRPr>
          </a:p>
        </p:txBody>
      </p:sp>
      <p:sp>
        <p:nvSpPr>
          <p:cNvPr id="14" name="Footer Placeholder 16">
            <a:extLst>
              <a:ext uri="{FF2B5EF4-FFF2-40B4-BE49-F238E27FC236}">
                <a16:creationId xmlns:a16="http://schemas.microsoft.com/office/drawing/2014/main" id="{6B58758D-989E-4927-8D82-694DE020C90B}"/>
              </a:ext>
            </a:extLst>
          </p:cNvPr>
          <p:cNvSpPr txBox="1">
            <a:spLocks/>
          </p:cNvSpPr>
          <p:nvPr userDrawn="1"/>
        </p:nvSpPr>
        <p:spPr>
          <a:xfrm>
            <a:off x="3321561" y="6516456"/>
            <a:ext cx="3086100" cy="180000"/>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800">
                <a:solidFill>
                  <a:schemeClr val="bg1"/>
                </a:solidFill>
                <a:latin typeface="EYInterstate" panose="02000503020000020004" pitchFamily="2" charset="0"/>
              </a:rPr>
              <a:t>Presentation title</a:t>
            </a:r>
            <a:endParaRPr lang="en-IN" sz="800" dirty="0">
              <a:solidFill>
                <a:schemeClr val="bg1"/>
              </a:solidFill>
              <a:latin typeface="EYInterstate" panose="02000503020000020004" pitchFamily="2" charset="0"/>
            </a:endParaRPr>
          </a:p>
        </p:txBody>
      </p:sp>
      <p:sp>
        <p:nvSpPr>
          <p:cNvPr id="15" name="Slide Number Placeholder 17">
            <a:extLst>
              <a:ext uri="{FF2B5EF4-FFF2-40B4-BE49-F238E27FC236}">
                <a16:creationId xmlns:a16="http://schemas.microsoft.com/office/drawing/2014/main" id="{3CB38E7A-B20A-445C-A39D-7FEE01D567B2}"/>
              </a:ext>
            </a:extLst>
          </p:cNvPr>
          <p:cNvSpPr txBox="1">
            <a:spLocks/>
          </p:cNvSpPr>
          <p:nvPr userDrawn="1"/>
        </p:nvSpPr>
        <p:spPr>
          <a:xfrm>
            <a:off x="363093" y="6516456"/>
            <a:ext cx="663066" cy="180000"/>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800">
                <a:solidFill>
                  <a:schemeClr val="bg1"/>
                </a:solidFill>
                <a:latin typeface="EYInterstate" panose="02000503020000020004" pitchFamily="2" charset="0"/>
              </a:rPr>
              <a:t>Page </a:t>
            </a:r>
            <a:fld id="{F1BC30E3-FFE5-4B91-AA19-87A149EBB9EE}" type="slidenum">
              <a:rPr sz="800" smtClean="0">
                <a:solidFill>
                  <a:schemeClr val="bg1"/>
                </a:solidFill>
                <a:latin typeface="EYInterstate" panose="02000503020000020004" pitchFamily="2" charset="0"/>
              </a:rPr>
              <a:pPr/>
              <a:t>‹#›</a:t>
            </a:fld>
            <a:endParaRPr sz="800" dirty="0">
              <a:solidFill>
                <a:schemeClr val="bg1"/>
              </a:solidFill>
              <a:latin typeface="EYInterstate" panose="02000503020000020004" pitchFamily="2" charset="0"/>
            </a:endParaRPr>
          </a:p>
        </p:txBody>
      </p:sp>
    </p:spTree>
    <p:extLst>
      <p:ext uri="{BB962C8B-B14F-4D97-AF65-F5344CB8AC3E}">
        <p14:creationId xmlns:p14="http://schemas.microsoft.com/office/powerpoint/2010/main" val="17294515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400"/>
          </a:xfrm>
        </p:spPr>
        <p:txBody>
          <a:bodyPr/>
          <a:lstStyle>
            <a:lvl1pPr>
              <a:defRPr>
                <a:solidFill>
                  <a:schemeClr val="bg1"/>
                </a:solidFill>
              </a:defRPr>
            </a:lvl1pPr>
          </a:lstStyle>
          <a:p>
            <a:r>
              <a:rPr lang="en-US"/>
              <a:t>Click to edit Master title style</a:t>
            </a:r>
            <a:endParaRPr lang="en-GB" dirty="0"/>
          </a:p>
        </p:txBody>
      </p:sp>
      <p:sp>
        <p:nvSpPr>
          <p:cNvPr id="3" name="Content Placeholder 2"/>
          <p:cNvSpPr>
            <a:spLocks noGrp="1"/>
          </p:cNvSpPr>
          <p:nvPr>
            <p:ph idx="1"/>
          </p:nvPr>
        </p:nvSpPr>
        <p:spPr>
          <a:xfrm>
            <a:off x="457201" y="1137920"/>
            <a:ext cx="6175841" cy="4834800"/>
          </a:xfrm>
        </p:spPr>
        <p:txBody>
          <a:bodyPr/>
          <a:lstStyle>
            <a:lvl1pPr marL="0" indent="0">
              <a:buNone/>
              <a:defRPr>
                <a:solidFill>
                  <a:schemeClr val="bg1"/>
                </a:solidFill>
              </a:defRPr>
            </a:lvl1pPr>
            <a:lvl2pPr marL="267319">
              <a:defRPr>
                <a:solidFill>
                  <a:schemeClr val="bg1"/>
                </a:solidFill>
              </a:defRPr>
            </a:lvl2pPr>
            <a:lvl3pPr marL="534639">
              <a:defRPr>
                <a:solidFill>
                  <a:schemeClr val="bg1"/>
                </a:solidFill>
              </a:defRPr>
            </a:lvl3pPr>
            <a:lvl4pPr marL="801958">
              <a:defRPr>
                <a:solidFill>
                  <a:schemeClr val="bg1"/>
                </a:solidFill>
              </a:defRPr>
            </a:lvl4pPr>
            <a:lvl5pPr marL="1069277">
              <a:defRPr sz="9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Line 10">
            <a:extLst>
              <a:ext uri="{FF2B5EF4-FFF2-40B4-BE49-F238E27FC236}">
                <a16:creationId xmlns:a16="http://schemas.microsoft.com/office/drawing/2014/main" id="{8D4CA674-C969-4C5C-9EA4-6D41FE961DE2}"/>
              </a:ext>
            </a:extLst>
          </p:cNvPr>
          <p:cNvSpPr>
            <a:spLocks noChangeShapeType="1"/>
          </p:cNvSpPr>
          <p:nvPr/>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Tree>
    <p:extLst>
      <p:ext uri="{BB962C8B-B14F-4D97-AF65-F5344CB8AC3E}">
        <p14:creationId xmlns:p14="http://schemas.microsoft.com/office/powerpoint/2010/main" val="255400736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880"/>
          </a:xfrm>
        </p:spPr>
        <p:txBody>
          <a:bodyPr/>
          <a:lstStyle>
            <a:lvl1pPr>
              <a:defRPr>
                <a:solidFill>
                  <a:schemeClr val="bg1"/>
                </a:solidFill>
              </a:defRPr>
            </a:lvl1pPr>
          </a:lstStyle>
          <a:p>
            <a:r>
              <a:rPr lang="en-US"/>
              <a:t>Click to edit Master title style</a:t>
            </a:r>
            <a:endParaRPr lang="en-GB" dirty="0"/>
          </a:p>
        </p:txBody>
      </p:sp>
      <p:sp>
        <p:nvSpPr>
          <p:cNvPr id="6" name="Line 10">
            <a:extLst>
              <a:ext uri="{FF2B5EF4-FFF2-40B4-BE49-F238E27FC236}">
                <a16:creationId xmlns:a16="http://schemas.microsoft.com/office/drawing/2014/main" id="{97A26880-8DD7-4A78-ADAF-91ED2E744A7C}"/>
              </a:ext>
            </a:extLst>
          </p:cNvPr>
          <p:cNvSpPr>
            <a:spLocks noChangeShapeType="1"/>
          </p:cNvSpPr>
          <p:nvPr/>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Tree>
    <p:extLst>
      <p:ext uri="{BB962C8B-B14F-4D97-AF65-F5344CB8AC3E}">
        <p14:creationId xmlns:p14="http://schemas.microsoft.com/office/powerpoint/2010/main" val="29910167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880"/>
          </a:xfrm>
        </p:spPr>
        <p:txBody>
          <a:bodyPr/>
          <a:lstStyle>
            <a:lvl1pPr>
              <a:defRPr>
                <a:solidFill>
                  <a:schemeClr val="bg1"/>
                </a:solidFill>
              </a:defRPr>
            </a:lvl1pPr>
          </a:lstStyle>
          <a:p>
            <a:r>
              <a:rPr lang="en-US"/>
              <a:t>Click to edit Master title style</a:t>
            </a:r>
            <a:endParaRPr lang="en-GB" dirty="0"/>
          </a:p>
        </p:txBody>
      </p:sp>
      <p:sp>
        <p:nvSpPr>
          <p:cNvPr id="3" name="Content Placeholder 2"/>
          <p:cNvSpPr>
            <a:spLocks noGrp="1"/>
          </p:cNvSpPr>
          <p:nvPr>
            <p:ph sz="half" idx="1"/>
          </p:nvPr>
        </p:nvSpPr>
        <p:spPr>
          <a:xfrm>
            <a:off x="457201" y="1137919"/>
            <a:ext cx="4038600" cy="4834800"/>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349"/>
            </a:lvl6pPr>
            <a:lvl7pPr>
              <a:defRPr sz="1349"/>
            </a:lvl7pPr>
            <a:lvl8pPr>
              <a:defRPr sz="1349"/>
            </a:lvl8pPr>
            <a:lvl9pPr>
              <a:defRPr sz="1349"/>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1" y="1137919"/>
            <a:ext cx="4038600" cy="4834800"/>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vl6pPr>
              <a:defRPr sz="1349"/>
            </a:lvl6pPr>
            <a:lvl7pPr>
              <a:defRPr sz="1349"/>
            </a:lvl7pPr>
            <a:lvl8pPr>
              <a:defRPr sz="1349"/>
            </a:lvl8pPr>
            <a:lvl9pPr>
              <a:defRPr sz="1349"/>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Line 10">
            <a:extLst>
              <a:ext uri="{FF2B5EF4-FFF2-40B4-BE49-F238E27FC236}">
                <a16:creationId xmlns:a16="http://schemas.microsoft.com/office/drawing/2014/main" id="{9B070B28-7AAC-47E5-9EB5-96B8B8B88057}"/>
              </a:ext>
            </a:extLst>
          </p:cNvPr>
          <p:cNvSpPr>
            <a:spLocks noChangeShapeType="1"/>
          </p:cNvSpPr>
          <p:nvPr/>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Tree>
    <p:extLst>
      <p:ext uri="{BB962C8B-B14F-4D97-AF65-F5344CB8AC3E}">
        <p14:creationId xmlns:p14="http://schemas.microsoft.com/office/powerpoint/2010/main" val="339092546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9247" y="1869441"/>
            <a:ext cx="4042800" cy="4256075"/>
          </a:xfrm>
        </p:spPr>
        <p:txBody>
          <a:bodyPr/>
          <a:lstStyle>
            <a:lvl1pPr>
              <a:defRPr sz="1499">
                <a:solidFill>
                  <a:schemeClr val="bg1"/>
                </a:solidFill>
              </a:defRPr>
            </a:lvl1pPr>
            <a:lvl2pPr>
              <a:defRPr sz="1349">
                <a:solidFill>
                  <a:schemeClr val="bg1"/>
                </a:solidFill>
              </a:defRPr>
            </a:lvl2pPr>
            <a:lvl3pPr>
              <a:defRPr sz="1199">
                <a:solidFill>
                  <a:schemeClr val="bg1"/>
                </a:solidFill>
              </a:defRPr>
            </a:lvl3pPr>
            <a:lvl4pPr>
              <a:defRPr sz="1049">
                <a:solidFill>
                  <a:schemeClr val="bg1"/>
                </a:solidFill>
              </a:defRPr>
            </a:lvl4pPr>
            <a:lvl5pPr>
              <a:defRPr sz="900">
                <a:solidFill>
                  <a:schemeClr val="bg1"/>
                </a:solidFill>
              </a:defRPr>
            </a:lvl5pPr>
            <a:lvl6pPr>
              <a:defRPr sz="1349"/>
            </a:lvl6pPr>
            <a:lvl7pPr>
              <a:defRPr sz="1349"/>
            </a:lvl7pPr>
            <a:lvl8pPr>
              <a:defRPr sz="1349"/>
            </a:lvl8pPr>
            <a:lvl9pPr>
              <a:defRPr sz="1349"/>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4647304" y="1869441"/>
            <a:ext cx="4042800" cy="4256075"/>
          </a:xfrm>
        </p:spPr>
        <p:txBody>
          <a:bodyPr/>
          <a:lstStyle>
            <a:lvl1pPr>
              <a:defRPr sz="1499">
                <a:solidFill>
                  <a:schemeClr val="bg1"/>
                </a:solidFill>
              </a:defRPr>
            </a:lvl1pPr>
            <a:lvl2pPr>
              <a:defRPr sz="1349">
                <a:solidFill>
                  <a:schemeClr val="bg1"/>
                </a:solidFill>
              </a:defRPr>
            </a:lvl2pPr>
            <a:lvl3pPr>
              <a:defRPr sz="1199">
                <a:solidFill>
                  <a:schemeClr val="bg1"/>
                </a:solidFill>
              </a:defRPr>
            </a:lvl3pPr>
            <a:lvl4pPr>
              <a:defRPr sz="1049">
                <a:solidFill>
                  <a:schemeClr val="bg1"/>
                </a:solidFill>
              </a:defRPr>
            </a:lvl4pPr>
            <a:lvl5pPr>
              <a:defRPr sz="900">
                <a:solidFill>
                  <a:schemeClr val="bg1"/>
                </a:solidFill>
              </a:defRPr>
            </a:lvl5pPr>
            <a:lvl6pPr>
              <a:defRPr sz="1349"/>
            </a:lvl6pPr>
            <a:lvl7pPr>
              <a:defRPr sz="1349"/>
            </a:lvl7pPr>
            <a:lvl8pPr>
              <a:defRPr sz="1349"/>
            </a:lvl8pPr>
            <a:lvl9pPr>
              <a:defRPr sz="1349"/>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2"/>
          </p:nvPr>
        </p:nvSpPr>
        <p:spPr>
          <a:xfrm>
            <a:off x="457201" y="1137920"/>
            <a:ext cx="4042800" cy="640800"/>
          </a:xfrm>
        </p:spPr>
        <p:txBody>
          <a:bodyPr anchor="t" anchorCtr="0"/>
          <a:lstStyle>
            <a:lvl1pPr>
              <a:buNone/>
              <a:defRPr b="1">
                <a:solidFill>
                  <a:schemeClr val="bg1"/>
                </a:solidFill>
              </a:defRPr>
            </a:lvl1pPr>
          </a:lstStyle>
          <a:p>
            <a:pPr lvl="0"/>
            <a:r>
              <a:rPr lang="en-US"/>
              <a:t>Edit Master text styles</a:t>
            </a:r>
          </a:p>
        </p:txBody>
      </p:sp>
      <p:sp>
        <p:nvSpPr>
          <p:cNvPr id="11" name="Text Placeholder 9"/>
          <p:cNvSpPr>
            <a:spLocks noGrp="1"/>
          </p:cNvSpPr>
          <p:nvPr>
            <p:ph type="body" sz="quarter" idx="13"/>
          </p:nvPr>
        </p:nvSpPr>
        <p:spPr>
          <a:xfrm>
            <a:off x="4647304" y="1137920"/>
            <a:ext cx="4042800" cy="640800"/>
          </a:xfrm>
        </p:spPr>
        <p:txBody>
          <a:bodyPr anchor="t" anchorCtr="0"/>
          <a:lstStyle>
            <a:lvl1pPr>
              <a:buNone/>
              <a:defRPr b="1">
                <a:solidFill>
                  <a:schemeClr val="bg1"/>
                </a:solidFill>
              </a:defRPr>
            </a:lvl1pPr>
          </a:lstStyle>
          <a:p>
            <a:pPr lvl="0"/>
            <a:r>
              <a:rPr lang="en-US"/>
              <a:t>Edit Master text styles</a:t>
            </a:r>
          </a:p>
        </p:txBody>
      </p:sp>
      <p:sp>
        <p:nvSpPr>
          <p:cNvPr id="2" name="Title 1"/>
          <p:cNvSpPr>
            <a:spLocks noGrp="1"/>
          </p:cNvSpPr>
          <p:nvPr>
            <p:ph type="title"/>
          </p:nvPr>
        </p:nvSpPr>
        <p:spPr>
          <a:xfrm>
            <a:off x="457201" y="294200"/>
            <a:ext cx="8229600" cy="590880"/>
          </a:xfrm>
        </p:spPr>
        <p:txBody>
          <a:bodyPr/>
          <a:lstStyle>
            <a:lvl1pPr>
              <a:defRPr>
                <a:solidFill>
                  <a:schemeClr val="bg1"/>
                </a:solidFill>
              </a:defRPr>
            </a:lvl1pPr>
          </a:lstStyle>
          <a:p>
            <a:r>
              <a:rPr lang="en-US"/>
              <a:t>Click to edit Master title style</a:t>
            </a:r>
            <a:endParaRPr lang="en-US" dirty="0"/>
          </a:p>
        </p:txBody>
      </p:sp>
      <p:sp>
        <p:nvSpPr>
          <p:cNvPr id="14" name="Line 10">
            <a:extLst>
              <a:ext uri="{FF2B5EF4-FFF2-40B4-BE49-F238E27FC236}">
                <a16:creationId xmlns:a16="http://schemas.microsoft.com/office/drawing/2014/main" id="{9773E7D9-2434-4381-A00D-27B62C086733}"/>
              </a:ext>
            </a:extLst>
          </p:cNvPr>
          <p:cNvSpPr>
            <a:spLocks noChangeShapeType="1"/>
          </p:cNvSpPr>
          <p:nvPr/>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Tree>
    <p:extLst>
      <p:ext uri="{BB962C8B-B14F-4D97-AF65-F5344CB8AC3E}">
        <p14:creationId xmlns:p14="http://schemas.microsoft.com/office/powerpoint/2010/main" val="87453445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80659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Focused data">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3427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ivid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3919349"/>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ivid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408679"/>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922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0052CFA6-7CF5-41BD-9D94-2D0DAE108428}"/>
              </a:ext>
            </a:extLst>
          </p:cNvPr>
          <p:cNvSpPr>
            <a:spLocks noGrp="1"/>
          </p:cNvSpPr>
          <p:nvPr>
            <p:ph type="media" sz="quarter" idx="10" hasCustomPrompt="1"/>
          </p:nvPr>
        </p:nvSpPr>
        <p:spPr>
          <a:xfrm>
            <a:off x="0" y="0"/>
            <a:ext cx="9144000" cy="6858000"/>
          </a:xfrm>
        </p:spPr>
        <p:txBody>
          <a:bodyPr anchor="ctr"/>
          <a:lstStyle>
            <a:lvl1pPr marL="0" indent="0" algn="ctr">
              <a:buNone/>
              <a:defRPr/>
            </a:lvl1pPr>
          </a:lstStyle>
          <a:p>
            <a:r>
              <a:rPr lang="en-IN" dirty="0"/>
              <a:t>Video</a:t>
            </a:r>
          </a:p>
        </p:txBody>
      </p:sp>
    </p:spTree>
    <p:extLst>
      <p:ext uri="{BB962C8B-B14F-4D97-AF65-F5344CB8AC3E}">
        <p14:creationId xmlns:p14="http://schemas.microsoft.com/office/powerpoint/2010/main" val="1527179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2_Final legal tex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2C72D4-8941-4841-A1D6-780403604C5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00" r="12500"/>
          <a:stretch/>
        </p:blipFill>
        <p:spPr>
          <a:xfrm>
            <a:off x="0" y="0"/>
            <a:ext cx="9144000" cy="6858000"/>
          </a:xfrm>
          <a:prstGeom prst="rect">
            <a:avLst/>
          </a:prstGeom>
        </p:spPr>
      </p:pic>
      <p:sp>
        <p:nvSpPr>
          <p:cNvPr id="8" name="Content Placeholder 2"/>
          <p:cNvSpPr>
            <a:spLocks noGrp="1"/>
          </p:cNvSpPr>
          <p:nvPr>
            <p:ph idx="1"/>
          </p:nvPr>
        </p:nvSpPr>
        <p:spPr>
          <a:xfrm>
            <a:off x="455612" y="719139"/>
            <a:ext cx="3506400" cy="5210062"/>
          </a:xfrm>
        </p:spPr>
        <p:txBody>
          <a:bodyPr/>
          <a:lstStyle>
            <a:lvl1pPr marL="0" indent="0" algn="l" defTabSz="746124" rtl="0" fontAlgn="base">
              <a:lnSpc>
                <a:spcPct val="100000"/>
              </a:lnSpc>
              <a:spcBef>
                <a:spcPct val="70000"/>
              </a:spcBef>
              <a:spcAft>
                <a:spcPct val="0"/>
              </a:spcAft>
              <a:buSzPct val="100000"/>
              <a:buNone/>
              <a:defRPr lang="en-US" sz="900" kern="1200" noProof="0" dirty="0" smtClean="0">
                <a:solidFill>
                  <a:schemeClr val="bg1"/>
                </a:solidFill>
                <a:latin typeface="EYInterstate Light" panose="02000506000000020004" pitchFamily="2" charset="0"/>
                <a:ea typeface="+mn-ea"/>
                <a:cs typeface="Arial" pitchFamily="34" charset="0"/>
              </a:defRPr>
            </a:lvl1pPr>
            <a:lvl2pPr marL="0" indent="0" algn="l" defTabSz="746124" rtl="0" fontAlgn="base">
              <a:lnSpc>
                <a:spcPct val="100000"/>
              </a:lnSpc>
              <a:spcBef>
                <a:spcPct val="0"/>
              </a:spcBef>
              <a:spcAft>
                <a:spcPct val="0"/>
              </a:spcAft>
              <a:buSzPct val="100000"/>
              <a:buNone/>
              <a:defRPr lang="en-US" sz="675" b="1" kern="1200" noProof="0" dirty="0" smtClean="0">
                <a:solidFill>
                  <a:schemeClr val="bg1"/>
                </a:solidFill>
                <a:latin typeface="EYInterstate Light" panose="02000506000000020004" pitchFamily="2" charset="0"/>
                <a:ea typeface="+mn-ea"/>
                <a:cs typeface="Arial" pitchFamily="34" charset="0"/>
              </a:defRPr>
            </a:lvl2pPr>
            <a:lvl3pPr marL="132089" indent="-132089" algn="l" defTabSz="746124" rtl="0" fontAlgn="base">
              <a:lnSpc>
                <a:spcPct val="100000"/>
              </a:lnSpc>
              <a:spcBef>
                <a:spcPct val="0"/>
              </a:spcBef>
              <a:spcAft>
                <a:spcPct val="0"/>
              </a:spcAft>
              <a:buClr>
                <a:schemeClr val="tx2"/>
              </a:buClr>
              <a:buSzPct val="70000"/>
              <a:buFont typeface="Arial" pitchFamily="34" charset="0"/>
              <a:buChar char="►"/>
              <a:defRPr lang="en-US" sz="675" b="1" kern="1200" noProof="0" dirty="0" smtClean="0">
                <a:solidFill>
                  <a:schemeClr val="bg1"/>
                </a:solidFill>
                <a:latin typeface="EYInterstate Light" panose="02000506000000020004" pitchFamily="2" charset="0"/>
                <a:ea typeface="+mn-ea"/>
                <a:cs typeface="Arial" pitchFamily="34" charset="0"/>
              </a:defRPr>
            </a:lvl3pPr>
            <a:lvl4pPr marL="0" indent="0" algn="l" defTabSz="746124" rtl="0" fontAlgn="base">
              <a:lnSpc>
                <a:spcPct val="100000"/>
              </a:lnSpc>
              <a:spcBef>
                <a:spcPct val="0"/>
              </a:spcBef>
              <a:spcAft>
                <a:spcPct val="0"/>
              </a:spcAft>
              <a:buSzPct val="100000"/>
              <a:buNone/>
              <a:defRPr lang="en-US" sz="600" kern="1200" noProof="0" dirty="0" smtClean="0">
                <a:solidFill>
                  <a:schemeClr val="bg1"/>
                </a:solidFill>
                <a:latin typeface="EYInterstate Light" panose="02000506000000020004" pitchFamily="2" charset="0"/>
                <a:ea typeface="+mn-ea"/>
                <a:cs typeface="Arial" pitchFamily="34" charset="0"/>
              </a:defRPr>
            </a:lvl4pPr>
            <a:lvl5pPr marL="141609" indent="-141609" algn="l" defTabSz="746124" rtl="0" fontAlgn="base">
              <a:lnSpc>
                <a:spcPct val="100000"/>
              </a:lnSpc>
              <a:spcBef>
                <a:spcPct val="0"/>
              </a:spcBef>
              <a:spcAft>
                <a:spcPct val="0"/>
              </a:spcAft>
              <a:buClr>
                <a:schemeClr val="tx2"/>
              </a:buClr>
              <a:buSzPct val="70000"/>
              <a:buFont typeface="Arial" pitchFamily="34" charset="0"/>
              <a:buChar char="►"/>
              <a:defRPr lang="en-US" sz="600" kern="1200" noProof="0" dirty="0">
                <a:solidFill>
                  <a:schemeClr val="bg1"/>
                </a:solidFill>
                <a:latin typeface="EYInterstate Light" panose="02000506000000020004" pitchFamily="2" charset="0"/>
                <a:ea typeface="+mn-ea"/>
                <a:cs typeface="Arial" pitchFamily="34" charset="0"/>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6829143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Final legal tex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5BBDB2-BA66-4CAF-998B-9D64B00D1495}"/>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00" r="12500"/>
          <a:stretch/>
        </p:blipFill>
        <p:spPr>
          <a:xfrm>
            <a:off x="0" y="0"/>
            <a:ext cx="9144000" cy="6858000"/>
          </a:xfrm>
          <a:prstGeom prst="rect">
            <a:avLst/>
          </a:prstGeom>
        </p:spPr>
      </p:pic>
      <p:sp>
        <p:nvSpPr>
          <p:cNvPr id="8" name="Content Placeholder 2"/>
          <p:cNvSpPr>
            <a:spLocks noGrp="1"/>
          </p:cNvSpPr>
          <p:nvPr>
            <p:ph idx="1"/>
          </p:nvPr>
        </p:nvSpPr>
        <p:spPr>
          <a:xfrm>
            <a:off x="455612" y="719139"/>
            <a:ext cx="3506400" cy="5210062"/>
          </a:xfrm>
        </p:spPr>
        <p:txBody>
          <a:bodyPr/>
          <a:lstStyle>
            <a:lvl1pPr marL="0" indent="0" algn="l" defTabSz="746124" rtl="0" fontAlgn="base">
              <a:lnSpc>
                <a:spcPct val="100000"/>
              </a:lnSpc>
              <a:spcBef>
                <a:spcPct val="70000"/>
              </a:spcBef>
              <a:spcAft>
                <a:spcPct val="0"/>
              </a:spcAft>
              <a:buSzPct val="100000"/>
              <a:buNone/>
              <a:defRPr lang="en-US" sz="900" kern="1200" noProof="0" dirty="0" smtClean="0">
                <a:solidFill>
                  <a:schemeClr val="bg1"/>
                </a:solidFill>
                <a:latin typeface="EYInterstate Light" panose="02000506000000020004" pitchFamily="2" charset="0"/>
                <a:ea typeface="+mn-ea"/>
                <a:cs typeface="Arial" pitchFamily="34" charset="0"/>
              </a:defRPr>
            </a:lvl1pPr>
            <a:lvl2pPr marL="0" indent="0" algn="l" defTabSz="746124" rtl="0" fontAlgn="base">
              <a:lnSpc>
                <a:spcPct val="100000"/>
              </a:lnSpc>
              <a:spcBef>
                <a:spcPct val="0"/>
              </a:spcBef>
              <a:spcAft>
                <a:spcPct val="0"/>
              </a:spcAft>
              <a:buSzPct val="100000"/>
              <a:buNone/>
              <a:defRPr lang="en-US" sz="675" b="1" kern="1200" noProof="0" dirty="0" smtClean="0">
                <a:solidFill>
                  <a:schemeClr val="bg1"/>
                </a:solidFill>
                <a:latin typeface="EYInterstate Light" panose="02000506000000020004" pitchFamily="2" charset="0"/>
                <a:ea typeface="+mn-ea"/>
                <a:cs typeface="Arial" pitchFamily="34" charset="0"/>
              </a:defRPr>
            </a:lvl2pPr>
            <a:lvl3pPr marL="132089" indent="-132089" algn="l" defTabSz="746124" rtl="0" fontAlgn="base">
              <a:lnSpc>
                <a:spcPct val="100000"/>
              </a:lnSpc>
              <a:spcBef>
                <a:spcPct val="0"/>
              </a:spcBef>
              <a:spcAft>
                <a:spcPct val="0"/>
              </a:spcAft>
              <a:buClr>
                <a:schemeClr val="tx2"/>
              </a:buClr>
              <a:buSzPct val="70000"/>
              <a:buFont typeface="Arial" pitchFamily="34" charset="0"/>
              <a:buChar char="►"/>
              <a:defRPr lang="en-US" sz="675" b="1" kern="1200" noProof="0" dirty="0" smtClean="0">
                <a:solidFill>
                  <a:schemeClr val="bg1"/>
                </a:solidFill>
                <a:latin typeface="EYInterstate Light" panose="02000506000000020004" pitchFamily="2" charset="0"/>
                <a:ea typeface="+mn-ea"/>
                <a:cs typeface="Arial" pitchFamily="34" charset="0"/>
              </a:defRPr>
            </a:lvl3pPr>
            <a:lvl4pPr marL="0" indent="0" algn="l" defTabSz="746124" rtl="0" fontAlgn="base">
              <a:lnSpc>
                <a:spcPct val="100000"/>
              </a:lnSpc>
              <a:spcBef>
                <a:spcPct val="0"/>
              </a:spcBef>
              <a:spcAft>
                <a:spcPct val="0"/>
              </a:spcAft>
              <a:buSzPct val="100000"/>
              <a:buNone/>
              <a:defRPr lang="en-US" sz="600" kern="1200" noProof="0" dirty="0" smtClean="0">
                <a:solidFill>
                  <a:schemeClr val="bg1"/>
                </a:solidFill>
                <a:latin typeface="EYInterstate Light" panose="02000506000000020004" pitchFamily="2" charset="0"/>
                <a:ea typeface="+mn-ea"/>
                <a:cs typeface="Arial" pitchFamily="34" charset="0"/>
              </a:defRPr>
            </a:lvl4pPr>
            <a:lvl5pPr marL="141609" indent="-141609" algn="l" defTabSz="746124" rtl="0" fontAlgn="base">
              <a:lnSpc>
                <a:spcPct val="100000"/>
              </a:lnSpc>
              <a:spcBef>
                <a:spcPct val="0"/>
              </a:spcBef>
              <a:spcAft>
                <a:spcPct val="0"/>
              </a:spcAft>
              <a:buClr>
                <a:schemeClr val="tx2"/>
              </a:buClr>
              <a:buSzPct val="70000"/>
              <a:buFont typeface="Arial" pitchFamily="34" charset="0"/>
              <a:buChar char="►"/>
              <a:defRPr lang="en-US" sz="600" kern="1200" noProof="0" dirty="0">
                <a:solidFill>
                  <a:schemeClr val="bg1"/>
                </a:solidFill>
                <a:latin typeface="EYInterstate Light" panose="02000506000000020004" pitchFamily="2" charset="0"/>
                <a:ea typeface="+mn-ea"/>
                <a:cs typeface="Arial" pitchFamily="34" charset="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728664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1_Final legal tex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6D09E6-0A52-4BB2-A361-86380E62A29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00" r="12500"/>
          <a:stretch/>
        </p:blipFill>
        <p:spPr>
          <a:xfrm>
            <a:off x="0" y="0"/>
            <a:ext cx="9144000" cy="6858000"/>
          </a:xfrm>
          <a:prstGeom prst="rect">
            <a:avLst/>
          </a:prstGeom>
        </p:spPr>
      </p:pic>
      <p:sp>
        <p:nvSpPr>
          <p:cNvPr id="8" name="Content Placeholder 2"/>
          <p:cNvSpPr>
            <a:spLocks noGrp="1"/>
          </p:cNvSpPr>
          <p:nvPr>
            <p:ph idx="1"/>
          </p:nvPr>
        </p:nvSpPr>
        <p:spPr>
          <a:xfrm>
            <a:off x="455612" y="719139"/>
            <a:ext cx="3506400" cy="5210062"/>
          </a:xfrm>
        </p:spPr>
        <p:txBody>
          <a:bodyPr/>
          <a:lstStyle>
            <a:lvl1pPr marL="0" indent="0" algn="l" defTabSz="746124" rtl="0" fontAlgn="base">
              <a:lnSpc>
                <a:spcPct val="100000"/>
              </a:lnSpc>
              <a:spcBef>
                <a:spcPct val="70000"/>
              </a:spcBef>
              <a:spcAft>
                <a:spcPct val="0"/>
              </a:spcAft>
              <a:buSzPct val="100000"/>
              <a:buNone/>
              <a:defRPr lang="en-US" sz="900" kern="1200" noProof="0" dirty="0" smtClean="0">
                <a:solidFill>
                  <a:schemeClr val="bg1"/>
                </a:solidFill>
                <a:latin typeface="EYInterstate Light" panose="02000506000000020004" pitchFamily="2" charset="0"/>
                <a:ea typeface="+mn-ea"/>
                <a:cs typeface="Arial" pitchFamily="34" charset="0"/>
              </a:defRPr>
            </a:lvl1pPr>
            <a:lvl2pPr marL="0" indent="0" algn="l" defTabSz="746124" rtl="0" fontAlgn="base">
              <a:lnSpc>
                <a:spcPct val="100000"/>
              </a:lnSpc>
              <a:spcBef>
                <a:spcPct val="0"/>
              </a:spcBef>
              <a:spcAft>
                <a:spcPct val="0"/>
              </a:spcAft>
              <a:buSzPct val="100000"/>
              <a:buNone/>
              <a:defRPr lang="en-US" sz="675" b="1" kern="1200" noProof="0" dirty="0" smtClean="0">
                <a:solidFill>
                  <a:schemeClr val="bg1"/>
                </a:solidFill>
                <a:latin typeface="EYInterstate Light" panose="02000506000000020004" pitchFamily="2" charset="0"/>
                <a:ea typeface="+mn-ea"/>
                <a:cs typeface="Arial" pitchFamily="34" charset="0"/>
              </a:defRPr>
            </a:lvl2pPr>
            <a:lvl3pPr marL="132089" indent="-132089" algn="l" defTabSz="746124" rtl="0" fontAlgn="base">
              <a:lnSpc>
                <a:spcPct val="100000"/>
              </a:lnSpc>
              <a:spcBef>
                <a:spcPct val="0"/>
              </a:spcBef>
              <a:spcAft>
                <a:spcPct val="0"/>
              </a:spcAft>
              <a:buClr>
                <a:schemeClr val="tx2"/>
              </a:buClr>
              <a:buSzPct val="70000"/>
              <a:buFont typeface="Arial" pitchFamily="34" charset="0"/>
              <a:buChar char="►"/>
              <a:defRPr lang="en-US" sz="675" b="1" kern="1200" noProof="0" dirty="0" smtClean="0">
                <a:solidFill>
                  <a:schemeClr val="bg1"/>
                </a:solidFill>
                <a:latin typeface="EYInterstate Light" panose="02000506000000020004" pitchFamily="2" charset="0"/>
                <a:ea typeface="+mn-ea"/>
                <a:cs typeface="Arial" pitchFamily="34" charset="0"/>
              </a:defRPr>
            </a:lvl3pPr>
            <a:lvl4pPr marL="0" indent="0" algn="l" defTabSz="746124" rtl="0" fontAlgn="base">
              <a:lnSpc>
                <a:spcPct val="100000"/>
              </a:lnSpc>
              <a:spcBef>
                <a:spcPct val="0"/>
              </a:spcBef>
              <a:spcAft>
                <a:spcPct val="0"/>
              </a:spcAft>
              <a:buSzPct val="100000"/>
              <a:buNone/>
              <a:defRPr lang="en-US" sz="600" kern="1200" noProof="0" dirty="0" smtClean="0">
                <a:solidFill>
                  <a:schemeClr val="bg1"/>
                </a:solidFill>
                <a:latin typeface="EYInterstate Light" panose="02000506000000020004" pitchFamily="2" charset="0"/>
                <a:ea typeface="+mn-ea"/>
                <a:cs typeface="Arial" pitchFamily="34" charset="0"/>
              </a:defRPr>
            </a:lvl4pPr>
            <a:lvl5pPr marL="141609" indent="-141609" algn="l" defTabSz="746124" rtl="0" fontAlgn="base">
              <a:lnSpc>
                <a:spcPct val="100000"/>
              </a:lnSpc>
              <a:spcBef>
                <a:spcPct val="0"/>
              </a:spcBef>
              <a:spcAft>
                <a:spcPct val="0"/>
              </a:spcAft>
              <a:buClr>
                <a:schemeClr val="tx2"/>
              </a:buClr>
              <a:buSzPct val="70000"/>
              <a:buFont typeface="Arial" pitchFamily="34" charset="0"/>
              <a:buChar char="►"/>
              <a:defRPr lang="en-US" sz="600" kern="1200" noProof="0" dirty="0">
                <a:solidFill>
                  <a:schemeClr val="bg1"/>
                </a:solidFill>
                <a:latin typeface="EYInterstate Light" panose="02000506000000020004" pitchFamily="2" charset="0"/>
                <a:ea typeface="+mn-ea"/>
                <a:cs typeface="Arial" pitchFamily="34" charset="0"/>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62252952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226664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w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3" Type="http://schemas.openxmlformats.org/officeDocument/2006/relationships/slideLayout" Target="../slideLayouts/slideLayout38.xml"/><Relationship Id="rId21" Type="http://schemas.openxmlformats.org/officeDocument/2006/relationships/slideLayout" Target="../slideLayouts/slideLayout56.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theme" Target="../theme/theme2.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94200"/>
            <a:ext cx="8229600" cy="590880"/>
          </a:xfrm>
          <a:prstGeom prst="rect">
            <a:avLst/>
          </a:prstGeom>
        </p:spPr>
        <p:txBody>
          <a:bodyPr vert="horz" lIns="0" tIns="0" rIns="0" bIns="0" rtlCol="0" anchor="t" anchorCtr="0">
            <a:noAutofit/>
          </a:bodyPr>
          <a:lstStyle/>
          <a:p>
            <a:r>
              <a:rPr lang="en-GB"/>
              <a:t>Click to edit Master title style</a:t>
            </a:r>
            <a:endParaRPr lang="en-GB" dirty="0"/>
          </a:p>
        </p:txBody>
      </p:sp>
      <p:sp>
        <p:nvSpPr>
          <p:cNvPr id="3" name="Text Placeholder 2"/>
          <p:cNvSpPr>
            <a:spLocks noGrp="1"/>
          </p:cNvSpPr>
          <p:nvPr>
            <p:ph type="body" idx="1"/>
          </p:nvPr>
        </p:nvSpPr>
        <p:spPr>
          <a:xfrm>
            <a:off x="457201" y="1137920"/>
            <a:ext cx="8229600" cy="4947920"/>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pic>
        <p:nvPicPr>
          <p:cNvPr id="17" name="Picture 16">
            <a:extLst>
              <a:ext uri="{FF2B5EF4-FFF2-40B4-BE49-F238E27FC236}">
                <a16:creationId xmlns:a16="http://schemas.microsoft.com/office/drawing/2014/main" id="{63A56E9B-FDEB-4900-88BD-F0B34334DB41}"/>
              </a:ext>
            </a:extLst>
          </p:cNvPr>
          <p:cNvPicPr>
            <a:picLocks noChangeAspect="1"/>
          </p:cNvPicPr>
          <p:nvPr userDrawn="1"/>
        </p:nvPicPr>
        <p:blipFill>
          <a:blip r:embed="rId37" cstate="print">
            <a:extLst>
              <a:ext uri="{28A0092B-C50C-407E-A947-70E740481C1C}">
                <a14:useLocalDpi xmlns:a14="http://schemas.microsoft.com/office/drawing/2010/main" val="0"/>
              </a:ext>
            </a:extLst>
          </a:blip>
          <a:stretch>
            <a:fillRect/>
          </a:stretch>
        </p:blipFill>
        <p:spPr>
          <a:xfrm>
            <a:off x="8284464" y="6327648"/>
            <a:ext cx="402504" cy="411480"/>
          </a:xfrm>
          <a:prstGeom prst="rect">
            <a:avLst/>
          </a:prstGeom>
        </p:spPr>
      </p:pic>
      <p:sp>
        <p:nvSpPr>
          <p:cNvPr id="14" name="Date Placeholder 5">
            <a:extLst>
              <a:ext uri="{FF2B5EF4-FFF2-40B4-BE49-F238E27FC236}">
                <a16:creationId xmlns:a16="http://schemas.microsoft.com/office/drawing/2014/main" id="{1F8FB650-5772-4CFF-A59E-E50003D5B7E8}"/>
              </a:ext>
            </a:extLst>
          </p:cNvPr>
          <p:cNvSpPr txBox="1">
            <a:spLocks/>
          </p:cNvSpPr>
          <p:nvPr userDrawn="1"/>
        </p:nvSpPr>
        <p:spPr>
          <a:xfrm>
            <a:off x="1892301" y="6516456"/>
            <a:ext cx="1191258"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fld id="{3B312C75-4EC6-4CE9-A7D2-0A1F3DCB4510}" type="datetime3">
              <a:rPr kumimoji="0" lang="en-US" sz="800" b="0" i="0" u="none" strike="noStrike" kern="0" cap="none" spc="0" normalizeH="0" baseline="0" noProof="0" smtClean="0">
                <a:ln>
                  <a:noFill/>
                </a:ln>
                <a:solidFill>
                  <a:schemeClr val="bg1"/>
                </a:solidFill>
                <a:effectLst/>
                <a:uLnTx/>
                <a:uFillTx/>
                <a:latin typeface="EYInterstate" panose="02000503020000020004" pitchFamily="2" charset="0"/>
              </a:rPr>
              <a:pPr marL="0" marR="0" lvl="0" indent="0" defTabSz="914400" eaLnBrk="1" fontAlgn="auto" latinLnBrk="0" hangingPunct="1">
                <a:lnSpc>
                  <a:spcPct val="100000"/>
                </a:lnSpc>
                <a:spcBef>
                  <a:spcPts val="0"/>
                </a:spcBef>
                <a:spcAft>
                  <a:spcPts val="0"/>
                </a:spcAft>
                <a:buClrTx/>
                <a:buSzTx/>
                <a:buFontTx/>
                <a:buNone/>
                <a:tabLst/>
                <a:defRPr/>
              </a:pPr>
              <a:t>2 November 2022</a:t>
            </a:fld>
            <a:endParaRPr kumimoji="0" lang="en-IN" sz="800" b="0" i="0" u="none" strike="noStrike" kern="0" cap="none" spc="0" normalizeH="0" baseline="0" noProof="0" dirty="0">
              <a:ln>
                <a:noFill/>
              </a:ln>
              <a:solidFill>
                <a:schemeClr val="bg1"/>
              </a:solidFill>
              <a:effectLst/>
              <a:uLnTx/>
              <a:uFillTx/>
              <a:latin typeface="EYInterstate" panose="02000503020000020004" pitchFamily="2" charset="0"/>
            </a:endParaRPr>
          </a:p>
        </p:txBody>
      </p:sp>
      <p:sp>
        <p:nvSpPr>
          <p:cNvPr id="15" name="Footer Placeholder 6">
            <a:extLst>
              <a:ext uri="{FF2B5EF4-FFF2-40B4-BE49-F238E27FC236}">
                <a16:creationId xmlns:a16="http://schemas.microsoft.com/office/drawing/2014/main" id="{1CB2FF26-5F1A-4997-840E-AF8798A83614}"/>
              </a:ext>
            </a:extLst>
          </p:cNvPr>
          <p:cNvSpPr txBox="1">
            <a:spLocks/>
          </p:cNvSpPr>
          <p:nvPr userDrawn="1"/>
        </p:nvSpPr>
        <p:spPr>
          <a:xfrm>
            <a:off x="3321561" y="6516456"/>
            <a:ext cx="3086100"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dirty="0">
                <a:ln>
                  <a:noFill/>
                </a:ln>
                <a:solidFill>
                  <a:schemeClr val="bg1"/>
                </a:solidFill>
                <a:effectLst/>
                <a:uLnTx/>
                <a:uFillTx/>
                <a:latin typeface="EYInterstate" panose="02000503020000020004" pitchFamily="2" charset="0"/>
              </a:rPr>
              <a:t>Presentation title</a:t>
            </a:r>
          </a:p>
        </p:txBody>
      </p:sp>
      <p:sp>
        <p:nvSpPr>
          <p:cNvPr id="16" name="Slide Number Placeholder 7">
            <a:extLst>
              <a:ext uri="{FF2B5EF4-FFF2-40B4-BE49-F238E27FC236}">
                <a16:creationId xmlns:a16="http://schemas.microsoft.com/office/drawing/2014/main" id="{AEB029DD-FCC6-4DDC-AAD8-F1860192A33F}"/>
              </a:ext>
            </a:extLst>
          </p:cNvPr>
          <p:cNvSpPr txBox="1">
            <a:spLocks/>
          </p:cNvSpPr>
          <p:nvPr userDrawn="1"/>
        </p:nvSpPr>
        <p:spPr>
          <a:xfrm>
            <a:off x="363093" y="6516456"/>
            <a:ext cx="663066"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chemeClr val="bg1"/>
                </a:solidFill>
                <a:effectLst/>
                <a:uLnTx/>
                <a:uFillTx/>
                <a:latin typeface="EYInterstate" panose="02000503020000020004" pitchFamily="2" charset="0"/>
              </a:rPr>
              <a:t>Page </a:t>
            </a:r>
            <a:fld id="{F1BC30E3-FFE5-4B91-AA19-87A149EBB9EE}" type="slidenum">
              <a:rPr kumimoji="0" sz="800" b="0" i="0" u="none" strike="noStrike" kern="0" cap="none" spc="0" normalizeH="0" baseline="0" noProof="0" smtClean="0">
                <a:ln>
                  <a:noFill/>
                </a:ln>
                <a:solidFill>
                  <a:schemeClr val="bg1"/>
                </a:solidFill>
                <a:effectLst/>
                <a:uLnTx/>
                <a:uFillTx/>
                <a:latin typeface="EYInterstate" panose="02000503020000020004" pitchFamily="2" charset="0"/>
              </a:rPr>
              <a:pPr marL="0" marR="0" lvl="0" indent="0" defTabSz="914400" eaLnBrk="1" fontAlgn="auto" latinLnBrk="0" hangingPunct="1">
                <a:lnSpc>
                  <a:spcPct val="100000"/>
                </a:lnSpc>
                <a:spcBef>
                  <a:spcPts val="0"/>
                </a:spcBef>
                <a:spcAft>
                  <a:spcPts val="0"/>
                </a:spcAft>
                <a:buClrTx/>
                <a:buSzTx/>
                <a:buFontTx/>
                <a:buNone/>
                <a:tabLst/>
                <a:defRPr/>
              </a:pPr>
              <a:t>‹#›</a:t>
            </a:fld>
            <a:endParaRPr kumimoji="0" sz="800" b="0" i="0" u="none" strike="noStrike" kern="0" cap="none" spc="0" normalizeH="0" baseline="0" noProof="0" dirty="0">
              <a:ln>
                <a:noFill/>
              </a:ln>
              <a:solidFill>
                <a:schemeClr val="bg1"/>
              </a:solidFill>
              <a:effectLst/>
              <a:uLnTx/>
              <a:uFillTx/>
              <a:latin typeface="EYInterstate" panose="02000503020000020004" pitchFamily="2" charset="0"/>
            </a:endParaRPr>
          </a:p>
        </p:txBody>
      </p:sp>
    </p:spTree>
    <p:extLst>
      <p:ext uri="{BB962C8B-B14F-4D97-AF65-F5344CB8AC3E}">
        <p14:creationId xmlns:p14="http://schemas.microsoft.com/office/powerpoint/2010/main" val="3861427869"/>
      </p:ext>
    </p:extLst>
  </p:cSld>
  <p:clrMap bg1="lt1" tx1="dk1" bg2="lt2" tx2="dk2" accent1="accent1" accent2="accent2" accent3="accent3" accent4="accent4" accent5="accent5" accent6="accent6" hlink="hlink" folHlink="folHlink"/>
  <p:sldLayoutIdLst>
    <p:sldLayoutId id="2147483843"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85" r:id="rId15"/>
    <p:sldLayoutId id="2147483883" r:id="rId16"/>
    <p:sldLayoutId id="2147483831" r:id="rId17"/>
    <p:sldLayoutId id="2147483832" r:id="rId18"/>
    <p:sldLayoutId id="2147483833" r:id="rId19"/>
    <p:sldLayoutId id="2147483834" r:id="rId20"/>
    <p:sldLayoutId id="2147483835" r:id="rId21"/>
    <p:sldLayoutId id="2147483836" r:id="rId22"/>
    <p:sldLayoutId id="2147483837" r:id="rId23"/>
    <p:sldLayoutId id="2147483838" r:id="rId24"/>
    <p:sldLayoutId id="2147483839" r:id="rId25"/>
    <p:sldLayoutId id="2147483840" r:id="rId26"/>
    <p:sldLayoutId id="2147483893" r:id="rId27"/>
    <p:sldLayoutId id="2147483841" r:id="rId28"/>
    <p:sldLayoutId id="2147483892" r:id="rId29"/>
    <p:sldLayoutId id="2147483845" r:id="rId30"/>
    <p:sldLayoutId id="2147483846" r:id="rId31"/>
    <p:sldLayoutId id="2147483847" r:id="rId32"/>
    <p:sldLayoutId id="2147483848" r:id="rId33"/>
    <p:sldLayoutId id="2147483849" r:id="rId34"/>
    <p:sldLayoutId id="2147483878" r:id="rId35"/>
  </p:sldLayoutIdLst>
  <p:hf hdr="0"/>
  <p:txStyles>
    <p:titleStyle>
      <a:lvl1pPr algn="l" defTabSz="685434" rtl="0" eaLnBrk="1" latinLnBrk="0" hangingPunct="1">
        <a:lnSpc>
          <a:spcPct val="85000"/>
        </a:lnSpc>
        <a:spcBef>
          <a:spcPct val="0"/>
        </a:spcBef>
        <a:buNone/>
        <a:defRPr sz="2400" b="0" kern="1200">
          <a:solidFill>
            <a:schemeClr val="bg1"/>
          </a:solidFill>
          <a:latin typeface="EYInterstate Light" panose="02000506000000020004" pitchFamily="2" charset="0"/>
          <a:ea typeface="+mj-ea"/>
          <a:cs typeface="Arial" pitchFamily="34" charset="0"/>
        </a:defRPr>
      </a:lvl1pPr>
    </p:titleStyle>
    <p:bodyStyle>
      <a:lvl1pPr marL="267319" indent="-267319" algn="l" defTabSz="685434" rtl="0" eaLnBrk="1" latinLnBrk="0" hangingPunct="1">
        <a:spcBef>
          <a:spcPct val="20000"/>
        </a:spcBef>
        <a:buClr>
          <a:schemeClr val="tx2"/>
        </a:buClr>
        <a:buSzPct val="110000"/>
        <a:buFont typeface="EYInterstate Light" panose="02000506000000020004" pitchFamily="2" charset="0"/>
        <a:buChar char="•"/>
        <a:defRPr sz="2000" kern="1200">
          <a:solidFill>
            <a:schemeClr val="bg1"/>
          </a:solidFill>
          <a:latin typeface="EYInterstate Light" panose="02000506000000020004" pitchFamily="2" charset="0"/>
          <a:ea typeface="+mn-ea"/>
          <a:cs typeface="+mn-cs"/>
        </a:defRPr>
      </a:lvl1pPr>
      <a:lvl2pPr marL="534639" indent="-267319" algn="l" defTabSz="685434" rtl="0" eaLnBrk="1" latinLnBrk="0" hangingPunct="1">
        <a:spcBef>
          <a:spcPct val="20000"/>
        </a:spcBef>
        <a:buClr>
          <a:schemeClr val="tx2"/>
        </a:buClr>
        <a:buSzPct val="110000"/>
        <a:buFont typeface="EYInterstate Light" panose="02000506000000020004" pitchFamily="2" charset="0"/>
        <a:buChar char="•"/>
        <a:defRPr sz="1800" kern="1200">
          <a:solidFill>
            <a:schemeClr val="bg1"/>
          </a:solidFill>
          <a:latin typeface="EYInterstate Light" panose="02000506000000020004" pitchFamily="2" charset="0"/>
          <a:ea typeface="+mn-ea"/>
          <a:cs typeface="+mn-cs"/>
        </a:defRPr>
      </a:lvl2pPr>
      <a:lvl3pPr marL="801958" indent="-267319" algn="l" defTabSz="685434" rtl="0" eaLnBrk="1" latinLnBrk="0" hangingPunct="1">
        <a:spcBef>
          <a:spcPct val="20000"/>
        </a:spcBef>
        <a:buClr>
          <a:schemeClr val="tx2"/>
        </a:buClr>
        <a:buSzPct val="110000"/>
        <a:buFont typeface="EYInterstate Light" panose="02000506000000020004" pitchFamily="2" charset="0"/>
        <a:buChar char="•"/>
        <a:defRPr sz="1600" kern="1200">
          <a:solidFill>
            <a:schemeClr val="bg1"/>
          </a:solidFill>
          <a:latin typeface="EYInterstate Light" panose="02000506000000020004" pitchFamily="2" charset="0"/>
          <a:ea typeface="+mn-ea"/>
          <a:cs typeface="+mn-cs"/>
        </a:defRPr>
      </a:lvl3pPr>
      <a:lvl4pPr marL="1069277" indent="-267319" algn="l" defTabSz="685434" rtl="0" eaLnBrk="1" latinLnBrk="0" hangingPunct="1">
        <a:spcBef>
          <a:spcPct val="20000"/>
        </a:spcBef>
        <a:buClr>
          <a:schemeClr val="tx2"/>
        </a:buClr>
        <a:buSzPct val="110000"/>
        <a:buFont typeface="EYInterstate Light" panose="02000506000000020004" pitchFamily="2" charset="0"/>
        <a:buChar char="•"/>
        <a:defRPr sz="1400" kern="1200">
          <a:solidFill>
            <a:schemeClr val="bg1"/>
          </a:solidFill>
          <a:latin typeface="EYInterstate Light" panose="02000506000000020004" pitchFamily="2" charset="0"/>
          <a:ea typeface="+mn-ea"/>
          <a:cs typeface="+mn-cs"/>
        </a:defRPr>
      </a:lvl4pPr>
      <a:lvl5pPr marL="1336597" indent="-267319" algn="l" defTabSz="685434" rtl="0" eaLnBrk="1" latinLnBrk="0" hangingPunct="1">
        <a:spcBef>
          <a:spcPct val="20000"/>
        </a:spcBef>
        <a:buClr>
          <a:schemeClr val="tx2"/>
        </a:buClr>
        <a:buSzPct val="110000"/>
        <a:buFont typeface="EYInterstate Light" panose="02000506000000020004" pitchFamily="2" charset="0"/>
        <a:buChar char="•"/>
        <a:defRPr sz="1200" kern="1200">
          <a:solidFill>
            <a:schemeClr val="bg1"/>
          </a:solidFill>
          <a:latin typeface="EYInterstate Light" panose="02000506000000020004" pitchFamily="2" charset="0"/>
          <a:ea typeface="+mn-ea"/>
          <a:cs typeface="+mn-cs"/>
        </a:defRPr>
      </a:lvl5pPr>
      <a:lvl6pPr marL="1884944"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7661"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0378"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3096"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9pPr>
    </p:bodyStyle>
    <p:otherStyle>
      <a:defPPr>
        <a:defRPr lang="en-US"/>
      </a:defPPr>
      <a:lvl1pPr marL="0" algn="l" defTabSz="685434" rtl="0" eaLnBrk="1" latinLnBrk="0" hangingPunct="1">
        <a:defRPr sz="1349" kern="1200">
          <a:solidFill>
            <a:schemeClr val="tx1"/>
          </a:solidFill>
          <a:latin typeface="+mn-lt"/>
          <a:ea typeface="+mn-ea"/>
          <a:cs typeface="+mn-cs"/>
        </a:defRPr>
      </a:lvl1pPr>
      <a:lvl2pPr marL="342717" algn="l" defTabSz="685434" rtl="0" eaLnBrk="1" latinLnBrk="0" hangingPunct="1">
        <a:defRPr sz="1349" kern="1200">
          <a:solidFill>
            <a:schemeClr val="tx1"/>
          </a:solidFill>
          <a:latin typeface="+mn-lt"/>
          <a:ea typeface="+mn-ea"/>
          <a:cs typeface="+mn-cs"/>
        </a:defRPr>
      </a:lvl2pPr>
      <a:lvl3pPr marL="685434" algn="l" defTabSz="685434" rtl="0" eaLnBrk="1" latinLnBrk="0" hangingPunct="1">
        <a:defRPr sz="1349" kern="1200">
          <a:solidFill>
            <a:schemeClr val="tx1"/>
          </a:solidFill>
          <a:latin typeface="+mn-lt"/>
          <a:ea typeface="+mn-ea"/>
          <a:cs typeface="+mn-cs"/>
        </a:defRPr>
      </a:lvl3pPr>
      <a:lvl4pPr marL="1028151" algn="l" defTabSz="685434" rtl="0" eaLnBrk="1" latinLnBrk="0" hangingPunct="1">
        <a:defRPr sz="1349" kern="1200">
          <a:solidFill>
            <a:schemeClr val="tx1"/>
          </a:solidFill>
          <a:latin typeface="+mn-lt"/>
          <a:ea typeface="+mn-ea"/>
          <a:cs typeface="+mn-cs"/>
        </a:defRPr>
      </a:lvl4pPr>
      <a:lvl5pPr marL="1370868" algn="l" defTabSz="685434" rtl="0" eaLnBrk="1" latinLnBrk="0" hangingPunct="1">
        <a:defRPr sz="1349" kern="1200">
          <a:solidFill>
            <a:schemeClr val="tx1"/>
          </a:solidFill>
          <a:latin typeface="+mn-lt"/>
          <a:ea typeface="+mn-ea"/>
          <a:cs typeface="+mn-cs"/>
        </a:defRPr>
      </a:lvl5pPr>
      <a:lvl6pPr marL="1713586" algn="l" defTabSz="685434" rtl="0" eaLnBrk="1" latinLnBrk="0" hangingPunct="1">
        <a:defRPr sz="1349" kern="1200">
          <a:solidFill>
            <a:schemeClr val="tx1"/>
          </a:solidFill>
          <a:latin typeface="+mn-lt"/>
          <a:ea typeface="+mn-ea"/>
          <a:cs typeface="+mn-cs"/>
        </a:defRPr>
      </a:lvl6pPr>
      <a:lvl7pPr marL="2056303" algn="l" defTabSz="685434" rtl="0" eaLnBrk="1" latinLnBrk="0" hangingPunct="1">
        <a:defRPr sz="1349" kern="1200">
          <a:solidFill>
            <a:schemeClr val="tx1"/>
          </a:solidFill>
          <a:latin typeface="+mn-lt"/>
          <a:ea typeface="+mn-ea"/>
          <a:cs typeface="+mn-cs"/>
        </a:defRPr>
      </a:lvl7pPr>
      <a:lvl8pPr marL="2399020" algn="l" defTabSz="685434" rtl="0" eaLnBrk="1" latinLnBrk="0" hangingPunct="1">
        <a:defRPr sz="1349" kern="1200">
          <a:solidFill>
            <a:schemeClr val="tx1"/>
          </a:solidFill>
          <a:latin typeface="+mn-lt"/>
          <a:ea typeface="+mn-ea"/>
          <a:cs typeface="+mn-cs"/>
        </a:defRPr>
      </a:lvl8pPr>
      <a:lvl9pPr marL="2741737" algn="l" defTabSz="685434" rtl="0" eaLnBrk="1" latinLnBrk="0" hangingPunct="1">
        <a:defRPr sz="134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94200"/>
            <a:ext cx="8229600" cy="59088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457201" y="1137920"/>
            <a:ext cx="8229600" cy="4947920"/>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21" name="Group 4">
            <a:extLst>
              <a:ext uri="{FF2B5EF4-FFF2-40B4-BE49-F238E27FC236}">
                <a16:creationId xmlns:a16="http://schemas.microsoft.com/office/drawing/2014/main" id="{070143FB-B49A-43B9-BDD0-6B34F1305A62}"/>
              </a:ext>
            </a:extLst>
          </p:cNvPr>
          <p:cNvGrpSpPr>
            <a:grpSpLocks noChangeAspect="1"/>
          </p:cNvGrpSpPr>
          <p:nvPr userDrawn="1"/>
        </p:nvGrpSpPr>
        <p:grpSpPr bwMode="auto">
          <a:xfrm>
            <a:off x="8284464" y="6327648"/>
            <a:ext cx="402336" cy="412867"/>
            <a:chOff x="7110" y="4004"/>
            <a:chExt cx="191" cy="196"/>
          </a:xfrm>
        </p:grpSpPr>
        <p:sp>
          <p:nvSpPr>
            <p:cNvPr id="22" name="Freeform 5">
              <a:extLst>
                <a:ext uri="{FF2B5EF4-FFF2-40B4-BE49-F238E27FC236}">
                  <a16:creationId xmlns:a16="http://schemas.microsoft.com/office/drawing/2014/main" id="{D9BF2560-A8D8-44C9-8115-BCB5085894F0}"/>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6">
              <a:extLst>
                <a:ext uri="{FF2B5EF4-FFF2-40B4-BE49-F238E27FC236}">
                  <a16:creationId xmlns:a16="http://schemas.microsoft.com/office/drawing/2014/main" id="{56D2A493-73F6-40BA-A4BE-DAEC44F3A25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7">
              <a:extLst>
                <a:ext uri="{FF2B5EF4-FFF2-40B4-BE49-F238E27FC236}">
                  <a16:creationId xmlns:a16="http://schemas.microsoft.com/office/drawing/2014/main" id="{C09A7C37-C954-457F-B80C-7BC99BEAE3BB}"/>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
        <p:nvSpPr>
          <p:cNvPr id="14" name="Date Placeholder 5">
            <a:extLst>
              <a:ext uri="{FF2B5EF4-FFF2-40B4-BE49-F238E27FC236}">
                <a16:creationId xmlns:a16="http://schemas.microsoft.com/office/drawing/2014/main" id="{281567AF-9C2B-482E-9EE4-622E5FD82259}"/>
              </a:ext>
            </a:extLst>
          </p:cNvPr>
          <p:cNvSpPr txBox="1">
            <a:spLocks/>
          </p:cNvSpPr>
          <p:nvPr userDrawn="1"/>
        </p:nvSpPr>
        <p:spPr>
          <a:xfrm>
            <a:off x="1892301" y="6516456"/>
            <a:ext cx="1191258"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3B312C75-4EC6-4CE9-A7D2-0A1F3DCB4510}" type="datetime3">
              <a:rPr lang="en-US" smtClean="0"/>
              <a:pPr lvl="0"/>
              <a:t>2 November 2022</a:t>
            </a:fld>
            <a:endParaRPr lang="en-IN" dirty="0"/>
          </a:p>
        </p:txBody>
      </p:sp>
      <p:sp>
        <p:nvSpPr>
          <p:cNvPr id="15" name="Footer Placeholder 6">
            <a:extLst>
              <a:ext uri="{FF2B5EF4-FFF2-40B4-BE49-F238E27FC236}">
                <a16:creationId xmlns:a16="http://schemas.microsoft.com/office/drawing/2014/main" id="{54A5B65C-2B05-47B9-8231-B3481E855208}"/>
              </a:ext>
            </a:extLst>
          </p:cNvPr>
          <p:cNvSpPr txBox="1">
            <a:spLocks/>
          </p:cNvSpPr>
          <p:nvPr userDrawn="1"/>
        </p:nvSpPr>
        <p:spPr>
          <a:xfrm>
            <a:off x="3321561" y="6516456"/>
            <a:ext cx="3086100"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IN" dirty="0"/>
              <a:t>Presentation title</a:t>
            </a:r>
          </a:p>
        </p:txBody>
      </p:sp>
      <p:sp>
        <p:nvSpPr>
          <p:cNvPr id="19" name="Slide Number Placeholder 7">
            <a:extLst>
              <a:ext uri="{FF2B5EF4-FFF2-40B4-BE49-F238E27FC236}">
                <a16:creationId xmlns:a16="http://schemas.microsoft.com/office/drawing/2014/main" id="{BDA9A850-2505-4DF6-BDA3-12FF1906CBE8}"/>
              </a:ext>
            </a:extLst>
          </p:cNvPr>
          <p:cNvSpPr txBox="1">
            <a:spLocks/>
          </p:cNvSpPr>
          <p:nvPr userDrawn="1"/>
        </p:nvSpPr>
        <p:spPr>
          <a:xfrm>
            <a:off x="363093" y="6516456"/>
            <a:ext cx="663066" cy="180000"/>
          </a:xfrm>
          <a:prstGeom prst="rect">
            <a:avLst/>
          </a:prstGeom>
        </p:spPr>
        <p:txBody>
          <a:bodyPr vert="horz" lIns="91440" tIns="45720" rIns="91440" bIns="45720" rtlCol="0" anchor="ct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dirty="0"/>
              <a:t>Page </a:t>
            </a:r>
            <a:fld id="{F1BC30E3-FFE5-4B91-AA19-87A149EBB9EE}" type="slidenum">
              <a:rPr smtClean="0"/>
              <a:pPr lvl="0"/>
              <a:t>‹#›</a:t>
            </a:fld>
            <a:endParaRPr dirty="0"/>
          </a:p>
        </p:txBody>
      </p:sp>
    </p:spTree>
    <p:extLst>
      <p:ext uri="{BB962C8B-B14F-4D97-AF65-F5344CB8AC3E}">
        <p14:creationId xmlns:p14="http://schemas.microsoft.com/office/powerpoint/2010/main" val="3366597544"/>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 id="2147483864" r:id="rId14"/>
    <p:sldLayoutId id="2147483884" r:id="rId15"/>
    <p:sldLayoutId id="2147483886" r:id="rId16"/>
    <p:sldLayoutId id="2147483865" r:id="rId17"/>
    <p:sldLayoutId id="2147483866" r:id="rId18"/>
    <p:sldLayoutId id="2147483867" r:id="rId19"/>
    <p:sldLayoutId id="2147483868" r:id="rId20"/>
    <p:sldLayoutId id="2147483869" r:id="rId21"/>
    <p:sldLayoutId id="2147483870" r:id="rId22"/>
    <p:sldLayoutId id="2147483871" r:id="rId23"/>
    <p:sldLayoutId id="2147483872" r:id="rId24"/>
    <p:sldLayoutId id="2147483873" r:id="rId25"/>
    <p:sldLayoutId id="2147483874" r:id="rId26"/>
    <p:sldLayoutId id="2147483891" r:id="rId27"/>
    <p:sldLayoutId id="2147483875" r:id="rId28"/>
    <p:sldLayoutId id="2147483890" r:id="rId29"/>
    <p:sldLayoutId id="2147483876" r:id="rId30"/>
  </p:sldLayoutIdLst>
  <p:hf hdr="0"/>
  <p:txStyles>
    <p:titleStyle>
      <a:lvl1pPr algn="l" defTabSz="685434" rtl="0" eaLnBrk="1" latinLnBrk="0" hangingPunct="1">
        <a:lnSpc>
          <a:spcPct val="85000"/>
        </a:lnSpc>
        <a:spcBef>
          <a:spcPct val="0"/>
        </a:spcBef>
        <a:buNone/>
        <a:defRPr sz="2400" b="0" kern="1200">
          <a:solidFill>
            <a:schemeClr val="bg1"/>
          </a:solidFill>
          <a:latin typeface="EYInterstate Light" panose="02000506000000020004" pitchFamily="2" charset="0"/>
          <a:ea typeface="+mj-ea"/>
          <a:cs typeface="Arial" pitchFamily="34" charset="0"/>
        </a:defRPr>
      </a:lvl1pPr>
    </p:titleStyle>
    <p:bodyStyle>
      <a:lvl1pPr marL="267319" indent="-267319" algn="l" defTabSz="685434" rtl="0" eaLnBrk="1" latinLnBrk="0" hangingPunct="1">
        <a:spcBef>
          <a:spcPct val="20000"/>
        </a:spcBef>
        <a:buClr>
          <a:schemeClr val="tx2"/>
        </a:buClr>
        <a:buSzPct val="110000"/>
        <a:buFont typeface="EYInterstate Light" panose="02000506000000020004" pitchFamily="2" charset="0"/>
        <a:buChar char="•"/>
        <a:defRPr sz="2000" kern="1200">
          <a:solidFill>
            <a:schemeClr val="bg1"/>
          </a:solidFill>
          <a:latin typeface="EYInterstate Light" panose="02000506000000020004" pitchFamily="2" charset="0"/>
          <a:ea typeface="+mn-ea"/>
          <a:cs typeface="+mn-cs"/>
        </a:defRPr>
      </a:lvl1pPr>
      <a:lvl2pPr marL="534639" indent="-267319" algn="l" defTabSz="685434" rtl="0" eaLnBrk="1" latinLnBrk="0" hangingPunct="1">
        <a:spcBef>
          <a:spcPct val="20000"/>
        </a:spcBef>
        <a:buClr>
          <a:schemeClr val="tx2"/>
        </a:buClr>
        <a:buSzPct val="110000"/>
        <a:buFont typeface="EYInterstate Light" panose="02000506000000020004" pitchFamily="2" charset="0"/>
        <a:buChar char="•"/>
        <a:defRPr sz="1800" kern="1200">
          <a:solidFill>
            <a:schemeClr val="bg1"/>
          </a:solidFill>
          <a:latin typeface="EYInterstate Light" panose="02000506000000020004" pitchFamily="2" charset="0"/>
          <a:ea typeface="+mn-ea"/>
          <a:cs typeface="+mn-cs"/>
        </a:defRPr>
      </a:lvl2pPr>
      <a:lvl3pPr marL="801958" indent="-267319" algn="l" defTabSz="685434" rtl="0" eaLnBrk="1" latinLnBrk="0" hangingPunct="1">
        <a:spcBef>
          <a:spcPct val="20000"/>
        </a:spcBef>
        <a:buClr>
          <a:schemeClr val="tx2"/>
        </a:buClr>
        <a:buSzPct val="110000"/>
        <a:buFont typeface="EYInterstate Light" panose="02000506000000020004" pitchFamily="2" charset="0"/>
        <a:buChar char="•"/>
        <a:defRPr sz="1600" kern="1200">
          <a:solidFill>
            <a:schemeClr val="bg1"/>
          </a:solidFill>
          <a:latin typeface="EYInterstate Light" panose="02000506000000020004" pitchFamily="2" charset="0"/>
          <a:ea typeface="+mn-ea"/>
          <a:cs typeface="+mn-cs"/>
        </a:defRPr>
      </a:lvl3pPr>
      <a:lvl4pPr marL="1069277" indent="-267319" algn="l" defTabSz="685434" rtl="0" eaLnBrk="1" latinLnBrk="0" hangingPunct="1">
        <a:spcBef>
          <a:spcPct val="20000"/>
        </a:spcBef>
        <a:buClr>
          <a:schemeClr val="tx2"/>
        </a:buClr>
        <a:buSzPct val="110000"/>
        <a:buFont typeface="EYInterstate Light" panose="02000506000000020004" pitchFamily="2" charset="0"/>
        <a:buChar char="•"/>
        <a:defRPr sz="1400" kern="1200">
          <a:solidFill>
            <a:schemeClr val="bg1"/>
          </a:solidFill>
          <a:latin typeface="EYInterstate Light" panose="02000506000000020004" pitchFamily="2" charset="0"/>
          <a:ea typeface="+mn-ea"/>
          <a:cs typeface="+mn-cs"/>
        </a:defRPr>
      </a:lvl4pPr>
      <a:lvl5pPr marL="1336597" indent="-267319" algn="l" defTabSz="685434" rtl="0" eaLnBrk="1" latinLnBrk="0" hangingPunct="1">
        <a:spcBef>
          <a:spcPct val="20000"/>
        </a:spcBef>
        <a:buClr>
          <a:schemeClr val="tx2"/>
        </a:buClr>
        <a:buSzPct val="110000"/>
        <a:buFont typeface="EYInterstate Light" panose="02000506000000020004" pitchFamily="2" charset="0"/>
        <a:buChar char="•"/>
        <a:defRPr sz="1200" kern="1200">
          <a:solidFill>
            <a:schemeClr val="bg1"/>
          </a:solidFill>
          <a:latin typeface="EYInterstate Light" panose="02000506000000020004" pitchFamily="2" charset="0"/>
          <a:ea typeface="+mn-ea"/>
          <a:cs typeface="+mn-cs"/>
        </a:defRPr>
      </a:lvl5pPr>
      <a:lvl6pPr marL="1884944"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7661"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0378"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3096" indent="-171359" algn="l" defTabSz="685434" rtl="0" eaLnBrk="1" latinLnBrk="0" hangingPunct="1">
        <a:spcBef>
          <a:spcPct val="20000"/>
        </a:spcBef>
        <a:buFont typeface="Arial" pitchFamily="34" charset="0"/>
        <a:buChar char="•"/>
        <a:defRPr sz="1499" kern="1200">
          <a:solidFill>
            <a:schemeClr val="tx1"/>
          </a:solidFill>
          <a:latin typeface="+mn-lt"/>
          <a:ea typeface="+mn-ea"/>
          <a:cs typeface="+mn-cs"/>
        </a:defRPr>
      </a:lvl9pPr>
    </p:bodyStyle>
    <p:otherStyle>
      <a:defPPr>
        <a:defRPr lang="en-US"/>
      </a:defPPr>
      <a:lvl1pPr marL="0" algn="l" defTabSz="685434" rtl="0" eaLnBrk="1" latinLnBrk="0" hangingPunct="1">
        <a:defRPr sz="1349" kern="1200">
          <a:solidFill>
            <a:schemeClr val="tx1"/>
          </a:solidFill>
          <a:latin typeface="+mn-lt"/>
          <a:ea typeface="+mn-ea"/>
          <a:cs typeface="+mn-cs"/>
        </a:defRPr>
      </a:lvl1pPr>
      <a:lvl2pPr marL="342717" algn="l" defTabSz="685434" rtl="0" eaLnBrk="1" latinLnBrk="0" hangingPunct="1">
        <a:defRPr sz="1349" kern="1200">
          <a:solidFill>
            <a:schemeClr val="tx1"/>
          </a:solidFill>
          <a:latin typeface="+mn-lt"/>
          <a:ea typeface="+mn-ea"/>
          <a:cs typeface="+mn-cs"/>
        </a:defRPr>
      </a:lvl2pPr>
      <a:lvl3pPr marL="685434" algn="l" defTabSz="685434" rtl="0" eaLnBrk="1" latinLnBrk="0" hangingPunct="1">
        <a:defRPr sz="1349" kern="1200">
          <a:solidFill>
            <a:schemeClr val="tx1"/>
          </a:solidFill>
          <a:latin typeface="+mn-lt"/>
          <a:ea typeface="+mn-ea"/>
          <a:cs typeface="+mn-cs"/>
        </a:defRPr>
      </a:lvl3pPr>
      <a:lvl4pPr marL="1028151" algn="l" defTabSz="685434" rtl="0" eaLnBrk="1" latinLnBrk="0" hangingPunct="1">
        <a:defRPr sz="1349" kern="1200">
          <a:solidFill>
            <a:schemeClr val="tx1"/>
          </a:solidFill>
          <a:latin typeface="+mn-lt"/>
          <a:ea typeface="+mn-ea"/>
          <a:cs typeface="+mn-cs"/>
        </a:defRPr>
      </a:lvl4pPr>
      <a:lvl5pPr marL="1370868" algn="l" defTabSz="685434" rtl="0" eaLnBrk="1" latinLnBrk="0" hangingPunct="1">
        <a:defRPr sz="1349" kern="1200">
          <a:solidFill>
            <a:schemeClr val="tx1"/>
          </a:solidFill>
          <a:latin typeface="+mn-lt"/>
          <a:ea typeface="+mn-ea"/>
          <a:cs typeface="+mn-cs"/>
        </a:defRPr>
      </a:lvl5pPr>
      <a:lvl6pPr marL="1713586" algn="l" defTabSz="685434" rtl="0" eaLnBrk="1" latinLnBrk="0" hangingPunct="1">
        <a:defRPr sz="1349" kern="1200">
          <a:solidFill>
            <a:schemeClr val="tx1"/>
          </a:solidFill>
          <a:latin typeface="+mn-lt"/>
          <a:ea typeface="+mn-ea"/>
          <a:cs typeface="+mn-cs"/>
        </a:defRPr>
      </a:lvl6pPr>
      <a:lvl7pPr marL="2056303" algn="l" defTabSz="685434" rtl="0" eaLnBrk="1" latinLnBrk="0" hangingPunct="1">
        <a:defRPr sz="1349" kern="1200">
          <a:solidFill>
            <a:schemeClr val="tx1"/>
          </a:solidFill>
          <a:latin typeface="+mn-lt"/>
          <a:ea typeface="+mn-ea"/>
          <a:cs typeface="+mn-cs"/>
        </a:defRPr>
      </a:lvl7pPr>
      <a:lvl8pPr marL="2399020" algn="l" defTabSz="685434" rtl="0" eaLnBrk="1" latinLnBrk="0" hangingPunct="1">
        <a:defRPr sz="1349" kern="1200">
          <a:solidFill>
            <a:schemeClr val="tx1"/>
          </a:solidFill>
          <a:latin typeface="+mn-lt"/>
          <a:ea typeface="+mn-ea"/>
          <a:cs typeface="+mn-cs"/>
        </a:defRPr>
      </a:lvl8pPr>
      <a:lvl9pPr marL="2741737" algn="l" defTabSz="685434" rtl="0" eaLnBrk="1" latinLnBrk="0" hangingPunct="1">
        <a:defRPr sz="134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0.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93B87-F0FD-86BD-561E-3B9037587A8E}"/>
              </a:ext>
            </a:extLst>
          </p:cNvPr>
          <p:cNvSpPr>
            <a:spLocks noGrp="1"/>
          </p:cNvSpPr>
          <p:nvPr>
            <p:ph type="ctrTitle"/>
          </p:nvPr>
        </p:nvSpPr>
        <p:spPr>
          <a:xfrm>
            <a:off x="636631" y="2271728"/>
            <a:ext cx="4064949" cy="860400"/>
          </a:xfrm>
        </p:spPr>
        <p:txBody>
          <a:bodyPr/>
          <a:lstStyle/>
          <a:p>
            <a:pPr algn="ctr"/>
            <a:r>
              <a:rPr lang="en-US" b="1" dirty="0"/>
              <a:t>NATURAL LANGUAGE PROCESSING</a:t>
            </a:r>
          </a:p>
        </p:txBody>
      </p:sp>
    </p:spTree>
    <p:extLst>
      <p:ext uri="{BB962C8B-B14F-4D97-AF65-F5344CB8AC3E}">
        <p14:creationId xmlns:p14="http://schemas.microsoft.com/office/powerpoint/2010/main" val="3941658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8BF9B-41B1-C937-9A9B-9FC0C00E5774}"/>
              </a:ext>
            </a:extLst>
          </p:cNvPr>
          <p:cNvSpPr>
            <a:spLocks noGrp="1"/>
          </p:cNvSpPr>
          <p:nvPr>
            <p:ph type="title"/>
          </p:nvPr>
        </p:nvSpPr>
        <p:spPr/>
        <p:txBody>
          <a:bodyPr/>
          <a:lstStyle/>
          <a:p>
            <a:r>
              <a:rPr lang="en-US" dirty="0">
                <a:latin typeface="+mj-lt"/>
              </a:rPr>
              <a:t>Synopsis</a:t>
            </a:r>
          </a:p>
        </p:txBody>
      </p:sp>
      <p:sp>
        <p:nvSpPr>
          <p:cNvPr id="3" name="Content Placeholder 2">
            <a:extLst>
              <a:ext uri="{FF2B5EF4-FFF2-40B4-BE49-F238E27FC236}">
                <a16:creationId xmlns:a16="http://schemas.microsoft.com/office/drawing/2014/main" id="{3771A99C-A175-3E6F-0ADC-194F5CF21EC3}"/>
              </a:ext>
            </a:extLst>
          </p:cNvPr>
          <p:cNvSpPr>
            <a:spLocks noGrp="1"/>
          </p:cNvSpPr>
          <p:nvPr>
            <p:ph idx="1"/>
          </p:nvPr>
        </p:nvSpPr>
        <p:spPr/>
        <p:txBody>
          <a:bodyPr/>
          <a:lstStyle/>
          <a:p>
            <a:pPr marL="457200" indent="-457200">
              <a:buAutoNum type="arabicPeriod"/>
            </a:pPr>
            <a:r>
              <a:rPr lang="en-US" dirty="0"/>
              <a:t>Introduction to NLP</a:t>
            </a:r>
          </a:p>
          <a:p>
            <a:pPr marL="457200" indent="-457200">
              <a:buAutoNum type="arabicPeriod"/>
            </a:pPr>
            <a:endParaRPr lang="en-US" dirty="0"/>
          </a:p>
          <a:p>
            <a:pPr marL="457200" indent="-457200">
              <a:buFont typeface="EYInterstate Light" panose="02000506000000020004" pitchFamily="2" charset="0"/>
              <a:buAutoNum type="arabicPeriod"/>
            </a:pPr>
            <a:r>
              <a:rPr lang="en-US" dirty="0"/>
              <a:t>Natural language processing techniques in python</a:t>
            </a:r>
          </a:p>
        </p:txBody>
      </p:sp>
    </p:spTree>
    <p:extLst>
      <p:ext uri="{BB962C8B-B14F-4D97-AF65-F5344CB8AC3E}">
        <p14:creationId xmlns:p14="http://schemas.microsoft.com/office/powerpoint/2010/main" val="2632876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03765-C683-38C4-DD5A-BEF53D96B9A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F5F4EC10-F41E-DE53-351B-803309AB5A23}"/>
              </a:ext>
            </a:extLst>
          </p:cNvPr>
          <p:cNvSpPr>
            <a:spLocks noGrp="1"/>
          </p:cNvSpPr>
          <p:nvPr>
            <p:ph idx="1"/>
          </p:nvPr>
        </p:nvSpPr>
        <p:spPr/>
        <p:txBody>
          <a:bodyPr/>
          <a:lstStyle/>
          <a:p>
            <a:r>
              <a:rPr lang="en-US" dirty="0"/>
              <a:t>What is Natural Language Processing ?</a:t>
            </a:r>
          </a:p>
          <a:p>
            <a:endParaRPr lang="en-US" dirty="0"/>
          </a:p>
          <a:p>
            <a:pPr marL="342900" indent="-342900">
              <a:buFont typeface="Arial" panose="020B0604020202020204" pitchFamily="34" charset="0"/>
              <a:buChar char="•"/>
            </a:pPr>
            <a:r>
              <a:rPr lang="en-US" dirty="0"/>
              <a:t>Started off as a branch of Artificial Intelligence</a:t>
            </a:r>
          </a:p>
          <a:p>
            <a:endParaRPr lang="en-US" dirty="0"/>
          </a:p>
          <a:p>
            <a:pPr marL="342900" indent="-342900">
              <a:buFont typeface="Arial" panose="020B0604020202020204" pitchFamily="34" charset="0"/>
              <a:buChar char="•"/>
            </a:pPr>
            <a:r>
              <a:rPr lang="en-US" dirty="0"/>
              <a:t>Process information contained in natural language text.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Analyze, understand and generate human languages just like humans do</a:t>
            </a:r>
          </a:p>
          <a:p>
            <a:endParaRPr lang="en-US" dirty="0"/>
          </a:p>
          <a:p>
            <a:pPr marL="342900" indent="-342900">
              <a:buFont typeface="Arial" panose="020B0604020202020204" pitchFamily="34" charset="0"/>
              <a:buChar char="•"/>
            </a:pPr>
            <a:r>
              <a:rPr lang="en-US" dirty="0"/>
              <a:t>Make computers learn our language rather than we learn theirs</a:t>
            </a:r>
          </a:p>
        </p:txBody>
      </p:sp>
    </p:spTree>
    <p:extLst>
      <p:ext uri="{BB962C8B-B14F-4D97-AF65-F5344CB8AC3E}">
        <p14:creationId xmlns:p14="http://schemas.microsoft.com/office/powerpoint/2010/main" val="243892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5ABB9-2751-CFB7-1FDA-D405FC4C2C58}"/>
              </a:ext>
            </a:extLst>
          </p:cNvPr>
          <p:cNvSpPr>
            <a:spLocks noGrp="1"/>
          </p:cNvSpPr>
          <p:nvPr>
            <p:ph type="title"/>
          </p:nvPr>
        </p:nvSpPr>
        <p:spPr/>
        <p:txBody>
          <a:bodyPr/>
          <a:lstStyle/>
          <a:p>
            <a:r>
              <a:rPr lang="en-IN" i="0" dirty="0">
                <a:solidFill>
                  <a:srgbClr val="323232"/>
                </a:solidFill>
                <a:effectLst/>
                <a:latin typeface="+mj-lt"/>
              </a:rPr>
              <a:t>Why is natural language processing important?</a:t>
            </a:r>
            <a:br>
              <a:rPr lang="en-IN" i="0" dirty="0">
                <a:solidFill>
                  <a:srgbClr val="323232"/>
                </a:solidFill>
                <a:effectLst/>
                <a:latin typeface="+mj-lt"/>
              </a:rPr>
            </a:br>
            <a:endParaRPr lang="en-US" dirty="0">
              <a:latin typeface="+mj-lt"/>
            </a:endParaRPr>
          </a:p>
        </p:txBody>
      </p:sp>
      <p:sp>
        <p:nvSpPr>
          <p:cNvPr id="3" name="Content Placeholder 2">
            <a:extLst>
              <a:ext uri="{FF2B5EF4-FFF2-40B4-BE49-F238E27FC236}">
                <a16:creationId xmlns:a16="http://schemas.microsoft.com/office/drawing/2014/main" id="{DAA22687-ED2D-6836-53D8-122935CDB367}"/>
              </a:ext>
            </a:extLst>
          </p:cNvPr>
          <p:cNvSpPr>
            <a:spLocks noGrp="1"/>
          </p:cNvSpPr>
          <p:nvPr>
            <p:ph idx="1"/>
          </p:nvPr>
        </p:nvSpPr>
        <p:spPr>
          <a:xfrm>
            <a:off x="457201" y="1137920"/>
            <a:ext cx="8229600" cy="4834800"/>
          </a:xfrm>
        </p:spPr>
        <p:txBody>
          <a:bodyPr/>
          <a:lstStyle/>
          <a:p>
            <a:pPr marL="342900" indent="-342900">
              <a:buFont typeface="Arial" panose="020B0604020202020204" pitchFamily="34" charset="0"/>
              <a:buChar char="•"/>
            </a:pPr>
            <a:r>
              <a:rPr lang="en-IN" dirty="0"/>
              <a:t>Businesses use massive quantities of unstructured, text-heavy data and need a way to efficiently process it.</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0" i="0" dirty="0">
                <a:solidFill>
                  <a:srgbClr val="000000"/>
                </a:solidFill>
                <a:effectLst/>
                <a:latin typeface="avenir-light" panose="02000503020000020003" pitchFamily="2" charset="0"/>
              </a:rPr>
              <a:t>NLP makes it possible for computers to read text, hear speech, interpret it, measure sentiment and determine which parts are important. </a:t>
            </a:r>
            <a:endParaRPr lang="en-IN" dirty="0"/>
          </a:p>
          <a:p>
            <a:pPr marL="342900" indent="-342900">
              <a:buFont typeface="Arial" panose="020B0604020202020204" pitchFamily="34" charset="0"/>
              <a:buChar char="•"/>
            </a:pPr>
            <a:endParaRPr lang="en-US" dirty="0"/>
          </a:p>
        </p:txBody>
      </p:sp>
      <p:pic>
        <p:nvPicPr>
          <p:cNvPr id="5" name="Graphic 4" descr="Document with solid fill">
            <a:extLst>
              <a:ext uri="{FF2B5EF4-FFF2-40B4-BE49-F238E27FC236}">
                <a16:creationId xmlns:a16="http://schemas.microsoft.com/office/drawing/2014/main" id="{69A81E79-5F02-3455-ACD5-BD2A91A2F9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50704" y="4137492"/>
            <a:ext cx="914400" cy="914400"/>
          </a:xfrm>
          <a:prstGeom prst="rect">
            <a:avLst/>
          </a:prstGeom>
        </p:spPr>
      </p:pic>
      <p:pic>
        <p:nvPicPr>
          <p:cNvPr id="7" name="Graphic 6" descr="Document with solid fill">
            <a:extLst>
              <a:ext uri="{FF2B5EF4-FFF2-40B4-BE49-F238E27FC236}">
                <a16:creationId xmlns:a16="http://schemas.microsoft.com/office/drawing/2014/main" id="{CE9E6962-D272-6555-89DE-92596A6B28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62405" y="4341352"/>
            <a:ext cx="914400" cy="914400"/>
          </a:xfrm>
          <a:prstGeom prst="rect">
            <a:avLst/>
          </a:prstGeom>
        </p:spPr>
      </p:pic>
      <p:sp>
        <p:nvSpPr>
          <p:cNvPr id="8" name="Right Brace 7">
            <a:extLst>
              <a:ext uri="{FF2B5EF4-FFF2-40B4-BE49-F238E27FC236}">
                <a16:creationId xmlns:a16="http://schemas.microsoft.com/office/drawing/2014/main" id="{C43D83F8-C615-5173-826B-69A5036C5546}"/>
              </a:ext>
            </a:extLst>
          </p:cNvPr>
          <p:cNvSpPr/>
          <p:nvPr/>
        </p:nvSpPr>
        <p:spPr>
          <a:xfrm>
            <a:off x="4065104" y="3528876"/>
            <a:ext cx="540328" cy="2182091"/>
          </a:xfrm>
          <a:prstGeom prst="rightBrace">
            <a:avLst/>
          </a:prstGeom>
          <a:noFill/>
          <a:ln w="3810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ysClr val="windowText" lastClr="000000"/>
              </a:solidFill>
            </a:endParaRPr>
          </a:p>
        </p:txBody>
      </p:sp>
      <p:pic>
        <p:nvPicPr>
          <p:cNvPr id="16" name="Graphic 15" descr="Envelope outline">
            <a:extLst>
              <a:ext uri="{FF2B5EF4-FFF2-40B4-BE49-F238E27FC236}">
                <a16:creationId xmlns:a16="http://schemas.microsoft.com/office/drawing/2014/main" id="{F05F26A3-63A1-FEC5-778C-9AADE62D00B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3731" y="4137492"/>
            <a:ext cx="914400" cy="914400"/>
          </a:xfrm>
          <a:prstGeom prst="rect">
            <a:avLst/>
          </a:prstGeom>
        </p:spPr>
      </p:pic>
      <p:pic>
        <p:nvPicPr>
          <p:cNvPr id="18" name="Graphic 17" descr="User with solid fill">
            <a:extLst>
              <a:ext uri="{FF2B5EF4-FFF2-40B4-BE49-F238E27FC236}">
                <a16:creationId xmlns:a16="http://schemas.microsoft.com/office/drawing/2014/main" id="{175F12D8-092A-6D17-E0BD-BAEDFCF39A5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93731" y="4926448"/>
            <a:ext cx="914400" cy="914400"/>
          </a:xfrm>
          <a:prstGeom prst="rect">
            <a:avLst/>
          </a:prstGeom>
        </p:spPr>
      </p:pic>
      <p:pic>
        <p:nvPicPr>
          <p:cNvPr id="20" name="Graphic 19" descr="Speech with solid fill">
            <a:extLst>
              <a:ext uri="{FF2B5EF4-FFF2-40B4-BE49-F238E27FC236}">
                <a16:creationId xmlns:a16="http://schemas.microsoft.com/office/drawing/2014/main" id="{4489ACB0-A01E-7256-F037-813B2A9EDCB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3731" y="3223092"/>
            <a:ext cx="914400" cy="914400"/>
          </a:xfrm>
          <a:prstGeom prst="rect">
            <a:avLst/>
          </a:prstGeom>
        </p:spPr>
      </p:pic>
    </p:spTree>
    <p:extLst>
      <p:ext uri="{BB962C8B-B14F-4D97-AF65-F5344CB8AC3E}">
        <p14:creationId xmlns:p14="http://schemas.microsoft.com/office/powerpoint/2010/main" val="4164436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7906F-B238-E317-1859-1996D32CAC88}"/>
              </a:ext>
            </a:extLst>
          </p:cNvPr>
          <p:cNvSpPr>
            <a:spLocks noGrp="1"/>
          </p:cNvSpPr>
          <p:nvPr>
            <p:ph type="title"/>
          </p:nvPr>
        </p:nvSpPr>
        <p:spPr/>
        <p:txBody>
          <a:bodyPr/>
          <a:lstStyle/>
          <a:p>
            <a:r>
              <a:rPr lang="en-US" dirty="0"/>
              <a:t>Applications of NLP</a:t>
            </a:r>
          </a:p>
        </p:txBody>
      </p:sp>
      <p:pic>
        <p:nvPicPr>
          <p:cNvPr id="1026" name="Picture 2" descr="The applications (use cases) of Natural Language Processing (NLP)">
            <a:extLst>
              <a:ext uri="{FF2B5EF4-FFF2-40B4-BE49-F238E27FC236}">
                <a16:creationId xmlns:a16="http://schemas.microsoft.com/office/drawing/2014/main" id="{F14D0F1B-405B-255D-2340-E536D256C30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84312" y="1830108"/>
            <a:ext cx="6175375" cy="2893604"/>
          </a:xfrm>
          <a:prstGeom prst="rect">
            <a:avLst/>
          </a:prstGeom>
          <a:solidFill>
            <a:schemeClr val="bg2"/>
          </a:solidFill>
          <a:ln>
            <a:solidFill>
              <a:schemeClr val="bg2"/>
            </a:solidFill>
          </a:ln>
        </p:spPr>
      </p:pic>
    </p:spTree>
    <p:extLst>
      <p:ext uri="{BB962C8B-B14F-4D97-AF65-F5344CB8AC3E}">
        <p14:creationId xmlns:p14="http://schemas.microsoft.com/office/powerpoint/2010/main" val="799016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870EC-16CF-D727-2055-5BCADB796326}"/>
              </a:ext>
            </a:extLst>
          </p:cNvPr>
          <p:cNvSpPr>
            <a:spLocks noGrp="1"/>
          </p:cNvSpPr>
          <p:nvPr>
            <p:ph type="title"/>
          </p:nvPr>
        </p:nvSpPr>
        <p:spPr/>
        <p:txBody>
          <a:bodyPr/>
          <a:lstStyle/>
          <a:p>
            <a:r>
              <a:rPr lang="en-IN" b="1" i="0" dirty="0">
                <a:solidFill>
                  <a:srgbClr val="292929"/>
                </a:solidFill>
                <a:effectLst/>
                <a:latin typeface="sohne"/>
              </a:rPr>
              <a:t>Components of NLP</a:t>
            </a:r>
            <a:br>
              <a:rPr lang="en-IN" b="1" i="0" dirty="0">
                <a:solidFill>
                  <a:srgbClr val="292929"/>
                </a:solidFill>
                <a:effectLst/>
                <a:latin typeface="sohne"/>
              </a:rPr>
            </a:br>
            <a:br>
              <a:rPr lang="en-IN" dirty="0"/>
            </a:br>
            <a:endParaRPr lang="en-US" dirty="0"/>
          </a:p>
        </p:txBody>
      </p:sp>
      <p:pic>
        <p:nvPicPr>
          <p:cNvPr id="4" name="Content Placeholder 3">
            <a:extLst>
              <a:ext uri="{FF2B5EF4-FFF2-40B4-BE49-F238E27FC236}">
                <a16:creationId xmlns:a16="http://schemas.microsoft.com/office/drawing/2014/main" id="{131FB7C2-24F8-B2DE-5A5E-A2CBB401C497}"/>
              </a:ext>
            </a:extLst>
          </p:cNvPr>
          <p:cNvPicPr>
            <a:picLocks noGrp="1" noChangeAspect="1"/>
          </p:cNvPicPr>
          <p:nvPr>
            <p:ph idx="1"/>
          </p:nvPr>
        </p:nvPicPr>
        <p:blipFill>
          <a:blip r:embed="rId3"/>
          <a:stretch>
            <a:fillRect/>
          </a:stretch>
        </p:blipFill>
        <p:spPr>
          <a:xfrm>
            <a:off x="1728439" y="1935671"/>
            <a:ext cx="6175375" cy="3194466"/>
          </a:xfrm>
          <a:prstGeom prst="rect">
            <a:avLst/>
          </a:prstGeom>
          <a:ln>
            <a:solidFill>
              <a:schemeClr val="bg2"/>
            </a:solidFill>
          </a:ln>
        </p:spPr>
      </p:pic>
      <p:sp>
        <p:nvSpPr>
          <p:cNvPr id="5" name="TextBox 4">
            <a:extLst>
              <a:ext uri="{FF2B5EF4-FFF2-40B4-BE49-F238E27FC236}">
                <a16:creationId xmlns:a16="http://schemas.microsoft.com/office/drawing/2014/main" id="{8DBB8F9A-9959-CA6F-CAA1-2638C4AE6ED1}"/>
              </a:ext>
            </a:extLst>
          </p:cNvPr>
          <p:cNvSpPr txBox="1"/>
          <p:nvPr/>
        </p:nvSpPr>
        <p:spPr>
          <a:xfrm>
            <a:off x="380360" y="1118421"/>
            <a:ext cx="6366128" cy="194477"/>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IN" sz="1200" b="0" i="0" dirty="0">
                <a:solidFill>
                  <a:srgbClr val="292929"/>
                </a:solidFill>
                <a:effectLst/>
                <a:latin typeface="source-serif-pro"/>
              </a:rPr>
              <a:t>Generally Natural Language Processing can be split into two parts</a:t>
            </a:r>
            <a:endParaRPr lang="en-US" sz="1200" dirty="0" err="1">
              <a:solidFill>
                <a:schemeClr val="bg1"/>
              </a:solidFill>
            </a:endParaRPr>
          </a:p>
        </p:txBody>
      </p:sp>
    </p:spTree>
    <p:extLst>
      <p:ext uri="{BB962C8B-B14F-4D97-AF65-F5344CB8AC3E}">
        <p14:creationId xmlns:p14="http://schemas.microsoft.com/office/powerpoint/2010/main" val="2885676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682B6-3D61-5A15-0442-8DB07817289C}"/>
              </a:ext>
            </a:extLst>
          </p:cNvPr>
          <p:cNvSpPr>
            <a:spLocks noGrp="1"/>
          </p:cNvSpPr>
          <p:nvPr>
            <p:ph type="title"/>
          </p:nvPr>
        </p:nvSpPr>
        <p:spPr>
          <a:xfrm>
            <a:off x="457201" y="294200"/>
            <a:ext cx="8229600" cy="590400"/>
          </a:xfrm>
        </p:spPr>
        <p:txBody>
          <a:bodyPr anchor="t">
            <a:normAutofit/>
          </a:bodyPr>
          <a:lstStyle/>
          <a:p>
            <a:r>
              <a:rPr lang="en-US" dirty="0"/>
              <a:t>Common NLP libraries</a:t>
            </a:r>
          </a:p>
        </p:txBody>
      </p:sp>
      <p:sp>
        <p:nvSpPr>
          <p:cNvPr id="3" name="Content Placeholder 2">
            <a:extLst>
              <a:ext uri="{FF2B5EF4-FFF2-40B4-BE49-F238E27FC236}">
                <a16:creationId xmlns:a16="http://schemas.microsoft.com/office/drawing/2014/main" id="{FC03455B-ED3A-EFE0-4557-CEEEABE6C191}"/>
              </a:ext>
            </a:extLst>
          </p:cNvPr>
          <p:cNvSpPr>
            <a:spLocks noGrp="1"/>
          </p:cNvSpPr>
          <p:nvPr>
            <p:ph idx="1"/>
          </p:nvPr>
        </p:nvSpPr>
        <p:spPr>
          <a:xfrm>
            <a:off x="457201" y="1003610"/>
            <a:ext cx="8229600" cy="4969110"/>
          </a:xfrm>
        </p:spPr>
        <p:txBody>
          <a:bodyPr anchor="t">
            <a:normAutofit/>
          </a:bodyPr>
          <a:lstStyle/>
          <a:p>
            <a:pPr>
              <a:lnSpc>
                <a:spcPct val="90000"/>
              </a:lnSpc>
            </a:pPr>
            <a:r>
              <a:rPr lang="en-US" b="1" dirty="0">
                <a:latin typeface="+mn-lt"/>
              </a:rPr>
              <a:t>a. NLTK (Natural Language Toolkit)</a:t>
            </a:r>
          </a:p>
          <a:p>
            <a:pPr>
              <a:lnSpc>
                <a:spcPct val="90000"/>
              </a:lnSpc>
            </a:pPr>
            <a:endParaRPr lang="en-US" dirty="0">
              <a:latin typeface="+mn-lt"/>
            </a:endParaRPr>
          </a:p>
          <a:p>
            <a:pPr>
              <a:lnSpc>
                <a:spcPct val="90000"/>
              </a:lnSpc>
            </a:pPr>
            <a:r>
              <a:rPr lang="en-IN" dirty="0">
                <a:latin typeface="+mn-lt"/>
              </a:rPr>
              <a:t>The NLTK Python framework is generally used as an education and research tool. It’s not usually used on production applications. However, it can be used to build exciting programs due to its ease of use.</a:t>
            </a:r>
          </a:p>
          <a:p>
            <a:pPr>
              <a:lnSpc>
                <a:spcPct val="90000"/>
              </a:lnSpc>
            </a:pPr>
            <a:endParaRPr lang="en-IN" dirty="0">
              <a:latin typeface="+mn-lt"/>
            </a:endParaRPr>
          </a:p>
          <a:p>
            <a:pPr>
              <a:lnSpc>
                <a:spcPct val="90000"/>
              </a:lnSpc>
              <a:spcAft>
                <a:spcPts val="600"/>
              </a:spcAft>
            </a:pPr>
            <a:r>
              <a:rPr lang="en-IN" sz="2000" b="1" i="0" dirty="0">
                <a:effectLst/>
                <a:latin typeface="+mn-lt"/>
              </a:rPr>
              <a:t>b. Spacy</a:t>
            </a:r>
          </a:p>
          <a:p>
            <a:pPr>
              <a:lnSpc>
                <a:spcPct val="90000"/>
              </a:lnSpc>
              <a:spcAft>
                <a:spcPts val="600"/>
              </a:spcAft>
            </a:pPr>
            <a:r>
              <a:rPr lang="en-IN" sz="2000" dirty="0" err="1">
                <a:latin typeface="+mn-lt"/>
              </a:rPr>
              <a:t>spaCy</a:t>
            </a:r>
            <a:r>
              <a:rPr lang="en-IN" sz="2000" dirty="0">
                <a:latin typeface="+mn-lt"/>
              </a:rPr>
              <a:t> is an open-source natural language processing Python library designed to be fast and production-ready. </a:t>
            </a:r>
            <a:r>
              <a:rPr lang="en-IN" sz="2000" dirty="0" err="1">
                <a:latin typeface="+mn-lt"/>
              </a:rPr>
              <a:t>spaCy</a:t>
            </a:r>
            <a:r>
              <a:rPr lang="en-IN" sz="2000" dirty="0">
                <a:latin typeface="+mn-lt"/>
              </a:rPr>
              <a:t> focuses on providing software for production usage.</a:t>
            </a:r>
          </a:p>
          <a:p>
            <a:pPr>
              <a:lnSpc>
                <a:spcPct val="90000"/>
              </a:lnSpc>
            </a:pPr>
            <a:endParaRPr lang="en-US" sz="1600" dirty="0"/>
          </a:p>
          <a:p>
            <a:pPr>
              <a:lnSpc>
                <a:spcPct val="90000"/>
              </a:lnSpc>
            </a:pPr>
            <a:endParaRPr lang="en-US" sz="1600" dirty="0"/>
          </a:p>
        </p:txBody>
      </p:sp>
    </p:spTree>
    <p:extLst>
      <p:ext uri="{BB962C8B-B14F-4D97-AF65-F5344CB8AC3E}">
        <p14:creationId xmlns:p14="http://schemas.microsoft.com/office/powerpoint/2010/main" val="2282023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A140-03A8-E9C4-5C27-767F3378644A}"/>
              </a:ext>
            </a:extLst>
          </p:cNvPr>
          <p:cNvSpPr>
            <a:spLocks noGrp="1"/>
          </p:cNvSpPr>
          <p:nvPr>
            <p:ph type="title"/>
          </p:nvPr>
        </p:nvSpPr>
        <p:spPr>
          <a:xfrm>
            <a:off x="457201" y="294200"/>
            <a:ext cx="8229600" cy="590880"/>
          </a:xfrm>
        </p:spPr>
        <p:txBody>
          <a:bodyPr vert="horz" lIns="0" tIns="0" rIns="0" bIns="0" rtlCol="0" anchor="t" anchorCtr="0">
            <a:normAutofit/>
          </a:bodyPr>
          <a:lstStyle/>
          <a:p>
            <a:r>
              <a:rPr lang="en-US"/>
              <a:t>Phases of NLP</a:t>
            </a:r>
            <a:endParaRPr lang="en-US" dirty="0"/>
          </a:p>
        </p:txBody>
      </p:sp>
      <p:sp>
        <p:nvSpPr>
          <p:cNvPr id="6" name="TextBox 5">
            <a:extLst>
              <a:ext uri="{FF2B5EF4-FFF2-40B4-BE49-F238E27FC236}">
                <a16:creationId xmlns:a16="http://schemas.microsoft.com/office/drawing/2014/main" id="{1A708CC6-A9F7-2887-6E4A-D747F5C92F22}"/>
              </a:ext>
            </a:extLst>
          </p:cNvPr>
          <p:cNvSpPr txBox="1"/>
          <p:nvPr/>
        </p:nvSpPr>
        <p:spPr>
          <a:xfrm>
            <a:off x="457201" y="1137918"/>
            <a:ext cx="5084954" cy="5229427"/>
          </a:xfrm>
          <a:prstGeom prst="rect">
            <a:avLst/>
          </a:prstGeom>
        </p:spPr>
        <p:txBody>
          <a:bodyPr vert="horz" lIns="0" tIns="0" rIns="0" bIns="0" rtlCol="0" anchor="t" anchorCtr="0">
            <a:noAutofit/>
          </a:bodyPr>
          <a:lstStyle/>
          <a:p>
            <a:pPr defTabSz="685434">
              <a:lnSpc>
                <a:spcPct val="90000"/>
              </a:lnSpc>
              <a:spcBef>
                <a:spcPct val="20000"/>
              </a:spcBef>
              <a:buClr>
                <a:schemeClr val="tx2"/>
              </a:buClr>
              <a:buSzPct val="110000"/>
            </a:pPr>
            <a:r>
              <a:rPr lang="en-IN" sz="1500" i="0" dirty="0">
                <a:solidFill>
                  <a:schemeClr val="bg1"/>
                </a:solidFill>
                <a:effectLst/>
              </a:rPr>
              <a:t>a. Lexical Analysis:</a:t>
            </a:r>
          </a:p>
          <a:p>
            <a:pPr defTabSz="685434">
              <a:lnSpc>
                <a:spcPct val="90000"/>
              </a:lnSpc>
              <a:spcBef>
                <a:spcPct val="20000"/>
              </a:spcBef>
              <a:buClr>
                <a:schemeClr val="tx2"/>
              </a:buClr>
              <a:buSzPct val="110000"/>
            </a:pPr>
            <a:r>
              <a:rPr lang="en-IN" sz="1500" i="0" dirty="0">
                <a:solidFill>
                  <a:schemeClr val="bg1"/>
                </a:solidFill>
                <a:effectLst/>
              </a:rPr>
              <a:t>    Lexical Analysis divide a whole chunk of text into paragraphs, sentences, and words. It involves identifying and </a:t>
            </a:r>
            <a:r>
              <a:rPr lang="en-IN" sz="1500" i="0" dirty="0" err="1">
                <a:solidFill>
                  <a:schemeClr val="bg1"/>
                </a:solidFill>
                <a:effectLst/>
              </a:rPr>
              <a:t>analyzing</a:t>
            </a:r>
            <a:r>
              <a:rPr lang="en-IN" sz="1500" i="0" dirty="0">
                <a:solidFill>
                  <a:schemeClr val="bg1"/>
                </a:solidFill>
                <a:effectLst/>
              </a:rPr>
              <a:t> words’ structure.</a:t>
            </a:r>
          </a:p>
          <a:p>
            <a:pPr defTabSz="685434">
              <a:lnSpc>
                <a:spcPct val="90000"/>
              </a:lnSpc>
              <a:spcBef>
                <a:spcPct val="20000"/>
              </a:spcBef>
              <a:buClr>
                <a:schemeClr val="tx2"/>
              </a:buClr>
              <a:buSzPct val="110000"/>
            </a:pPr>
            <a:endParaRPr lang="en-IN" sz="1500" i="0" dirty="0">
              <a:solidFill>
                <a:schemeClr val="bg1"/>
              </a:solidFill>
              <a:effectLst/>
            </a:endParaRPr>
          </a:p>
          <a:p>
            <a:pPr defTabSz="685434">
              <a:lnSpc>
                <a:spcPct val="90000"/>
              </a:lnSpc>
              <a:spcBef>
                <a:spcPct val="20000"/>
              </a:spcBef>
              <a:buClr>
                <a:schemeClr val="tx2"/>
              </a:buClr>
              <a:buSzPct val="110000"/>
            </a:pPr>
            <a:r>
              <a:rPr lang="en-IN" sz="1500" i="0" dirty="0">
                <a:solidFill>
                  <a:schemeClr val="bg1"/>
                </a:solidFill>
                <a:effectLst/>
              </a:rPr>
              <a:t>b. Syntactic Analysis:</a:t>
            </a:r>
          </a:p>
          <a:p>
            <a:pPr defTabSz="685434">
              <a:lnSpc>
                <a:spcPct val="90000"/>
              </a:lnSpc>
              <a:spcBef>
                <a:spcPct val="20000"/>
              </a:spcBef>
              <a:buClr>
                <a:schemeClr val="tx2"/>
              </a:buClr>
              <a:buSzPct val="110000"/>
            </a:pPr>
            <a:r>
              <a:rPr lang="en-IN" sz="1500" i="0" dirty="0">
                <a:solidFill>
                  <a:schemeClr val="bg1"/>
                </a:solidFill>
                <a:effectLst/>
              </a:rPr>
              <a:t>     </a:t>
            </a:r>
            <a:r>
              <a:rPr lang="en-IN" sz="1500" i="0" dirty="0">
                <a:solidFill>
                  <a:srgbClr val="333333"/>
                </a:solidFill>
                <a:effectLst/>
              </a:rPr>
              <a:t>Syntactic Analysis is used to check grammar, word arrangements, and shows the relationship among the words.</a:t>
            </a:r>
          </a:p>
          <a:p>
            <a:pPr defTabSz="685434">
              <a:lnSpc>
                <a:spcPct val="90000"/>
              </a:lnSpc>
              <a:spcBef>
                <a:spcPct val="20000"/>
              </a:spcBef>
              <a:buClr>
                <a:schemeClr val="tx2"/>
              </a:buClr>
              <a:buSzPct val="110000"/>
            </a:pPr>
            <a:endParaRPr lang="en-IN" sz="1500" dirty="0">
              <a:solidFill>
                <a:srgbClr val="333333"/>
              </a:solidFill>
            </a:endParaRPr>
          </a:p>
          <a:p>
            <a:pPr defTabSz="685434">
              <a:lnSpc>
                <a:spcPct val="90000"/>
              </a:lnSpc>
              <a:spcBef>
                <a:spcPct val="20000"/>
              </a:spcBef>
              <a:buClr>
                <a:schemeClr val="tx2"/>
              </a:buClr>
              <a:buSzPct val="110000"/>
            </a:pPr>
            <a:r>
              <a:rPr lang="en-IN" sz="1500" i="0" dirty="0">
                <a:solidFill>
                  <a:schemeClr val="bg1"/>
                </a:solidFill>
                <a:effectLst/>
              </a:rPr>
              <a:t> c. Semantic Analysis:</a:t>
            </a:r>
          </a:p>
          <a:p>
            <a:pPr defTabSz="685434">
              <a:lnSpc>
                <a:spcPct val="90000"/>
              </a:lnSpc>
              <a:spcBef>
                <a:spcPct val="20000"/>
              </a:spcBef>
              <a:buClr>
                <a:schemeClr val="tx2"/>
              </a:buClr>
              <a:buSzPct val="110000"/>
            </a:pPr>
            <a:r>
              <a:rPr lang="en-IN" sz="1500" i="0" dirty="0">
                <a:solidFill>
                  <a:schemeClr val="bg1"/>
                </a:solidFill>
                <a:effectLst/>
              </a:rPr>
              <a:t>Semantic analysis draws the exact meaning for the words, and it </a:t>
            </a:r>
            <a:r>
              <a:rPr lang="en-IN" sz="1500" i="0" dirty="0" err="1">
                <a:solidFill>
                  <a:schemeClr val="bg1"/>
                </a:solidFill>
                <a:effectLst/>
              </a:rPr>
              <a:t>analyzes</a:t>
            </a:r>
            <a:r>
              <a:rPr lang="en-IN" sz="1500" i="0" dirty="0">
                <a:solidFill>
                  <a:schemeClr val="bg1"/>
                </a:solidFill>
                <a:effectLst/>
              </a:rPr>
              <a:t> the text meaningfulness. </a:t>
            </a:r>
          </a:p>
          <a:p>
            <a:pPr defTabSz="685434">
              <a:lnSpc>
                <a:spcPct val="90000"/>
              </a:lnSpc>
              <a:spcBef>
                <a:spcPct val="20000"/>
              </a:spcBef>
              <a:buClr>
                <a:schemeClr val="tx2"/>
              </a:buClr>
              <a:buSzPct val="110000"/>
            </a:pPr>
            <a:endParaRPr lang="en-IN" sz="1500" dirty="0">
              <a:solidFill>
                <a:schemeClr val="bg1"/>
              </a:solidFill>
            </a:endParaRPr>
          </a:p>
          <a:p>
            <a:pPr defTabSz="685434">
              <a:lnSpc>
                <a:spcPct val="90000"/>
              </a:lnSpc>
              <a:spcBef>
                <a:spcPct val="20000"/>
              </a:spcBef>
              <a:buClr>
                <a:schemeClr val="tx2"/>
              </a:buClr>
              <a:buSzPct val="110000"/>
            </a:pPr>
            <a:r>
              <a:rPr lang="en-IN" sz="1500" i="0" dirty="0">
                <a:solidFill>
                  <a:schemeClr val="bg1"/>
                </a:solidFill>
                <a:effectLst/>
              </a:rPr>
              <a:t>d. Disclosure Integration:</a:t>
            </a:r>
          </a:p>
          <a:p>
            <a:pPr defTabSz="685434">
              <a:lnSpc>
                <a:spcPct val="90000"/>
              </a:lnSpc>
              <a:spcBef>
                <a:spcPct val="20000"/>
              </a:spcBef>
              <a:buClr>
                <a:schemeClr val="tx2"/>
              </a:buClr>
              <a:buSzPct val="110000"/>
            </a:pPr>
            <a:r>
              <a:rPr lang="en-IN" sz="1500" i="0" dirty="0">
                <a:solidFill>
                  <a:schemeClr val="bg1"/>
                </a:solidFill>
                <a:effectLst/>
              </a:rPr>
              <a:t>Disclosure integration takes into account the context of the text. </a:t>
            </a:r>
          </a:p>
          <a:p>
            <a:pPr defTabSz="685434">
              <a:lnSpc>
                <a:spcPct val="90000"/>
              </a:lnSpc>
              <a:spcBef>
                <a:spcPct val="20000"/>
              </a:spcBef>
              <a:buClr>
                <a:schemeClr val="tx2"/>
              </a:buClr>
              <a:buSzPct val="110000"/>
            </a:pPr>
            <a:endParaRPr lang="en-IN" sz="1500" dirty="0">
              <a:solidFill>
                <a:schemeClr val="bg1"/>
              </a:solidFill>
            </a:endParaRPr>
          </a:p>
          <a:p>
            <a:pPr defTabSz="685434">
              <a:lnSpc>
                <a:spcPct val="90000"/>
              </a:lnSpc>
              <a:spcBef>
                <a:spcPct val="20000"/>
              </a:spcBef>
              <a:buClr>
                <a:schemeClr val="tx2"/>
              </a:buClr>
              <a:buSzPct val="110000"/>
            </a:pPr>
            <a:r>
              <a:rPr lang="en-IN" sz="1500" i="0" dirty="0">
                <a:solidFill>
                  <a:schemeClr val="bg1"/>
                </a:solidFill>
                <a:effectLst/>
              </a:rPr>
              <a:t>e. Pragmatic Analysis:</a:t>
            </a:r>
          </a:p>
          <a:p>
            <a:pPr defTabSz="685434">
              <a:lnSpc>
                <a:spcPct val="90000"/>
              </a:lnSpc>
              <a:spcBef>
                <a:spcPct val="20000"/>
              </a:spcBef>
              <a:buClr>
                <a:schemeClr val="tx2"/>
              </a:buClr>
              <a:buSzPct val="110000"/>
            </a:pPr>
            <a:r>
              <a:rPr lang="en-IN" sz="1500" i="0" dirty="0">
                <a:solidFill>
                  <a:schemeClr val="bg1"/>
                </a:solidFill>
                <a:effectLst/>
              </a:rPr>
              <a:t>Pragmatic analysis deals with overall communication and interpretation of language. It deals with deriving meaningful use of language in various situations.</a:t>
            </a:r>
          </a:p>
        </p:txBody>
      </p:sp>
      <p:pic>
        <p:nvPicPr>
          <p:cNvPr id="4" name="Content Placeholder 3">
            <a:extLst>
              <a:ext uri="{FF2B5EF4-FFF2-40B4-BE49-F238E27FC236}">
                <a16:creationId xmlns:a16="http://schemas.microsoft.com/office/drawing/2014/main" id="{9B15B5D5-512B-E867-79A1-E7B4698CC3DA}"/>
              </a:ext>
            </a:extLst>
          </p:cNvPr>
          <p:cNvPicPr>
            <a:picLocks noGrp="1" noChangeAspect="1"/>
          </p:cNvPicPr>
          <p:nvPr>
            <p:ph sz="half" idx="2"/>
          </p:nvPr>
        </p:nvPicPr>
        <p:blipFill rotWithShape="1">
          <a:blip r:embed="rId3"/>
          <a:srcRect l="3084" r="16566"/>
          <a:stretch/>
        </p:blipFill>
        <p:spPr>
          <a:xfrm>
            <a:off x="5542155" y="1137918"/>
            <a:ext cx="3245005" cy="4696047"/>
          </a:xfrm>
          <a:prstGeom prst="rect">
            <a:avLst/>
          </a:prstGeom>
          <a:noFill/>
        </p:spPr>
      </p:pic>
    </p:spTree>
    <p:extLst>
      <p:ext uri="{BB962C8B-B14F-4D97-AF65-F5344CB8AC3E}">
        <p14:creationId xmlns:p14="http://schemas.microsoft.com/office/powerpoint/2010/main" val="1512741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5D3FF-CCC0-2D8C-9536-798991BDD6C4}"/>
              </a:ext>
            </a:extLst>
          </p:cNvPr>
          <p:cNvSpPr>
            <a:spLocks noGrp="1"/>
          </p:cNvSpPr>
          <p:nvPr>
            <p:ph type="title"/>
          </p:nvPr>
        </p:nvSpPr>
        <p:spPr>
          <a:xfrm>
            <a:off x="457201" y="294200"/>
            <a:ext cx="8229600" cy="590880"/>
          </a:xfrm>
        </p:spPr>
        <p:txBody>
          <a:bodyPr anchor="t">
            <a:normAutofit/>
          </a:bodyPr>
          <a:lstStyle/>
          <a:p>
            <a:r>
              <a:rPr lang="en-US" dirty="0"/>
              <a:t>NLP Techniques</a:t>
            </a:r>
          </a:p>
        </p:txBody>
      </p:sp>
      <p:sp>
        <p:nvSpPr>
          <p:cNvPr id="3" name="Content Placeholder 2">
            <a:extLst>
              <a:ext uri="{FF2B5EF4-FFF2-40B4-BE49-F238E27FC236}">
                <a16:creationId xmlns:a16="http://schemas.microsoft.com/office/drawing/2014/main" id="{9E938049-12E0-DC8F-0EBB-FF48E00DDA9F}"/>
              </a:ext>
            </a:extLst>
          </p:cNvPr>
          <p:cNvSpPr>
            <a:spLocks noGrp="1"/>
          </p:cNvSpPr>
          <p:nvPr>
            <p:ph sz="half" idx="1"/>
          </p:nvPr>
        </p:nvSpPr>
        <p:spPr>
          <a:xfrm>
            <a:off x="457201" y="1137919"/>
            <a:ext cx="8017726" cy="1393408"/>
          </a:xfrm>
        </p:spPr>
        <p:txBody>
          <a:bodyPr anchor="t">
            <a:normAutofit/>
          </a:bodyPr>
          <a:lstStyle/>
          <a:p>
            <a:pPr marL="0" indent="0">
              <a:buNone/>
            </a:pPr>
            <a:r>
              <a:rPr lang="en-US" b="1" dirty="0"/>
              <a:t>Tokenization</a:t>
            </a:r>
          </a:p>
          <a:p>
            <a:pPr marL="0" indent="0">
              <a:buNone/>
            </a:pPr>
            <a:r>
              <a:rPr lang="en-US" dirty="0"/>
              <a:t>     It is the process of breaking up the original text into component pieces(tokens)</a:t>
            </a:r>
          </a:p>
          <a:p>
            <a:endParaRPr lang="en-US" dirty="0"/>
          </a:p>
          <a:p>
            <a:pPr marL="0" indent="0">
              <a:buNone/>
            </a:pPr>
            <a:endParaRPr lang="en-US" dirty="0"/>
          </a:p>
        </p:txBody>
      </p:sp>
      <p:pic>
        <p:nvPicPr>
          <p:cNvPr id="3074" name="Picture 2">
            <a:extLst>
              <a:ext uri="{FF2B5EF4-FFF2-40B4-BE49-F238E27FC236}">
                <a16:creationId xmlns:a16="http://schemas.microsoft.com/office/drawing/2014/main" id="{F669392F-DA6A-558C-3731-4E75C34F0A0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326995" y="2152185"/>
            <a:ext cx="6590371" cy="3891775"/>
          </a:xfrm>
          <a:prstGeom prst="rect">
            <a:avLst/>
          </a:prstGeom>
          <a:solidFill>
            <a:srgbClr val="FFFFFF"/>
          </a:solidFill>
        </p:spPr>
      </p:pic>
    </p:spTree>
    <p:extLst>
      <p:ext uri="{BB962C8B-B14F-4D97-AF65-F5344CB8AC3E}">
        <p14:creationId xmlns:p14="http://schemas.microsoft.com/office/powerpoint/2010/main" val="2620532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CAC4E-8BC1-288B-49FF-3EFFE428F3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6837D6-A60B-0A42-A846-EE27A734F18D}"/>
              </a:ext>
            </a:extLst>
          </p:cNvPr>
          <p:cNvSpPr>
            <a:spLocks noGrp="1"/>
          </p:cNvSpPr>
          <p:nvPr>
            <p:ph sz="half" idx="1"/>
          </p:nvPr>
        </p:nvSpPr>
        <p:spPr>
          <a:xfrm>
            <a:off x="457201" y="885081"/>
            <a:ext cx="8229600" cy="2543920"/>
          </a:xfrm>
        </p:spPr>
        <p:txBody>
          <a:bodyPr/>
          <a:lstStyle/>
          <a:p>
            <a:pPr marL="0" indent="0">
              <a:buNone/>
            </a:pPr>
            <a:r>
              <a:rPr lang="en-IN" b="1" i="0" dirty="0">
                <a:solidFill>
                  <a:srgbClr val="000000"/>
                </a:solidFill>
                <a:effectLst/>
                <a:latin typeface="+mn-lt"/>
              </a:rPr>
              <a:t>Stemming</a:t>
            </a:r>
          </a:p>
          <a:p>
            <a:r>
              <a:rPr lang="en-IN" dirty="0">
                <a:solidFill>
                  <a:srgbClr val="000000"/>
                </a:solidFill>
                <a:latin typeface="+mn-lt"/>
              </a:rPr>
              <a:t>Stemming</a:t>
            </a:r>
            <a:r>
              <a:rPr lang="en-IN" b="0" i="0" dirty="0">
                <a:solidFill>
                  <a:srgbClr val="000000"/>
                </a:solidFill>
                <a:effectLst/>
                <a:latin typeface="+mn-lt"/>
              </a:rPr>
              <a:t> is a technique used to extract the base form of the words by removing affixes from them. It is just like cutting down the branches of a tree to its stems.</a:t>
            </a:r>
          </a:p>
          <a:p>
            <a:r>
              <a:rPr lang="en-IN" b="0" i="0" dirty="0">
                <a:solidFill>
                  <a:srgbClr val="000000"/>
                </a:solidFill>
                <a:effectLst/>
                <a:latin typeface="+mn-lt"/>
              </a:rPr>
              <a:t> For example, the stem of the words </a:t>
            </a:r>
            <a:r>
              <a:rPr lang="en-IN" b="1" i="1" dirty="0">
                <a:solidFill>
                  <a:srgbClr val="000000"/>
                </a:solidFill>
                <a:effectLst/>
                <a:latin typeface="+mn-lt"/>
              </a:rPr>
              <a:t>eating, eats, eaten</a:t>
            </a:r>
            <a:r>
              <a:rPr lang="en-IN" b="0" i="0" dirty="0">
                <a:solidFill>
                  <a:srgbClr val="000000"/>
                </a:solidFill>
                <a:effectLst/>
                <a:latin typeface="+mn-lt"/>
              </a:rPr>
              <a:t> is </a:t>
            </a:r>
            <a:r>
              <a:rPr lang="en-IN" b="1" i="1" dirty="0">
                <a:solidFill>
                  <a:srgbClr val="000000"/>
                </a:solidFill>
                <a:effectLst/>
                <a:latin typeface="+mn-lt"/>
              </a:rPr>
              <a:t>eat</a:t>
            </a:r>
            <a:r>
              <a:rPr lang="en-IN" b="0" i="0" dirty="0">
                <a:solidFill>
                  <a:srgbClr val="000000"/>
                </a:solidFill>
                <a:effectLst/>
                <a:latin typeface="+mn-lt"/>
              </a:rPr>
              <a:t>.</a:t>
            </a:r>
          </a:p>
          <a:p>
            <a:endParaRPr lang="en-IN" dirty="0">
              <a:solidFill>
                <a:srgbClr val="000000"/>
              </a:solidFill>
              <a:latin typeface="+mn-lt"/>
            </a:endParaRPr>
          </a:p>
          <a:p>
            <a:r>
              <a:rPr lang="en-IN" dirty="0">
                <a:solidFill>
                  <a:srgbClr val="000000"/>
                </a:solidFill>
                <a:latin typeface="+mn-lt"/>
              </a:rPr>
              <a:t>Drawback:</a:t>
            </a:r>
          </a:p>
          <a:p>
            <a:endParaRPr lang="en-US" dirty="0">
              <a:latin typeface="+mn-lt"/>
            </a:endParaRPr>
          </a:p>
          <a:p>
            <a:endParaRPr lang="en-US" dirty="0">
              <a:latin typeface="+mn-lt"/>
            </a:endParaRPr>
          </a:p>
          <a:p>
            <a:endParaRPr lang="en-US" dirty="0">
              <a:latin typeface="+mn-lt"/>
            </a:endParaRPr>
          </a:p>
          <a:p>
            <a:endParaRPr lang="en-US" dirty="0">
              <a:latin typeface="+mn-lt"/>
            </a:endParaRPr>
          </a:p>
        </p:txBody>
      </p:sp>
      <p:pic>
        <p:nvPicPr>
          <p:cNvPr id="4102" name="Picture 6" descr="Stemming vs Lemmatization">
            <a:extLst>
              <a:ext uri="{FF2B5EF4-FFF2-40B4-BE49-F238E27FC236}">
                <a16:creationId xmlns:a16="http://schemas.microsoft.com/office/drawing/2014/main" id="{754073B5-1D77-8600-C3A1-E73056120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1" y="3551664"/>
            <a:ext cx="8119429" cy="1499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055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3DB8E-60E6-1724-9E7D-C818661EC1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309130-1679-F63D-6C96-619626A11622}"/>
              </a:ext>
            </a:extLst>
          </p:cNvPr>
          <p:cNvSpPr>
            <a:spLocks noGrp="1"/>
          </p:cNvSpPr>
          <p:nvPr>
            <p:ph sz="half" idx="1"/>
          </p:nvPr>
        </p:nvSpPr>
        <p:spPr>
          <a:xfrm>
            <a:off x="457201" y="1137919"/>
            <a:ext cx="8229600" cy="1582979"/>
          </a:xfrm>
        </p:spPr>
        <p:txBody>
          <a:bodyPr/>
          <a:lstStyle/>
          <a:p>
            <a:pPr marL="0" indent="0">
              <a:buNone/>
            </a:pPr>
            <a:r>
              <a:rPr lang="en-IN" b="1" i="0" dirty="0">
                <a:solidFill>
                  <a:srgbClr val="222222"/>
                </a:solidFill>
                <a:effectLst/>
                <a:latin typeface="+mn-lt"/>
              </a:rPr>
              <a:t>Lemmatization</a:t>
            </a:r>
          </a:p>
          <a:p>
            <a:endParaRPr lang="en-IN" b="0" i="0" dirty="0">
              <a:solidFill>
                <a:srgbClr val="222222"/>
              </a:solidFill>
              <a:effectLst/>
              <a:latin typeface="+mn-lt"/>
            </a:endParaRPr>
          </a:p>
          <a:p>
            <a:r>
              <a:rPr lang="en-IN" b="0" i="0" dirty="0">
                <a:solidFill>
                  <a:srgbClr val="222222"/>
                </a:solidFill>
                <a:effectLst/>
                <a:latin typeface="+mn-lt"/>
              </a:rPr>
              <a:t>The purpose of lemmatization is same as that of stemming but overcomes the drawbacks of stemming. </a:t>
            </a:r>
          </a:p>
          <a:p>
            <a:r>
              <a:rPr lang="en-IN" dirty="0">
                <a:solidFill>
                  <a:srgbClr val="222222"/>
                </a:solidFill>
                <a:latin typeface="+mn-lt"/>
              </a:rPr>
              <a:t>It</a:t>
            </a:r>
            <a:r>
              <a:rPr lang="en-IN" b="0" i="0" dirty="0">
                <a:solidFill>
                  <a:srgbClr val="222222"/>
                </a:solidFill>
                <a:effectLst/>
                <a:latin typeface="+mn-lt"/>
              </a:rPr>
              <a:t> considers the context and converts the word to its meaningful base form, which is called Lemma.</a:t>
            </a:r>
            <a:endParaRPr lang="en-US" dirty="0">
              <a:latin typeface="+mn-lt"/>
            </a:endParaRPr>
          </a:p>
        </p:txBody>
      </p:sp>
      <p:pic>
        <p:nvPicPr>
          <p:cNvPr id="5122" name="Picture 2" descr="Lemmatization | Engati">
            <a:extLst>
              <a:ext uri="{FF2B5EF4-FFF2-40B4-BE49-F238E27FC236}">
                <a16:creationId xmlns:a16="http://schemas.microsoft.com/office/drawing/2014/main" id="{8C8F08CD-68B8-C8D1-D3C1-1F8EED7617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4509" y="3955045"/>
            <a:ext cx="40767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4001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CA81C-B209-0717-6EC8-F35A5E040E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F82721-5505-17F9-5953-2F3CCE0093DE}"/>
              </a:ext>
            </a:extLst>
          </p:cNvPr>
          <p:cNvSpPr>
            <a:spLocks noGrp="1"/>
          </p:cNvSpPr>
          <p:nvPr>
            <p:ph sz="half" idx="1"/>
          </p:nvPr>
        </p:nvSpPr>
        <p:spPr>
          <a:xfrm>
            <a:off x="457200" y="1137919"/>
            <a:ext cx="8229599" cy="4834800"/>
          </a:xfrm>
        </p:spPr>
        <p:txBody>
          <a:bodyPr/>
          <a:lstStyle/>
          <a:p>
            <a:pPr marL="0" indent="0">
              <a:buNone/>
            </a:pPr>
            <a:r>
              <a:rPr lang="en-US" b="1" dirty="0"/>
              <a:t>Stop Words</a:t>
            </a:r>
          </a:p>
          <a:p>
            <a:endParaRPr lang="en-US" dirty="0"/>
          </a:p>
          <a:p>
            <a:r>
              <a:rPr lang="en-US" dirty="0"/>
              <a:t>Stop words are a set of commonly used words in any language.</a:t>
            </a:r>
          </a:p>
          <a:p>
            <a:endParaRPr lang="en-US" dirty="0"/>
          </a:p>
          <a:p>
            <a:r>
              <a:rPr lang="en-US" dirty="0"/>
              <a:t> For example, in English, “the”, “is” and “and”</a:t>
            </a:r>
          </a:p>
          <a:p>
            <a:endParaRPr lang="en-US" dirty="0"/>
          </a:p>
          <a:p>
            <a:r>
              <a:rPr lang="en-US" dirty="0"/>
              <a:t>stop words are used to eliminate unimportant words, allowing applications to focus on the important words instead.</a:t>
            </a:r>
          </a:p>
        </p:txBody>
      </p:sp>
    </p:spTree>
    <p:extLst>
      <p:ext uri="{BB962C8B-B14F-4D97-AF65-F5344CB8AC3E}">
        <p14:creationId xmlns:p14="http://schemas.microsoft.com/office/powerpoint/2010/main" val="3815198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AF70E-59A9-389B-F496-981C6C353417}"/>
              </a:ext>
            </a:extLst>
          </p:cNvPr>
          <p:cNvSpPr>
            <a:spLocks noGrp="1"/>
          </p:cNvSpPr>
          <p:nvPr>
            <p:ph type="title"/>
          </p:nvPr>
        </p:nvSpPr>
        <p:spPr/>
        <p:txBody>
          <a:bodyPr/>
          <a:lstStyle/>
          <a:p>
            <a:r>
              <a:rPr lang="en-US" dirty="0"/>
              <a:t>Named Entity Recognition (NER)</a:t>
            </a:r>
          </a:p>
        </p:txBody>
      </p:sp>
      <p:sp>
        <p:nvSpPr>
          <p:cNvPr id="3" name="Content Placeholder 2">
            <a:extLst>
              <a:ext uri="{FF2B5EF4-FFF2-40B4-BE49-F238E27FC236}">
                <a16:creationId xmlns:a16="http://schemas.microsoft.com/office/drawing/2014/main" id="{445076BF-26A3-49DD-8507-C4BC27EB5A56}"/>
              </a:ext>
            </a:extLst>
          </p:cNvPr>
          <p:cNvSpPr>
            <a:spLocks noGrp="1"/>
          </p:cNvSpPr>
          <p:nvPr>
            <p:ph sz="half" idx="1"/>
          </p:nvPr>
        </p:nvSpPr>
        <p:spPr>
          <a:xfrm>
            <a:off x="457200" y="1137919"/>
            <a:ext cx="8229600" cy="2731554"/>
          </a:xfrm>
        </p:spPr>
        <p:txBody>
          <a:bodyPr/>
          <a:lstStyle/>
          <a:p>
            <a:pPr algn="l"/>
            <a:r>
              <a:rPr lang="en-IN" b="0" i="0" dirty="0">
                <a:solidFill>
                  <a:srgbClr val="1C1D1F"/>
                </a:solidFill>
                <a:effectLst/>
                <a:latin typeface="+mn-lt"/>
              </a:rPr>
              <a:t>Seeks to locate and classify named entity mentions in unstructured text into pre-defined categories, such as the person names, organizations, locations etc</a:t>
            </a:r>
          </a:p>
          <a:p>
            <a:pPr algn="l"/>
            <a:endParaRPr lang="en-IN" dirty="0">
              <a:solidFill>
                <a:srgbClr val="1C1D1F"/>
              </a:solidFill>
              <a:latin typeface="+mn-lt"/>
            </a:endParaRPr>
          </a:p>
          <a:p>
            <a:pPr algn="l"/>
            <a:r>
              <a:rPr lang="en-IN" b="0" i="0" dirty="0">
                <a:solidFill>
                  <a:srgbClr val="1C1D1F"/>
                </a:solidFill>
                <a:effectLst/>
                <a:latin typeface="+mn-lt"/>
              </a:rPr>
              <a:t>At its core, NER is just a two-step process, below are the two steps that are involved:</a:t>
            </a:r>
          </a:p>
          <a:p>
            <a:pPr lvl="1"/>
            <a:r>
              <a:rPr lang="en-IN" b="0" i="0" dirty="0">
                <a:solidFill>
                  <a:srgbClr val="1C1D1F"/>
                </a:solidFill>
                <a:effectLst/>
                <a:latin typeface="+mn-lt"/>
              </a:rPr>
              <a:t>Detecting the entities from the text</a:t>
            </a:r>
          </a:p>
          <a:p>
            <a:pPr lvl="1"/>
            <a:r>
              <a:rPr lang="en-IN" b="0" i="0" dirty="0">
                <a:solidFill>
                  <a:srgbClr val="1C1D1F"/>
                </a:solidFill>
                <a:effectLst/>
                <a:latin typeface="+mn-lt"/>
              </a:rPr>
              <a:t>Classifying them into different categories</a:t>
            </a:r>
          </a:p>
          <a:p>
            <a:pPr algn="l"/>
            <a:endParaRPr lang="en-IN" b="0" i="0" dirty="0">
              <a:solidFill>
                <a:srgbClr val="1C1D1F"/>
              </a:solidFill>
              <a:effectLst/>
              <a:latin typeface="+mn-lt"/>
            </a:endParaRPr>
          </a:p>
        </p:txBody>
      </p:sp>
      <p:pic>
        <p:nvPicPr>
          <p:cNvPr id="6148" name="Picture 4" descr="Named Entity Recognition | Guide to Master NLP (Part 10)">
            <a:extLst>
              <a:ext uri="{FF2B5EF4-FFF2-40B4-BE49-F238E27FC236}">
                <a16:creationId xmlns:a16="http://schemas.microsoft.com/office/drawing/2014/main" id="{5AAF48CD-B9D3-3F33-908D-02B5E9D20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904" y="4357920"/>
            <a:ext cx="8036192" cy="894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862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30EAA-4DD0-A9EF-9FE5-98BED40F5E04}"/>
              </a:ext>
            </a:extLst>
          </p:cNvPr>
          <p:cNvSpPr>
            <a:spLocks noGrp="1"/>
          </p:cNvSpPr>
          <p:nvPr>
            <p:ph type="title"/>
          </p:nvPr>
        </p:nvSpPr>
        <p:spPr/>
        <p:txBody>
          <a:bodyPr/>
          <a:lstStyle/>
          <a:p>
            <a:r>
              <a:rPr lang="en-US" dirty="0"/>
              <a:t>Text Classification</a:t>
            </a:r>
          </a:p>
        </p:txBody>
      </p:sp>
      <p:sp>
        <p:nvSpPr>
          <p:cNvPr id="3" name="Content Placeholder 2">
            <a:extLst>
              <a:ext uri="{FF2B5EF4-FFF2-40B4-BE49-F238E27FC236}">
                <a16:creationId xmlns:a16="http://schemas.microsoft.com/office/drawing/2014/main" id="{AB625EB5-ACDD-619F-F6CF-3848B0D96BAB}"/>
              </a:ext>
            </a:extLst>
          </p:cNvPr>
          <p:cNvSpPr>
            <a:spLocks noGrp="1"/>
          </p:cNvSpPr>
          <p:nvPr>
            <p:ph sz="half" idx="1"/>
          </p:nvPr>
        </p:nvSpPr>
        <p:spPr>
          <a:xfrm>
            <a:off x="457201" y="1137919"/>
            <a:ext cx="4627755" cy="2185144"/>
          </a:xfrm>
        </p:spPr>
        <p:txBody>
          <a:bodyPr/>
          <a:lstStyle/>
          <a:p>
            <a:r>
              <a:rPr lang="en-US" dirty="0"/>
              <a:t>Classifying text into given classes</a:t>
            </a:r>
          </a:p>
          <a:p>
            <a:endParaRPr lang="en-US" dirty="0"/>
          </a:p>
          <a:p>
            <a:r>
              <a:rPr lang="en-US" dirty="0"/>
              <a:t> Example:</a:t>
            </a:r>
          </a:p>
          <a:p>
            <a:r>
              <a:rPr lang="en-US" dirty="0"/>
              <a:t>Fraud detection</a:t>
            </a:r>
          </a:p>
          <a:p>
            <a:r>
              <a:rPr lang="en-US" dirty="0"/>
              <a:t>Spam detection</a:t>
            </a:r>
          </a:p>
        </p:txBody>
      </p:sp>
      <p:pic>
        <p:nvPicPr>
          <p:cNvPr id="6" name="Picture 2" descr="An End to End Guide on NLP Pipeline - Analytics Vidhya">
            <a:extLst>
              <a:ext uri="{FF2B5EF4-FFF2-40B4-BE49-F238E27FC236}">
                <a16:creationId xmlns:a16="http://schemas.microsoft.com/office/drawing/2014/main" id="{B3340C8F-425D-4016-9D64-F326583D35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989" y="3776836"/>
            <a:ext cx="8139114" cy="2638314"/>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86D2A17D-B6BA-2C01-2906-D130CEB1B198}"/>
              </a:ext>
            </a:extLst>
          </p:cNvPr>
          <p:cNvSpPr txBox="1">
            <a:spLocks/>
          </p:cNvSpPr>
          <p:nvPr/>
        </p:nvSpPr>
        <p:spPr>
          <a:xfrm>
            <a:off x="4735553" y="1137919"/>
            <a:ext cx="4627755" cy="2136610"/>
          </a:xfrm>
          <a:prstGeom prst="rect">
            <a:avLst/>
          </a:prstGeom>
        </p:spPr>
        <p:txBody>
          <a:bodyPr vert="horz" lIns="0" tIns="0" rIns="0" bIns="0" rtlCol="0" anchor="t" anchorCtr="0">
            <a:noAutofit/>
          </a:bodyPr>
          <a:lstStyle>
            <a:lvl1pPr marL="267319" indent="-267319" algn="l" defTabSz="685434" rtl="0" eaLnBrk="1" latinLnBrk="0" hangingPunct="1">
              <a:spcBef>
                <a:spcPct val="20000"/>
              </a:spcBef>
              <a:buClr>
                <a:schemeClr val="tx2"/>
              </a:buClr>
              <a:buSzPct val="110000"/>
              <a:buFont typeface="EYInterstate Light" panose="02000506000000020004" pitchFamily="2" charset="0"/>
              <a:buChar char="•"/>
              <a:defRPr sz="2000" kern="1200">
                <a:solidFill>
                  <a:schemeClr val="bg1"/>
                </a:solidFill>
                <a:latin typeface="EYInterstate Light" panose="02000506000000020004" pitchFamily="2" charset="0"/>
                <a:ea typeface="+mn-ea"/>
                <a:cs typeface="+mn-cs"/>
              </a:defRPr>
            </a:lvl1pPr>
            <a:lvl2pPr marL="534639" indent="-267319" algn="l" defTabSz="685434" rtl="0" eaLnBrk="1" latinLnBrk="0" hangingPunct="1">
              <a:spcBef>
                <a:spcPct val="20000"/>
              </a:spcBef>
              <a:buClr>
                <a:schemeClr val="tx2"/>
              </a:buClr>
              <a:buSzPct val="110000"/>
              <a:buFont typeface="EYInterstate Light" panose="02000506000000020004" pitchFamily="2" charset="0"/>
              <a:buChar char="•"/>
              <a:defRPr sz="1800" kern="1200">
                <a:solidFill>
                  <a:schemeClr val="bg1"/>
                </a:solidFill>
                <a:latin typeface="EYInterstate Light" panose="02000506000000020004" pitchFamily="2" charset="0"/>
                <a:ea typeface="+mn-ea"/>
                <a:cs typeface="+mn-cs"/>
              </a:defRPr>
            </a:lvl2pPr>
            <a:lvl3pPr marL="801958" indent="-267319" algn="l" defTabSz="685434" rtl="0" eaLnBrk="1" latinLnBrk="0" hangingPunct="1">
              <a:spcBef>
                <a:spcPct val="20000"/>
              </a:spcBef>
              <a:buClr>
                <a:schemeClr val="tx2"/>
              </a:buClr>
              <a:buSzPct val="110000"/>
              <a:buFont typeface="EYInterstate Light" panose="02000506000000020004" pitchFamily="2" charset="0"/>
              <a:buChar char="•"/>
              <a:defRPr sz="1600" kern="1200">
                <a:solidFill>
                  <a:schemeClr val="bg1"/>
                </a:solidFill>
                <a:latin typeface="EYInterstate Light" panose="02000506000000020004" pitchFamily="2" charset="0"/>
                <a:ea typeface="+mn-ea"/>
                <a:cs typeface="+mn-cs"/>
              </a:defRPr>
            </a:lvl3pPr>
            <a:lvl4pPr marL="1069277" indent="-267319" algn="l" defTabSz="685434" rtl="0" eaLnBrk="1" latinLnBrk="0" hangingPunct="1">
              <a:spcBef>
                <a:spcPct val="20000"/>
              </a:spcBef>
              <a:buClr>
                <a:schemeClr val="tx2"/>
              </a:buClr>
              <a:buSzPct val="110000"/>
              <a:buFont typeface="EYInterstate Light" panose="02000506000000020004" pitchFamily="2" charset="0"/>
              <a:buChar char="•"/>
              <a:defRPr sz="1400" kern="1200">
                <a:solidFill>
                  <a:schemeClr val="bg1"/>
                </a:solidFill>
                <a:latin typeface="EYInterstate Light" panose="02000506000000020004" pitchFamily="2" charset="0"/>
                <a:ea typeface="+mn-ea"/>
                <a:cs typeface="+mn-cs"/>
              </a:defRPr>
            </a:lvl4pPr>
            <a:lvl5pPr marL="1336597" indent="-267319" algn="l" defTabSz="685434" rtl="0" eaLnBrk="1" latinLnBrk="0" hangingPunct="1">
              <a:spcBef>
                <a:spcPct val="20000"/>
              </a:spcBef>
              <a:buClr>
                <a:schemeClr val="tx2"/>
              </a:buClr>
              <a:buSzPct val="110000"/>
              <a:buFont typeface="EYInterstate Light" panose="02000506000000020004" pitchFamily="2" charset="0"/>
              <a:buChar char="•"/>
              <a:defRPr sz="1200" kern="1200">
                <a:solidFill>
                  <a:schemeClr val="bg1"/>
                </a:solidFill>
                <a:latin typeface="EYInterstate Light" panose="02000506000000020004" pitchFamily="2" charset="0"/>
                <a:ea typeface="+mn-ea"/>
                <a:cs typeface="+mn-cs"/>
              </a:defRPr>
            </a:lvl5pPr>
            <a:lvl6pPr marL="1884944" indent="-171359" algn="l" defTabSz="685434" rtl="0" eaLnBrk="1" latinLnBrk="0" hangingPunct="1">
              <a:spcBef>
                <a:spcPct val="20000"/>
              </a:spcBef>
              <a:buFont typeface="Arial" pitchFamily="34" charset="0"/>
              <a:buChar char="•"/>
              <a:defRPr sz="1349" kern="1200">
                <a:solidFill>
                  <a:schemeClr val="tx1"/>
                </a:solidFill>
                <a:latin typeface="+mn-lt"/>
                <a:ea typeface="+mn-ea"/>
                <a:cs typeface="+mn-cs"/>
              </a:defRPr>
            </a:lvl6pPr>
            <a:lvl7pPr marL="2227661" indent="-171359" algn="l" defTabSz="685434" rtl="0" eaLnBrk="1" latinLnBrk="0" hangingPunct="1">
              <a:spcBef>
                <a:spcPct val="20000"/>
              </a:spcBef>
              <a:buFont typeface="Arial" pitchFamily="34" charset="0"/>
              <a:buChar char="•"/>
              <a:defRPr sz="1349" kern="1200">
                <a:solidFill>
                  <a:schemeClr val="tx1"/>
                </a:solidFill>
                <a:latin typeface="+mn-lt"/>
                <a:ea typeface="+mn-ea"/>
                <a:cs typeface="+mn-cs"/>
              </a:defRPr>
            </a:lvl7pPr>
            <a:lvl8pPr marL="2570378" indent="-171359" algn="l" defTabSz="685434" rtl="0" eaLnBrk="1" latinLnBrk="0" hangingPunct="1">
              <a:spcBef>
                <a:spcPct val="20000"/>
              </a:spcBef>
              <a:buFont typeface="Arial" pitchFamily="34" charset="0"/>
              <a:buChar char="•"/>
              <a:defRPr sz="1349" kern="1200">
                <a:solidFill>
                  <a:schemeClr val="tx1"/>
                </a:solidFill>
                <a:latin typeface="+mn-lt"/>
                <a:ea typeface="+mn-ea"/>
                <a:cs typeface="+mn-cs"/>
              </a:defRPr>
            </a:lvl8pPr>
            <a:lvl9pPr marL="2913096" indent="-171359" algn="l" defTabSz="685434" rtl="0" eaLnBrk="1" latinLnBrk="0" hangingPunct="1">
              <a:spcBef>
                <a:spcPct val="20000"/>
              </a:spcBef>
              <a:buFont typeface="Arial" pitchFamily="34" charset="0"/>
              <a:buChar char="•"/>
              <a:defRPr sz="1349" kern="1200">
                <a:solidFill>
                  <a:schemeClr val="tx1"/>
                </a:solidFill>
                <a:latin typeface="+mn-lt"/>
                <a:ea typeface="+mn-ea"/>
                <a:cs typeface="+mn-cs"/>
              </a:defRPr>
            </a:lvl9pPr>
          </a:lstStyle>
          <a:p>
            <a:endParaRPr lang="en-US" dirty="0"/>
          </a:p>
          <a:p>
            <a:endParaRPr lang="en-US" dirty="0"/>
          </a:p>
          <a:p>
            <a:r>
              <a:rPr lang="en-US" dirty="0"/>
              <a:t>Sentiment Analysis</a:t>
            </a:r>
          </a:p>
          <a:p>
            <a:r>
              <a:rPr lang="en-US" dirty="0"/>
              <a:t>Analyzing movie review (Positive or negative)</a:t>
            </a:r>
          </a:p>
        </p:txBody>
      </p:sp>
      <p:sp>
        <p:nvSpPr>
          <p:cNvPr id="8" name="TextBox 7">
            <a:extLst>
              <a:ext uri="{FF2B5EF4-FFF2-40B4-BE49-F238E27FC236}">
                <a16:creationId xmlns:a16="http://schemas.microsoft.com/office/drawing/2014/main" id="{A6F38B27-2BC9-7B30-C6BF-DE441EF8B1E4}"/>
              </a:ext>
            </a:extLst>
          </p:cNvPr>
          <p:cNvSpPr txBox="1"/>
          <p:nvPr/>
        </p:nvSpPr>
        <p:spPr>
          <a:xfrm>
            <a:off x="2320731" y="3255534"/>
            <a:ext cx="4016612" cy="532453"/>
          </a:xfrm>
          <a:prstGeom prst="rect">
            <a:avLst/>
          </a:prstGeom>
          <a:noFill/>
        </p:spPr>
        <p:txBody>
          <a:bodyPr wrap="none" lIns="0" tIns="36576" rIns="0" bIns="0" rtlCol="0">
            <a:spAutoFit/>
          </a:bodyPr>
          <a:lstStyle/>
          <a:p>
            <a:pPr>
              <a:lnSpc>
                <a:spcPct val="85000"/>
              </a:lnSpc>
              <a:spcAft>
                <a:spcPts val="600"/>
              </a:spcAft>
              <a:buClr>
                <a:schemeClr val="accent2"/>
              </a:buClr>
              <a:buSzPct val="70000"/>
            </a:pPr>
            <a:r>
              <a:rPr lang="en-US" sz="2000" dirty="0">
                <a:solidFill>
                  <a:schemeClr val="bg1"/>
                </a:solidFill>
              </a:rPr>
              <a:t>General Text Classification Pipeline</a:t>
            </a:r>
          </a:p>
          <a:p>
            <a:pPr marL="356616" indent="-356616">
              <a:lnSpc>
                <a:spcPct val="85000"/>
              </a:lnSpc>
              <a:spcAft>
                <a:spcPts val="600"/>
              </a:spcAft>
              <a:buClr>
                <a:schemeClr val="accent2"/>
              </a:buClr>
              <a:buSzPct val="70000"/>
              <a:buFont typeface="Arial" pitchFamily="34" charset="0"/>
              <a:buChar char="►"/>
            </a:pPr>
            <a:endParaRPr lang="en-US" sz="1200" dirty="0" err="1">
              <a:solidFill>
                <a:schemeClr val="bg1"/>
              </a:solidFill>
            </a:endParaRPr>
          </a:p>
        </p:txBody>
      </p:sp>
    </p:spTree>
    <p:extLst>
      <p:ext uri="{BB962C8B-B14F-4D97-AF65-F5344CB8AC3E}">
        <p14:creationId xmlns:p14="http://schemas.microsoft.com/office/powerpoint/2010/main" val="2924980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CDCC-6B9B-816C-1127-94994EE4CF50}"/>
              </a:ext>
            </a:extLst>
          </p:cNvPr>
          <p:cNvSpPr>
            <a:spLocks noGrp="1"/>
          </p:cNvSpPr>
          <p:nvPr>
            <p:ph type="title"/>
          </p:nvPr>
        </p:nvSpPr>
        <p:spPr/>
        <p:txBody>
          <a:bodyPr/>
          <a:lstStyle/>
          <a:p>
            <a:r>
              <a:rPr lang="en-US" dirty="0"/>
              <a:t>Feature Extraction</a:t>
            </a:r>
          </a:p>
        </p:txBody>
      </p:sp>
      <p:sp>
        <p:nvSpPr>
          <p:cNvPr id="3" name="Content Placeholder 2">
            <a:extLst>
              <a:ext uri="{FF2B5EF4-FFF2-40B4-BE49-F238E27FC236}">
                <a16:creationId xmlns:a16="http://schemas.microsoft.com/office/drawing/2014/main" id="{B7A0C5ED-06F8-DE34-948F-10FB5F0F4577}"/>
              </a:ext>
            </a:extLst>
          </p:cNvPr>
          <p:cNvSpPr>
            <a:spLocks noGrp="1"/>
          </p:cNvSpPr>
          <p:nvPr>
            <p:ph sz="half" idx="1"/>
          </p:nvPr>
        </p:nvSpPr>
        <p:spPr>
          <a:xfrm>
            <a:off x="457200" y="1137919"/>
            <a:ext cx="8229599" cy="4834800"/>
          </a:xfrm>
        </p:spPr>
        <p:txBody>
          <a:bodyPr/>
          <a:lstStyle/>
          <a:p>
            <a:r>
              <a:rPr lang="en-IN" dirty="0">
                <a:solidFill>
                  <a:srgbClr val="1C1D1F"/>
                </a:solidFill>
                <a:latin typeface="+mn-lt"/>
              </a:rPr>
              <a:t>Most classic machine learning algorithms can't actually accept or take in raw text.</a:t>
            </a:r>
          </a:p>
          <a:p>
            <a:pPr algn="l"/>
            <a:r>
              <a:rPr lang="en-IN" b="0" i="0" dirty="0">
                <a:solidFill>
                  <a:srgbClr val="1C1D1F"/>
                </a:solidFill>
                <a:effectLst/>
                <a:latin typeface="+mn-lt"/>
              </a:rPr>
              <a:t>Instead, we need to perform some sort of feature extraction from the raw text in order to pass numerical features to the machine learning algorithm.</a:t>
            </a:r>
          </a:p>
          <a:p>
            <a:endParaRPr lang="en-US" dirty="0"/>
          </a:p>
          <a:p>
            <a:endParaRPr lang="en-US" dirty="0"/>
          </a:p>
        </p:txBody>
      </p:sp>
    </p:spTree>
    <p:extLst>
      <p:ext uri="{BB962C8B-B14F-4D97-AF65-F5344CB8AC3E}">
        <p14:creationId xmlns:p14="http://schemas.microsoft.com/office/powerpoint/2010/main" val="2532295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594D6D-A4DF-5CB4-39AF-B66513C82708}"/>
              </a:ext>
            </a:extLst>
          </p:cNvPr>
          <p:cNvSpPr>
            <a:spLocks noGrp="1"/>
          </p:cNvSpPr>
          <p:nvPr>
            <p:ph sz="half" idx="1"/>
          </p:nvPr>
        </p:nvSpPr>
        <p:spPr>
          <a:xfrm>
            <a:off x="459247" y="1037063"/>
            <a:ext cx="4042800" cy="5088453"/>
          </a:xfrm>
        </p:spPr>
        <p:txBody>
          <a:bodyPr anchor="t">
            <a:normAutofit/>
          </a:bodyPr>
          <a:lstStyle/>
          <a:p>
            <a:pPr marL="0" indent="0" fontAlgn="base">
              <a:buNone/>
            </a:pPr>
            <a:r>
              <a:rPr lang="en-IN" sz="1600" b="1" i="0" dirty="0">
                <a:effectLst/>
              </a:rPr>
              <a:t>Count Vectorizers:</a:t>
            </a:r>
          </a:p>
          <a:p>
            <a:pPr marL="0" indent="0" fontAlgn="base">
              <a:buNone/>
            </a:pPr>
            <a:r>
              <a:rPr lang="en-IN" sz="1600" dirty="0"/>
              <a:t>Count Vectorizer is a way to convert a given set of strings into a frequency representation.</a:t>
            </a:r>
          </a:p>
          <a:p>
            <a:pPr marL="0" indent="0" fontAlgn="base">
              <a:buNone/>
            </a:pPr>
            <a:endParaRPr lang="en-IN" sz="1600" dirty="0"/>
          </a:p>
          <a:p>
            <a:pPr marL="0" indent="0">
              <a:buNone/>
            </a:pPr>
            <a:r>
              <a:rPr lang="en-IN" sz="1600" b="1" dirty="0"/>
              <a:t>Limitations:</a:t>
            </a:r>
          </a:p>
          <a:p>
            <a:r>
              <a:rPr lang="en-IN" sz="1600" dirty="0"/>
              <a:t>Semantic meaning: It does not consider the semantic meaning of a word. It ignores the context in which the word is used.</a:t>
            </a:r>
          </a:p>
          <a:p>
            <a:r>
              <a:rPr lang="en-IN" sz="1600" dirty="0"/>
              <a:t>Vector size: For large documents, the vector size increase, which may result in higher computational time.</a:t>
            </a:r>
          </a:p>
          <a:p>
            <a:r>
              <a:rPr lang="en-IN" sz="1600" dirty="0" err="1"/>
              <a:t>Preprocessing</a:t>
            </a:r>
            <a:r>
              <a:rPr lang="en-IN" sz="1600" dirty="0"/>
              <a:t>: In </a:t>
            </a:r>
            <a:r>
              <a:rPr lang="en-IN" sz="1600" dirty="0" err="1"/>
              <a:t>preprocessing</a:t>
            </a:r>
            <a:r>
              <a:rPr lang="en-IN" sz="1600" dirty="0"/>
              <a:t>, we need to perform data cleansing before using it.</a:t>
            </a:r>
          </a:p>
          <a:p>
            <a:endParaRPr lang="en-US" dirty="0"/>
          </a:p>
        </p:txBody>
      </p:sp>
      <p:pic>
        <p:nvPicPr>
          <p:cNvPr id="5" name="Picture 4">
            <a:extLst>
              <a:ext uri="{FF2B5EF4-FFF2-40B4-BE49-F238E27FC236}">
                <a16:creationId xmlns:a16="http://schemas.microsoft.com/office/drawing/2014/main" id="{2E147281-0B65-44C0-2A83-FDA629CD9B05}"/>
              </a:ext>
            </a:extLst>
          </p:cNvPr>
          <p:cNvPicPr>
            <a:picLocks noChangeAspect="1"/>
          </p:cNvPicPr>
          <p:nvPr/>
        </p:nvPicPr>
        <p:blipFill>
          <a:blip r:embed="rId2"/>
          <a:stretch>
            <a:fillRect/>
          </a:stretch>
        </p:blipFill>
        <p:spPr>
          <a:xfrm>
            <a:off x="4641953" y="1245440"/>
            <a:ext cx="4042800" cy="1324017"/>
          </a:xfrm>
          <a:prstGeom prst="rect">
            <a:avLst/>
          </a:prstGeom>
          <a:noFill/>
          <a:ln>
            <a:solidFill>
              <a:schemeClr val="bg1">
                <a:lumMod val="40000"/>
                <a:lumOff val="60000"/>
              </a:schemeClr>
            </a:solidFill>
          </a:ln>
        </p:spPr>
      </p:pic>
      <p:sp>
        <p:nvSpPr>
          <p:cNvPr id="2" name="Title 1">
            <a:extLst>
              <a:ext uri="{FF2B5EF4-FFF2-40B4-BE49-F238E27FC236}">
                <a16:creationId xmlns:a16="http://schemas.microsoft.com/office/drawing/2014/main" id="{D2B98284-DB1F-6766-768B-EF06F052024D}"/>
              </a:ext>
            </a:extLst>
          </p:cNvPr>
          <p:cNvSpPr>
            <a:spLocks noGrp="1"/>
          </p:cNvSpPr>
          <p:nvPr>
            <p:ph type="title"/>
          </p:nvPr>
        </p:nvSpPr>
        <p:spPr>
          <a:xfrm>
            <a:off x="457201" y="294200"/>
            <a:ext cx="8229600" cy="590880"/>
          </a:xfrm>
        </p:spPr>
        <p:txBody>
          <a:bodyPr anchor="t">
            <a:normAutofit/>
          </a:bodyPr>
          <a:lstStyle/>
          <a:p>
            <a:r>
              <a:rPr lang="en-US" sz="2200"/>
              <a:t>Techniques for Feature extraction or Vectorization</a:t>
            </a:r>
            <a:br>
              <a:rPr lang="en-US" sz="2200"/>
            </a:br>
            <a:endParaRPr lang="en-US" sz="2200"/>
          </a:p>
        </p:txBody>
      </p:sp>
      <p:pic>
        <p:nvPicPr>
          <p:cNvPr id="6" name="Picture 5">
            <a:extLst>
              <a:ext uri="{FF2B5EF4-FFF2-40B4-BE49-F238E27FC236}">
                <a16:creationId xmlns:a16="http://schemas.microsoft.com/office/drawing/2014/main" id="{9334B2A0-9055-1745-2798-FC8116B7DDBE}"/>
              </a:ext>
            </a:extLst>
          </p:cNvPr>
          <p:cNvPicPr>
            <a:picLocks noChangeAspect="1"/>
          </p:cNvPicPr>
          <p:nvPr/>
        </p:nvPicPr>
        <p:blipFill>
          <a:blip r:embed="rId3"/>
          <a:stretch>
            <a:fillRect/>
          </a:stretch>
        </p:blipFill>
        <p:spPr>
          <a:xfrm>
            <a:off x="4486094" y="2669478"/>
            <a:ext cx="4549698" cy="2032000"/>
          </a:xfrm>
          <a:prstGeom prst="rect">
            <a:avLst/>
          </a:prstGeom>
        </p:spPr>
      </p:pic>
    </p:spTree>
    <p:extLst>
      <p:ext uri="{BB962C8B-B14F-4D97-AF65-F5344CB8AC3E}">
        <p14:creationId xmlns:p14="http://schemas.microsoft.com/office/powerpoint/2010/main" val="4071818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5CC274-A956-5046-F845-8328D181BD0A}"/>
              </a:ext>
            </a:extLst>
          </p:cNvPr>
          <p:cNvSpPr>
            <a:spLocks noGrp="1"/>
          </p:cNvSpPr>
          <p:nvPr>
            <p:ph sz="half" idx="1"/>
          </p:nvPr>
        </p:nvSpPr>
        <p:spPr>
          <a:xfrm>
            <a:off x="459247" y="885081"/>
            <a:ext cx="8227554" cy="5240436"/>
          </a:xfrm>
          <a:noFill/>
        </p:spPr>
        <p:txBody>
          <a:bodyPr/>
          <a:lstStyle/>
          <a:p>
            <a:pPr marL="0" indent="0">
              <a:buNone/>
            </a:pPr>
            <a:r>
              <a:rPr lang="en-US" sz="1600" dirty="0">
                <a:latin typeface="+mn-lt"/>
              </a:rPr>
              <a:t>TF-IDF</a:t>
            </a:r>
          </a:p>
          <a:p>
            <a:pPr algn="just"/>
            <a:r>
              <a:rPr lang="en-IN" sz="1600" dirty="0">
                <a:latin typeface="+mn-lt"/>
              </a:rPr>
              <a:t>TF-IDF stands for Term Frequency — Inverse Document Frequency, which is a scoring measure generally used in information retrieval (IR) and summarization. The TF-IDF score shows how important or relevant a term is in a given document.</a:t>
            </a:r>
          </a:p>
          <a:p>
            <a:pPr marL="0" indent="0">
              <a:buNone/>
            </a:pPr>
            <a:endParaRPr lang="en-US" sz="1600" dirty="0">
              <a:latin typeface="+mn-lt"/>
            </a:endParaRPr>
          </a:p>
          <a:p>
            <a:r>
              <a:rPr lang="en-IN" sz="1600" dirty="0">
                <a:latin typeface="+mn-lt"/>
              </a:rPr>
              <a:t>If a particular word appears multiple times in a document, then it might have higher importance than the other words that appear fewer times (TF).</a:t>
            </a:r>
          </a:p>
          <a:p>
            <a:endParaRPr lang="en-IN" sz="1600" dirty="0">
              <a:latin typeface="+mn-lt"/>
            </a:endParaRPr>
          </a:p>
          <a:p>
            <a:r>
              <a:rPr lang="en-IN" sz="1600" dirty="0">
                <a:latin typeface="+mn-lt"/>
              </a:rPr>
              <a:t> </a:t>
            </a:r>
          </a:p>
          <a:p>
            <a:r>
              <a:rPr lang="en-IN" sz="1600" dirty="0">
                <a:latin typeface="+mn-lt"/>
              </a:rPr>
              <a:t>At the same time, if a particular word appears many times in a document, but it is also present many times in some other documents, then maybe that word is frequent, so we cannot assign much importance to it. (IDF).</a:t>
            </a:r>
          </a:p>
          <a:p>
            <a:endParaRPr lang="en-IN" sz="1600" dirty="0">
              <a:latin typeface="+mn-lt"/>
            </a:endParaRPr>
          </a:p>
          <a:p>
            <a:endParaRPr lang="en-IN" sz="1600" dirty="0">
              <a:latin typeface="+mn-lt"/>
            </a:endParaRPr>
          </a:p>
          <a:p>
            <a:endParaRPr lang="en-IN" sz="1600" dirty="0">
              <a:latin typeface="+mn-lt"/>
            </a:endParaRPr>
          </a:p>
          <a:p>
            <a:r>
              <a:rPr lang="en-IN" sz="1600" dirty="0">
                <a:latin typeface="+mn-lt"/>
              </a:rPr>
              <a:t>Calculate TF-IDF</a:t>
            </a:r>
          </a:p>
          <a:p>
            <a:endParaRPr lang="en-US" sz="1600" dirty="0">
              <a:latin typeface="+mn-lt"/>
            </a:endParaRPr>
          </a:p>
        </p:txBody>
      </p:sp>
      <p:sp>
        <p:nvSpPr>
          <p:cNvPr id="6" name="Title 5">
            <a:extLst>
              <a:ext uri="{FF2B5EF4-FFF2-40B4-BE49-F238E27FC236}">
                <a16:creationId xmlns:a16="http://schemas.microsoft.com/office/drawing/2014/main" id="{694CD256-EB94-96EF-B02C-0FE0AF1AF52C}"/>
              </a:ext>
            </a:extLst>
          </p:cNvPr>
          <p:cNvSpPr>
            <a:spLocks noGrp="1"/>
          </p:cNvSpPr>
          <p:nvPr>
            <p:ph type="title"/>
          </p:nvPr>
        </p:nvSpPr>
        <p:spPr/>
        <p:txBody>
          <a:bodyPr/>
          <a:lstStyle/>
          <a:p>
            <a:endParaRPr lang="en-US" dirty="0"/>
          </a:p>
        </p:txBody>
      </p:sp>
      <p:pic>
        <p:nvPicPr>
          <p:cNvPr id="7" name="Picture 6">
            <a:extLst>
              <a:ext uri="{FF2B5EF4-FFF2-40B4-BE49-F238E27FC236}">
                <a16:creationId xmlns:a16="http://schemas.microsoft.com/office/drawing/2014/main" id="{5A7E1C59-054C-D3B2-3F3F-2DBE8673DA60}"/>
              </a:ext>
            </a:extLst>
          </p:cNvPr>
          <p:cNvPicPr>
            <a:picLocks noChangeAspect="1"/>
          </p:cNvPicPr>
          <p:nvPr/>
        </p:nvPicPr>
        <p:blipFill>
          <a:blip r:embed="rId2"/>
          <a:stretch>
            <a:fillRect/>
          </a:stretch>
        </p:blipFill>
        <p:spPr>
          <a:xfrm>
            <a:off x="2788972" y="2774143"/>
            <a:ext cx="3566053" cy="654857"/>
          </a:xfrm>
          <a:prstGeom prst="rect">
            <a:avLst/>
          </a:prstGeom>
        </p:spPr>
      </p:pic>
      <p:pic>
        <p:nvPicPr>
          <p:cNvPr id="8" name="Picture 7">
            <a:extLst>
              <a:ext uri="{FF2B5EF4-FFF2-40B4-BE49-F238E27FC236}">
                <a16:creationId xmlns:a16="http://schemas.microsoft.com/office/drawing/2014/main" id="{2C2B1B79-E77A-8B85-B5AA-D73996A539AC}"/>
              </a:ext>
            </a:extLst>
          </p:cNvPr>
          <p:cNvPicPr>
            <a:picLocks noChangeAspect="1"/>
          </p:cNvPicPr>
          <p:nvPr/>
        </p:nvPicPr>
        <p:blipFill>
          <a:blip r:embed="rId3"/>
          <a:stretch>
            <a:fillRect/>
          </a:stretch>
        </p:blipFill>
        <p:spPr>
          <a:xfrm>
            <a:off x="2788972" y="4122401"/>
            <a:ext cx="3750541" cy="654857"/>
          </a:xfrm>
          <a:prstGeom prst="rect">
            <a:avLst/>
          </a:prstGeom>
        </p:spPr>
      </p:pic>
      <p:pic>
        <p:nvPicPr>
          <p:cNvPr id="11" name="Picture 10">
            <a:extLst>
              <a:ext uri="{FF2B5EF4-FFF2-40B4-BE49-F238E27FC236}">
                <a16:creationId xmlns:a16="http://schemas.microsoft.com/office/drawing/2014/main" id="{4439E862-3A4E-A43C-5754-CB65F674A9F5}"/>
              </a:ext>
            </a:extLst>
          </p:cNvPr>
          <p:cNvPicPr>
            <a:picLocks noChangeAspect="1"/>
          </p:cNvPicPr>
          <p:nvPr/>
        </p:nvPicPr>
        <p:blipFill>
          <a:blip r:embed="rId4"/>
          <a:stretch>
            <a:fillRect/>
          </a:stretch>
        </p:blipFill>
        <p:spPr>
          <a:xfrm>
            <a:off x="2973460" y="5228627"/>
            <a:ext cx="3566053" cy="679248"/>
          </a:xfrm>
          <a:prstGeom prst="rect">
            <a:avLst/>
          </a:prstGeom>
        </p:spPr>
      </p:pic>
    </p:spTree>
    <p:extLst>
      <p:ext uri="{BB962C8B-B14F-4D97-AF65-F5344CB8AC3E}">
        <p14:creationId xmlns:p14="http://schemas.microsoft.com/office/powerpoint/2010/main" val="2272016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AC23-D90D-BD2B-80B7-0ADD86B170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119D2B-321D-4B58-C15F-6A02A2074ED9}"/>
              </a:ext>
            </a:extLst>
          </p:cNvPr>
          <p:cNvSpPr>
            <a:spLocks noGrp="1"/>
          </p:cNvSpPr>
          <p:nvPr>
            <p:ph idx="1"/>
          </p:nvPr>
        </p:nvSpPr>
        <p:spPr/>
        <p:txBody>
          <a:bodyPr/>
          <a:lstStyle/>
          <a:p>
            <a:endParaRPr lang="en-US" b="1" dirty="0">
              <a:latin typeface="+mj-lt"/>
            </a:endParaRPr>
          </a:p>
          <a:p>
            <a:endParaRPr lang="en-US" b="1" dirty="0">
              <a:latin typeface="+mj-lt"/>
            </a:endParaRPr>
          </a:p>
          <a:p>
            <a:endParaRPr lang="en-US" b="1" dirty="0">
              <a:latin typeface="+mj-lt"/>
            </a:endParaRPr>
          </a:p>
          <a:p>
            <a:endParaRPr lang="en-US" b="1" dirty="0">
              <a:latin typeface="+mj-lt"/>
            </a:endParaRPr>
          </a:p>
          <a:p>
            <a:pPr marL="0" indent="0">
              <a:buNone/>
            </a:pPr>
            <a:r>
              <a:rPr lang="en-US" b="1" dirty="0">
                <a:latin typeface="+mj-lt"/>
              </a:rPr>
              <a:t>                     </a:t>
            </a:r>
          </a:p>
          <a:p>
            <a:pPr marL="0" indent="0">
              <a:buNone/>
            </a:pPr>
            <a:r>
              <a:rPr lang="en-US" sz="2400" b="1" dirty="0">
                <a:latin typeface="+mj-lt"/>
              </a:rPr>
              <a:t>		TEXT CLASSIFICATION – HANDS ON</a:t>
            </a:r>
          </a:p>
        </p:txBody>
      </p:sp>
    </p:spTree>
    <p:extLst>
      <p:ext uri="{BB962C8B-B14F-4D97-AF65-F5344CB8AC3E}">
        <p14:creationId xmlns:p14="http://schemas.microsoft.com/office/powerpoint/2010/main" val="1670181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Title 1">
            <a:extLst>
              <a:ext uri="{FF2B5EF4-FFF2-40B4-BE49-F238E27FC236}">
                <a16:creationId xmlns:a16="http://schemas.microsoft.com/office/drawing/2014/main" id="{6976FD83-15FA-D6B3-D214-DDC7439F3FB8}"/>
              </a:ext>
            </a:extLst>
          </p:cNvPr>
          <p:cNvSpPr>
            <a:spLocks noGrp="1"/>
          </p:cNvSpPr>
          <p:nvPr>
            <p:ph type="title"/>
          </p:nvPr>
        </p:nvSpPr>
        <p:spPr>
          <a:xfrm>
            <a:off x="457201" y="294200"/>
            <a:ext cx="8229600" cy="590400"/>
          </a:xfrm>
        </p:spPr>
        <p:txBody>
          <a:bodyPr/>
          <a:lstStyle/>
          <a:p>
            <a:pPr algn="ctr"/>
            <a:r>
              <a:rPr lang="en-US" sz="2000" b="1" dirty="0">
                <a:latin typeface="+mj-lt"/>
              </a:rPr>
              <a:t>Questions</a:t>
            </a:r>
          </a:p>
        </p:txBody>
      </p:sp>
      <p:pic>
        <p:nvPicPr>
          <p:cNvPr id="3074" name="Picture 2" descr="Habit of Asking Questions - Jaivikshastram Education &amp; Research Foundation">
            <a:extLst>
              <a:ext uri="{FF2B5EF4-FFF2-40B4-BE49-F238E27FC236}">
                <a16:creationId xmlns:a16="http://schemas.microsoft.com/office/drawing/2014/main" id="{CD9FF4AA-6D04-42F9-9A59-E6BF5FEFF2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932790" y="1088224"/>
            <a:ext cx="4834800" cy="4834800"/>
          </a:xfrm>
          <a:prstGeom prst="rect">
            <a:avLst/>
          </a:prstGeom>
          <a:solidFill>
            <a:srgbClr val="FFFFFF"/>
          </a:solidFill>
        </p:spPr>
      </p:pic>
    </p:spTree>
    <p:extLst>
      <p:ext uri="{BB962C8B-B14F-4D97-AF65-F5344CB8AC3E}">
        <p14:creationId xmlns:p14="http://schemas.microsoft.com/office/powerpoint/2010/main" val="199829770"/>
      </p:ext>
    </p:extLst>
  </p:cSld>
  <p:clrMapOvr>
    <a:masterClrMapping/>
  </p:clrMapOvr>
</p:sld>
</file>

<file path=ppt/theme/theme1.xml><?xml version="1.0" encoding="utf-8"?>
<a:theme xmlns:a="http://schemas.openxmlformats.org/drawingml/2006/main" name="EY dark background">
  <a:themeElements>
    <a:clrScheme name="EY Color">
      <a:dk1>
        <a:srgbClr val="2E2E38"/>
      </a:dk1>
      <a:lt1>
        <a:sysClr val="window" lastClr="FFFFFF"/>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extLst>
    <a:ext uri="{05A4C25C-085E-4340-85A3-A5531E510DB2}">
      <thm15:themeFamily xmlns:thm15="http://schemas.microsoft.com/office/thememl/2012/main" name="DS Bootcamp - Python basics" id="{D0BFC839-39EC-614F-A1A1-228B351EACE6}" vid="{5324A081-C163-8C47-9D2F-7C22DDCD5C13}"/>
    </a:ext>
  </a:extLst>
</a:theme>
</file>

<file path=ppt/theme/theme2.xml><?xml version="1.0" encoding="utf-8"?>
<a:theme xmlns:a="http://schemas.openxmlformats.org/drawingml/2006/main" name="EY light background">
  <a:themeElements>
    <a:clrScheme name="Custom 26">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extLst>
    <a:ext uri="{05A4C25C-085E-4340-85A3-A5531E510DB2}">
      <thm15:themeFamily xmlns:thm15="http://schemas.microsoft.com/office/thememl/2012/main" name="DS Bootcamp - Python basics" id="{D0BFC839-39EC-614F-A1A1-228B351EACE6}" vid="{1DBB96F6-A538-FC48-9527-DA6AACEE75A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EY dark background</Template>
  <TotalTime>0</TotalTime>
  <Words>1562</Words>
  <Application>Microsoft Macintosh PowerPoint</Application>
  <PresentationFormat>On-screen Show (4:3)</PresentationFormat>
  <Paragraphs>169</Paragraphs>
  <Slides>19</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19</vt:i4>
      </vt:variant>
    </vt:vector>
  </HeadingPairs>
  <TitlesOfParts>
    <vt:vector size="32" baseType="lpstr">
      <vt:lpstr>Arial</vt:lpstr>
      <vt:lpstr>avenir-light</vt:lpstr>
      <vt:lpstr>Calibri</vt:lpstr>
      <vt:lpstr>EYInterstate</vt:lpstr>
      <vt:lpstr>EYInterstate Light</vt:lpstr>
      <vt:lpstr>Georgia</vt:lpstr>
      <vt:lpstr>inter-bold</vt:lpstr>
      <vt:lpstr>inter-regular</vt:lpstr>
      <vt:lpstr>sohne</vt:lpstr>
      <vt:lpstr>source-serif-pro</vt:lpstr>
      <vt:lpstr>udemy sans</vt:lpstr>
      <vt:lpstr>EY dark background</vt:lpstr>
      <vt:lpstr>EY light background</vt:lpstr>
      <vt:lpstr>NATURAL LANGUAGE PROCESSING</vt:lpstr>
      <vt:lpstr>Synopsis</vt:lpstr>
      <vt:lpstr>Introduction</vt:lpstr>
      <vt:lpstr>Why is natural language processing important? </vt:lpstr>
      <vt:lpstr>Applications of NLP</vt:lpstr>
      <vt:lpstr>Components of NLP  </vt:lpstr>
      <vt:lpstr>Common NLP libraries</vt:lpstr>
      <vt:lpstr>Phases of NLP</vt:lpstr>
      <vt:lpstr>NLP Techniques</vt:lpstr>
      <vt:lpstr>PowerPoint Presentation</vt:lpstr>
      <vt:lpstr>PowerPoint Presentation</vt:lpstr>
      <vt:lpstr>PowerPoint Presentation</vt:lpstr>
      <vt:lpstr>Named Entity Recognition (NER)</vt:lpstr>
      <vt:lpstr>Text Classification</vt:lpstr>
      <vt:lpstr>Feature Extraction</vt:lpstr>
      <vt:lpstr>Techniques for Feature extraction or Vectorization </vt:lpstr>
      <vt:lpstr>PowerPoint Presentation</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dc:title>
  <dc:creator>Nayana Madhu</dc:creator>
  <cp:keywords/>
  <cp:lastModifiedBy>Nayana Madhu</cp:lastModifiedBy>
  <cp:revision>1</cp:revision>
  <dcterms:created xsi:type="dcterms:W3CDTF">2022-11-02T14:00:51Z</dcterms:created>
  <dcterms:modified xsi:type="dcterms:W3CDTF">2022-11-02T14:01:36Z</dcterms:modified>
  <cp:contentStatus/>
</cp:coreProperties>
</file>