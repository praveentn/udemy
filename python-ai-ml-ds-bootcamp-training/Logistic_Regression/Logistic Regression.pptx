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B5687A-861F-E542-B8DC-A462BA3E8DDF}" v="8" dt="2022-10-07T10:39:22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eety Devassy" userId="de5636a1-6e25-4e7c-9579-6b09b1ff6801" providerId="ADAL" clId="{E2B5687A-861F-E542-B8DC-A462BA3E8DDF}"/>
    <pc:docChg chg="undo custSel addSld modSld">
      <pc:chgData name="Sweety Devassy" userId="de5636a1-6e25-4e7c-9579-6b09b1ff6801" providerId="ADAL" clId="{E2B5687A-861F-E542-B8DC-A462BA3E8DDF}" dt="2022-10-07T11:40:23.930" v="480" actId="26606"/>
      <pc:docMkLst>
        <pc:docMk/>
      </pc:docMkLst>
      <pc:sldChg chg="addSp delSp modSp mod setBg">
        <pc:chgData name="Sweety Devassy" userId="de5636a1-6e25-4e7c-9579-6b09b1ff6801" providerId="ADAL" clId="{E2B5687A-861F-E542-B8DC-A462BA3E8DDF}" dt="2022-10-07T10:27:05.033" v="125" actId="20577"/>
        <pc:sldMkLst>
          <pc:docMk/>
          <pc:sldMk cId="3045994961" sldId="263"/>
        </pc:sldMkLst>
        <pc:spChg chg="mod">
          <ac:chgData name="Sweety Devassy" userId="de5636a1-6e25-4e7c-9579-6b09b1ff6801" providerId="ADAL" clId="{E2B5687A-861F-E542-B8DC-A462BA3E8DDF}" dt="2022-10-07T10:26:25.230" v="29" actId="26606"/>
          <ac:spMkLst>
            <pc:docMk/>
            <pc:sldMk cId="3045994961" sldId="263"/>
            <ac:spMk id="2" creationId="{0750C401-BDFC-CF21-10D5-053CB86C4993}"/>
          </ac:spMkLst>
        </pc:spChg>
        <pc:spChg chg="del">
          <ac:chgData name="Sweety Devassy" userId="de5636a1-6e25-4e7c-9579-6b09b1ff6801" providerId="ADAL" clId="{E2B5687A-861F-E542-B8DC-A462BA3E8DDF}" dt="2022-10-07T10:26:17.915" v="27" actId="931"/>
          <ac:spMkLst>
            <pc:docMk/>
            <pc:sldMk cId="3045994961" sldId="263"/>
            <ac:spMk id="3" creationId="{45907241-8F0E-94BA-83F0-F201F382FC1D}"/>
          </ac:spMkLst>
        </pc:spChg>
        <pc:spChg chg="add mod">
          <ac:chgData name="Sweety Devassy" userId="de5636a1-6e25-4e7c-9579-6b09b1ff6801" providerId="ADAL" clId="{E2B5687A-861F-E542-B8DC-A462BA3E8DDF}" dt="2022-10-07T10:27:05.033" v="125" actId="20577"/>
          <ac:spMkLst>
            <pc:docMk/>
            <pc:sldMk cId="3045994961" sldId="263"/>
            <ac:spMk id="9" creationId="{1A8C8E2C-C300-1753-D2EE-0175BF3C1B66}"/>
          </ac:spMkLst>
        </pc:spChg>
        <pc:spChg chg="add">
          <ac:chgData name="Sweety Devassy" userId="de5636a1-6e25-4e7c-9579-6b09b1ff6801" providerId="ADAL" clId="{E2B5687A-861F-E542-B8DC-A462BA3E8DDF}" dt="2022-10-07T10:26:25.230" v="29" actId="26606"/>
          <ac:spMkLst>
            <pc:docMk/>
            <pc:sldMk cId="3045994961" sldId="263"/>
            <ac:spMk id="12" creationId="{DBC6133C-0615-4CE4-9132-37E609A9BDFA}"/>
          </ac:spMkLst>
        </pc:spChg>
        <pc:spChg chg="add">
          <ac:chgData name="Sweety Devassy" userId="de5636a1-6e25-4e7c-9579-6b09b1ff6801" providerId="ADAL" clId="{E2B5687A-861F-E542-B8DC-A462BA3E8DDF}" dt="2022-10-07T10:26:25.230" v="29" actId="26606"/>
          <ac:spMkLst>
            <pc:docMk/>
            <pc:sldMk cId="3045994961" sldId="263"/>
            <ac:spMk id="14" creationId="{169CC832-2974-4E8D-90ED-3E2941BA7336}"/>
          </ac:spMkLst>
        </pc:spChg>
        <pc:spChg chg="add">
          <ac:chgData name="Sweety Devassy" userId="de5636a1-6e25-4e7c-9579-6b09b1ff6801" providerId="ADAL" clId="{E2B5687A-861F-E542-B8DC-A462BA3E8DDF}" dt="2022-10-07T10:26:25.230" v="29" actId="26606"/>
          <ac:spMkLst>
            <pc:docMk/>
            <pc:sldMk cId="3045994961" sldId="263"/>
            <ac:spMk id="16" creationId="{55222F96-971A-4F90-B841-6BAB416C7AC1}"/>
          </ac:spMkLst>
        </pc:spChg>
        <pc:spChg chg="add">
          <ac:chgData name="Sweety Devassy" userId="de5636a1-6e25-4e7c-9579-6b09b1ff6801" providerId="ADAL" clId="{E2B5687A-861F-E542-B8DC-A462BA3E8DDF}" dt="2022-10-07T10:26:25.230" v="29" actId="26606"/>
          <ac:spMkLst>
            <pc:docMk/>
            <pc:sldMk cId="3045994961" sldId="263"/>
            <ac:spMk id="18" creationId="{08980754-6F4B-43C9-B9BE-127B6BED6586}"/>
          </ac:spMkLst>
        </pc:spChg>
        <pc:spChg chg="add">
          <ac:chgData name="Sweety Devassy" userId="de5636a1-6e25-4e7c-9579-6b09b1ff6801" providerId="ADAL" clId="{E2B5687A-861F-E542-B8DC-A462BA3E8DDF}" dt="2022-10-07T10:26:25.230" v="29" actId="26606"/>
          <ac:spMkLst>
            <pc:docMk/>
            <pc:sldMk cId="3045994961" sldId="263"/>
            <ac:spMk id="20" creationId="{2C1BBA94-3F40-40AA-8BB9-E69E25E537C1}"/>
          </ac:spMkLst>
        </pc:spChg>
        <pc:picChg chg="add mod">
          <ac:chgData name="Sweety Devassy" userId="de5636a1-6e25-4e7c-9579-6b09b1ff6801" providerId="ADAL" clId="{E2B5687A-861F-E542-B8DC-A462BA3E8DDF}" dt="2022-10-07T10:26:25.230" v="29" actId="26606"/>
          <ac:picMkLst>
            <pc:docMk/>
            <pc:sldMk cId="3045994961" sldId="263"/>
            <ac:picMk id="5" creationId="{C11650B3-0EDE-969E-61EA-978FE1494CD2}"/>
          </ac:picMkLst>
        </pc:picChg>
      </pc:sldChg>
      <pc:sldChg chg="addSp delSp modSp new mod setBg modClrScheme chgLayout">
        <pc:chgData name="Sweety Devassy" userId="de5636a1-6e25-4e7c-9579-6b09b1ff6801" providerId="ADAL" clId="{E2B5687A-861F-E542-B8DC-A462BA3E8DDF}" dt="2022-10-07T10:28:06.801" v="165" actId="26606"/>
        <pc:sldMkLst>
          <pc:docMk/>
          <pc:sldMk cId="3217505756" sldId="264"/>
        </pc:sldMkLst>
        <pc:spChg chg="mod ord">
          <ac:chgData name="Sweety Devassy" userId="de5636a1-6e25-4e7c-9579-6b09b1ff6801" providerId="ADAL" clId="{E2B5687A-861F-E542-B8DC-A462BA3E8DDF}" dt="2022-10-07T10:28:06.801" v="165" actId="26606"/>
          <ac:spMkLst>
            <pc:docMk/>
            <pc:sldMk cId="3217505756" sldId="264"/>
            <ac:spMk id="2" creationId="{99A88734-2FE4-F02A-ED07-57496D3DEAD0}"/>
          </ac:spMkLst>
        </pc:spChg>
        <pc:spChg chg="del">
          <ac:chgData name="Sweety Devassy" userId="de5636a1-6e25-4e7c-9579-6b09b1ff6801" providerId="ADAL" clId="{E2B5687A-861F-E542-B8DC-A462BA3E8DDF}" dt="2022-10-07T10:27:51.016" v="160" actId="700"/>
          <ac:spMkLst>
            <pc:docMk/>
            <pc:sldMk cId="3217505756" sldId="264"/>
            <ac:spMk id="3" creationId="{F9768221-2174-58B3-D565-77DFA484CC34}"/>
          </ac:spMkLst>
        </pc:spChg>
        <pc:spChg chg="add">
          <ac:chgData name="Sweety Devassy" userId="de5636a1-6e25-4e7c-9579-6b09b1ff6801" providerId="ADAL" clId="{E2B5687A-861F-E542-B8DC-A462BA3E8DDF}" dt="2022-10-07T10:28:06.801" v="165" actId="26606"/>
          <ac:spMkLst>
            <pc:docMk/>
            <pc:sldMk cId="3217505756" sldId="264"/>
            <ac:spMk id="10" creationId="{BA79A7CF-01AF-4178-9369-94E0C90EB046}"/>
          </ac:spMkLst>
        </pc:spChg>
        <pc:spChg chg="add">
          <ac:chgData name="Sweety Devassy" userId="de5636a1-6e25-4e7c-9579-6b09b1ff6801" providerId="ADAL" clId="{E2B5687A-861F-E542-B8DC-A462BA3E8DDF}" dt="2022-10-07T10:28:06.801" v="165" actId="26606"/>
          <ac:spMkLst>
            <pc:docMk/>
            <pc:sldMk cId="3217505756" sldId="264"/>
            <ac:spMk id="12" creationId="{99413ED5-9ED4-4772-BCE4-2BCAE6B12E35}"/>
          </ac:spMkLst>
        </pc:spChg>
        <pc:spChg chg="add">
          <ac:chgData name="Sweety Devassy" userId="de5636a1-6e25-4e7c-9579-6b09b1ff6801" providerId="ADAL" clId="{E2B5687A-861F-E542-B8DC-A462BA3E8DDF}" dt="2022-10-07T10:28:06.801" v="165" actId="26606"/>
          <ac:spMkLst>
            <pc:docMk/>
            <pc:sldMk cId="3217505756" sldId="264"/>
            <ac:spMk id="14" creationId="{04357C93-F0CB-4A1C-8F77-4E9063789819}"/>
          </ac:spMkLst>
        </pc:spChg>
        <pc:spChg chg="add">
          <ac:chgData name="Sweety Devassy" userId="de5636a1-6e25-4e7c-9579-6b09b1ff6801" providerId="ADAL" clId="{E2B5687A-861F-E542-B8DC-A462BA3E8DDF}" dt="2022-10-07T10:28:06.801" v="165" actId="26606"/>
          <ac:spMkLst>
            <pc:docMk/>
            <pc:sldMk cId="3217505756" sldId="264"/>
            <ac:spMk id="16" creationId="{90F533E9-6690-41A8-A372-4C6C622D028D}"/>
          </ac:spMkLst>
        </pc:spChg>
        <pc:picChg chg="add mod">
          <ac:chgData name="Sweety Devassy" userId="de5636a1-6e25-4e7c-9579-6b09b1ff6801" providerId="ADAL" clId="{E2B5687A-861F-E542-B8DC-A462BA3E8DDF}" dt="2022-10-07T10:28:06.801" v="165" actId="26606"/>
          <ac:picMkLst>
            <pc:docMk/>
            <pc:sldMk cId="3217505756" sldId="264"/>
            <ac:picMk id="5" creationId="{88DB659E-EC40-E439-DDAF-9275E96846C1}"/>
          </ac:picMkLst>
        </pc:picChg>
      </pc:sldChg>
      <pc:sldChg chg="addSp modSp new mod setBg">
        <pc:chgData name="Sweety Devassy" userId="de5636a1-6e25-4e7c-9579-6b09b1ff6801" providerId="ADAL" clId="{E2B5687A-861F-E542-B8DC-A462BA3E8DDF}" dt="2022-10-07T10:35:27.725" v="170" actId="26606"/>
        <pc:sldMkLst>
          <pc:docMk/>
          <pc:sldMk cId="1990758008" sldId="265"/>
        </pc:sldMkLst>
        <pc:spChg chg="mod">
          <ac:chgData name="Sweety Devassy" userId="de5636a1-6e25-4e7c-9579-6b09b1ff6801" providerId="ADAL" clId="{E2B5687A-861F-E542-B8DC-A462BA3E8DDF}" dt="2022-10-07T10:35:27.725" v="170" actId="26606"/>
          <ac:spMkLst>
            <pc:docMk/>
            <pc:sldMk cId="1990758008" sldId="265"/>
            <ac:spMk id="2" creationId="{221C4FCF-27A8-C37D-7943-57751483A740}"/>
          </ac:spMkLst>
        </pc:spChg>
        <pc:spChg chg="mod">
          <ac:chgData name="Sweety Devassy" userId="de5636a1-6e25-4e7c-9579-6b09b1ff6801" providerId="ADAL" clId="{E2B5687A-861F-E542-B8DC-A462BA3E8DDF}" dt="2022-10-07T10:35:27.725" v="170" actId="26606"/>
          <ac:spMkLst>
            <pc:docMk/>
            <pc:sldMk cId="1990758008" sldId="265"/>
            <ac:spMk id="3" creationId="{49F61953-D3C0-D3D0-7C02-397AD3EAE100}"/>
          </ac:spMkLst>
        </pc:spChg>
        <pc:spChg chg="add">
          <ac:chgData name="Sweety Devassy" userId="de5636a1-6e25-4e7c-9579-6b09b1ff6801" providerId="ADAL" clId="{E2B5687A-861F-E542-B8DC-A462BA3E8DDF}" dt="2022-10-07T10:35:27.725" v="170" actId="26606"/>
          <ac:spMkLst>
            <pc:docMk/>
            <pc:sldMk cId="1990758008" sldId="265"/>
            <ac:spMk id="8" creationId="{B6CDA21F-E7AF-4C75-8395-33F58D5B0E45}"/>
          </ac:spMkLst>
        </pc:spChg>
        <pc:spChg chg="add">
          <ac:chgData name="Sweety Devassy" userId="de5636a1-6e25-4e7c-9579-6b09b1ff6801" providerId="ADAL" clId="{E2B5687A-861F-E542-B8DC-A462BA3E8DDF}" dt="2022-10-07T10:35:27.725" v="170" actId="26606"/>
          <ac:spMkLst>
            <pc:docMk/>
            <pc:sldMk cId="1990758008" sldId="265"/>
            <ac:spMk id="15" creationId="{D5B0017B-2ECA-49AF-B397-DC140825DF8D}"/>
          </ac:spMkLst>
        </pc:spChg>
        <pc:grpChg chg="add">
          <ac:chgData name="Sweety Devassy" userId="de5636a1-6e25-4e7c-9579-6b09b1ff6801" providerId="ADAL" clId="{E2B5687A-861F-E542-B8DC-A462BA3E8DDF}" dt="2022-10-07T10:35:27.725" v="170" actId="26606"/>
          <ac:grpSpMkLst>
            <pc:docMk/>
            <pc:sldMk cId="1990758008" sldId="265"/>
            <ac:grpSpMk id="10" creationId="{AE1C45F0-260A-458C-96ED-C1F6D2151219}"/>
          </ac:grpSpMkLst>
        </pc:grpChg>
        <pc:cxnChg chg="add">
          <ac:chgData name="Sweety Devassy" userId="de5636a1-6e25-4e7c-9579-6b09b1ff6801" providerId="ADAL" clId="{E2B5687A-861F-E542-B8DC-A462BA3E8DDF}" dt="2022-10-07T10:35:27.725" v="170" actId="26606"/>
          <ac:cxnSpMkLst>
            <pc:docMk/>
            <pc:sldMk cId="1990758008" sldId="265"/>
            <ac:cxnSpMk id="17" creationId="{6CF1BAF6-AD41-4082-B212-8A1F9A2E8779}"/>
          </ac:cxnSpMkLst>
        </pc:cxnChg>
      </pc:sldChg>
      <pc:sldChg chg="addSp delSp modSp new mod setBg modClrScheme chgLayout">
        <pc:chgData name="Sweety Devassy" userId="de5636a1-6e25-4e7c-9579-6b09b1ff6801" providerId="ADAL" clId="{E2B5687A-861F-E542-B8DC-A462BA3E8DDF}" dt="2022-10-07T10:35:49.446" v="182" actId="26606"/>
        <pc:sldMkLst>
          <pc:docMk/>
          <pc:sldMk cId="3873239099" sldId="266"/>
        </pc:sldMkLst>
        <pc:spChg chg="del mod ord">
          <ac:chgData name="Sweety Devassy" userId="de5636a1-6e25-4e7c-9579-6b09b1ff6801" providerId="ADAL" clId="{E2B5687A-861F-E542-B8DC-A462BA3E8DDF}" dt="2022-10-07T10:35:34.941" v="171" actId="700"/>
          <ac:spMkLst>
            <pc:docMk/>
            <pc:sldMk cId="3873239099" sldId="266"/>
            <ac:spMk id="2" creationId="{4DF54C34-372D-4E10-3FF6-502EECE10EE6}"/>
          </ac:spMkLst>
        </pc:spChg>
        <pc:spChg chg="del">
          <ac:chgData name="Sweety Devassy" userId="de5636a1-6e25-4e7c-9579-6b09b1ff6801" providerId="ADAL" clId="{E2B5687A-861F-E542-B8DC-A462BA3E8DDF}" dt="2022-10-07T10:35:34.941" v="171" actId="700"/>
          <ac:spMkLst>
            <pc:docMk/>
            <pc:sldMk cId="3873239099" sldId="266"/>
            <ac:spMk id="3" creationId="{9ACDDAFB-342F-B5C9-81D2-354114688FEA}"/>
          </ac:spMkLst>
        </pc:spChg>
        <pc:spChg chg="add mod ord">
          <ac:chgData name="Sweety Devassy" userId="de5636a1-6e25-4e7c-9579-6b09b1ff6801" providerId="ADAL" clId="{E2B5687A-861F-E542-B8DC-A462BA3E8DDF}" dt="2022-10-07T10:35:49.446" v="182" actId="26606"/>
          <ac:spMkLst>
            <pc:docMk/>
            <pc:sldMk cId="3873239099" sldId="266"/>
            <ac:spMk id="4" creationId="{1771020E-F2FE-7B7C-90AF-C81D4B80D3B9}"/>
          </ac:spMkLst>
        </pc:spChg>
        <pc:spChg chg="add">
          <ac:chgData name="Sweety Devassy" userId="de5636a1-6e25-4e7c-9579-6b09b1ff6801" providerId="ADAL" clId="{E2B5687A-861F-E542-B8DC-A462BA3E8DDF}" dt="2022-10-07T10:35:49.446" v="182" actId="26606"/>
          <ac:spMkLst>
            <pc:docMk/>
            <pc:sldMk cId="3873239099" sldId="266"/>
            <ac:spMk id="11" creationId="{47942995-B07F-4636-9A06-C6A104B260A8}"/>
          </ac:spMkLst>
        </pc:spChg>
        <pc:spChg chg="add">
          <ac:chgData name="Sweety Devassy" userId="de5636a1-6e25-4e7c-9579-6b09b1ff6801" providerId="ADAL" clId="{E2B5687A-861F-E542-B8DC-A462BA3E8DDF}" dt="2022-10-07T10:35:49.446" v="182" actId="26606"/>
          <ac:spMkLst>
            <pc:docMk/>
            <pc:sldMk cId="3873239099" sldId="266"/>
            <ac:spMk id="18" creationId="{B81933D1-5615-42C7-9C0B-4EB7105CCE2D}"/>
          </ac:spMkLst>
        </pc:spChg>
        <pc:spChg chg="add">
          <ac:chgData name="Sweety Devassy" userId="de5636a1-6e25-4e7c-9579-6b09b1ff6801" providerId="ADAL" clId="{E2B5687A-861F-E542-B8DC-A462BA3E8DDF}" dt="2022-10-07T10:35:49.446" v="182" actId="26606"/>
          <ac:spMkLst>
            <pc:docMk/>
            <pc:sldMk cId="3873239099" sldId="266"/>
            <ac:spMk id="20" creationId="{19C9EAEA-39D0-4B0E-A0EB-51E7B26740B1}"/>
          </ac:spMkLst>
        </pc:spChg>
        <pc:grpChg chg="add">
          <ac:chgData name="Sweety Devassy" userId="de5636a1-6e25-4e7c-9579-6b09b1ff6801" providerId="ADAL" clId="{E2B5687A-861F-E542-B8DC-A462BA3E8DDF}" dt="2022-10-07T10:35:49.446" v="182" actId="26606"/>
          <ac:grpSpMkLst>
            <pc:docMk/>
            <pc:sldMk cId="3873239099" sldId="266"/>
            <ac:grpSpMk id="13" creationId="{032D8612-31EB-44CF-A1D0-14FD4C705424}"/>
          </ac:grpSpMkLst>
        </pc:grpChg>
        <pc:picChg chg="add mod">
          <ac:chgData name="Sweety Devassy" userId="de5636a1-6e25-4e7c-9579-6b09b1ff6801" providerId="ADAL" clId="{E2B5687A-861F-E542-B8DC-A462BA3E8DDF}" dt="2022-10-07T10:35:49.446" v="182" actId="26606"/>
          <ac:picMkLst>
            <pc:docMk/>
            <pc:sldMk cId="3873239099" sldId="266"/>
            <ac:picMk id="6" creationId="{235922A1-C986-E4EB-8EFB-3596E7E5BE8F}"/>
          </ac:picMkLst>
        </pc:picChg>
      </pc:sldChg>
      <pc:sldChg chg="addSp modSp new mod setBg">
        <pc:chgData name="Sweety Devassy" userId="de5636a1-6e25-4e7c-9579-6b09b1ff6801" providerId="ADAL" clId="{E2B5687A-861F-E542-B8DC-A462BA3E8DDF}" dt="2022-10-07T10:36:31.625" v="203" actId="26606"/>
        <pc:sldMkLst>
          <pc:docMk/>
          <pc:sldMk cId="2765716664" sldId="267"/>
        </pc:sldMkLst>
        <pc:spChg chg="mod">
          <ac:chgData name="Sweety Devassy" userId="de5636a1-6e25-4e7c-9579-6b09b1ff6801" providerId="ADAL" clId="{E2B5687A-861F-E542-B8DC-A462BA3E8DDF}" dt="2022-10-07T10:36:31.625" v="203" actId="26606"/>
          <ac:spMkLst>
            <pc:docMk/>
            <pc:sldMk cId="2765716664" sldId="267"/>
            <ac:spMk id="2" creationId="{C552E40E-A20A-117E-B090-EFA037F32A1D}"/>
          </ac:spMkLst>
        </pc:spChg>
        <pc:spChg chg="add">
          <ac:chgData name="Sweety Devassy" userId="de5636a1-6e25-4e7c-9579-6b09b1ff6801" providerId="ADAL" clId="{E2B5687A-861F-E542-B8DC-A462BA3E8DDF}" dt="2022-10-07T10:36:31.625" v="203" actId="26606"/>
          <ac:spMkLst>
            <pc:docMk/>
            <pc:sldMk cId="2765716664" sldId="267"/>
            <ac:spMk id="9" creationId="{50CEED20-A22C-4FC3-BC0E-F4FE53FDEB97}"/>
          </ac:spMkLst>
        </pc:spChg>
        <pc:spChg chg="add">
          <ac:chgData name="Sweety Devassy" userId="de5636a1-6e25-4e7c-9579-6b09b1ff6801" providerId="ADAL" clId="{E2B5687A-861F-E542-B8DC-A462BA3E8DDF}" dt="2022-10-07T10:36:31.625" v="203" actId="26606"/>
          <ac:spMkLst>
            <pc:docMk/>
            <pc:sldMk cId="2765716664" sldId="267"/>
            <ac:spMk id="16" creationId="{19C9EAEA-39D0-4B0E-A0EB-51E7B26740B1}"/>
          </ac:spMkLst>
        </pc:spChg>
        <pc:spChg chg="add">
          <ac:chgData name="Sweety Devassy" userId="de5636a1-6e25-4e7c-9579-6b09b1ff6801" providerId="ADAL" clId="{E2B5687A-861F-E542-B8DC-A462BA3E8DDF}" dt="2022-10-07T10:36:31.625" v="203" actId="26606"/>
          <ac:spMkLst>
            <pc:docMk/>
            <pc:sldMk cId="2765716664" sldId="267"/>
            <ac:spMk id="18" creationId="{3873B707-463F-40B0-8227-E8CC6C67EB25}"/>
          </ac:spMkLst>
        </pc:spChg>
        <pc:grpChg chg="add">
          <ac:chgData name="Sweety Devassy" userId="de5636a1-6e25-4e7c-9579-6b09b1ff6801" providerId="ADAL" clId="{E2B5687A-861F-E542-B8DC-A462BA3E8DDF}" dt="2022-10-07T10:36:31.625" v="203" actId="26606"/>
          <ac:grpSpMkLst>
            <pc:docMk/>
            <pc:sldMk cId="2765716664" sldId="267"/>
            <ac:grpSpMk id="11" creationId="{032D8612-31EB-44CF-A1D0-14FD4C705424}"/>
          </ac:grpSpMkLst>
        </pc:grpChg>
        <pc:picChg chg="add mod">
          <ac:chgData name="Sweety Devassy" userId="de5636a1-6e25-4e7c-9579-6b09b1ff6801" providerId="ADAL" clId="{E2B5687A-861F-E542-B8DC-A462BA3E8DDF}" dt="2022-10-07T10:36:31.625" v="203" actId="26606"/>
          <ac:picMkLst>
            <pc:docMk/>
            <pc:sldMk cId="2765716664" sldId="267"/>
            <ac:picMk id="4" creationId="{EE4D696C-6AD2-5F6B-F9E1-A1267A1FD948}"/>
          </ac:picMkLst>
        </pc:picChg>
      </pc:sldChg>
      <pc:sldChg chg="addSp delSp modSp new mod setBg">
        <pc:chgData name="Sweety Devassy" userId="de5636a1-6e25-4e7c-9579-6b09b1ff6801" providerId="ADAL" clId="{E2B5687A-861F-E542-B8DC-A462BA3E8DDF}" dt="2022-10-07T10:38:47.383" v="230" actId="113"/>
        <pc:sldMkLst>
          <pc:docMk/>
          <pc:sldMk cId="3649942537" sldId="268"/>
        </pc:sldMkLst>
        <pc:spChg chg="mod">
          <ac:chgData name="Sweety Devassy" userId="de5636a1-6e25-4e7c-9579-6b09b1ff6801" providerId="ADAL" clId="{E2B5687A-861F-E542-B8DC-A462BA3E8DDF}" dt="2022-10-07T10:38:47.383" v="230" actId="113"/>
          <ac:spMkLst>
            <pc:docMk/>
            <pc:sldMk cId="3649942537" sldId="268"/>
            <ac:spMk id="2" creationId="{F213C55E-E3DF-A587-9D98-8374B757233C}"/>
          </ac:spMkLst>
        </pc:spChg>
        <pc:spChg chg="add del">
          <ac:chgData name="Sweety Devassy" userId="de5636a1-6e25-4e7c-9579-6b09b1ff6801" providerId="ADAL" clId="{E2B5687A-861F-E542-B8DC-A462BA3E8DDF}" dt="2022-10-07T10:37:57.090" v="215" actId="26606"/>
          <ac:spMkLst>
            <pc:docMk/>
            <pc:sldMk cId="3649942537" sldId="268"/>
            <ac:spMk id="11" creationId="{E18F6E8B-15ED-43C7-94BA-91549A651C73}"/>
          </ac:spMkLst>
        </pc:spChg>
        <pc:spChg chg="add del">
          <ac:chgData name="Sweety Devassy" userId="de5636a1-6e25-4e7c-9579-6b09b1ff6801" providerId="ADAL" clId="{E2B5687A-861F-E542-B8DC-A462BA3E8DDF}" dt="2022-10-07T10:37:57.090" v="215" actId="26606"/>
          <ac:spMkLst>
            <pc:docMk/>
            <pc:sldMk cId="3649942537" sldId="268"/>
            <ac:spMk id="18" creationId="{B81933D1-5615-42C7-9C0B-4EB7105CCE2D}"/>
          </ac:spMkLst>
        </pc:spChg>
        <pc:spChg chg="add del">
          <ac:chgData name="Sweety Devassy" userId="de5636a1-6e25-4e7c-9579-6b09b1ff6801" providerId="ADAL" clId="{E2B5687A-861F-E542-B8DC-A462BA3E8DDF}" dt="2022-10-07T10:37:57.090" v="215" actId="26606"/>
          <ac:spMkLst>
            <pc:docMk/>
            <pc:sldMk cId="3649942537" sldId="268"/>
            <ac:spMk id="20" creationId="{B089A89A-1E9C-4761-9DFF-53C275FBF870}"/>
          </ac:spMkLst>
        </pc:spChg>
        <pc:spChg chg="add del">
          <ac:chgData name="Sweety Devassy" userId="de5636a1-6e25-4e7c-9579-6b09b1ff6801" providerId="ADAL" clId="{E2B5687A-861F-E542-B8DC-A462BA3E8DDF}" dt="2022-10-07T10:37:57.090" v="215" actId="26606"/>
          <ac:spMkLst>
            <pc:docMk/>
            <pc:sldMk cId="3649942537" sldId="268"/>
            <ac:spMk id="22" creationId="{19C9EAEA-39D0-4B0E-A0EB-51E7B26740B1}"/>
          </ac:spMkLst>
        </pc:spChg>
        <pc:spChg chg="add">
          <ac:chgData name="Sweety Devassy" userId="de5636a1-6e25-4e7c-9579-6b09b1ff6801" providerId="ADAL" clId="{E2B5687A-861F-E542-B8DC-A462BA3E8DDF}" dt="2022-10-07T10:37:57.100" v="216" actId="26606"/>
          <ac:spMkLst>
            <pc:docMk/>
            <pc:sldMk cId="3649942537" sldId="268"/>
            <ac:spMk id="24" creationId="{AE2F397B-4BB1-48C6-9EE0-C8B339968038}"/>
          </ac:spMkLst>
        </pc:spChg>
        <pc:spChg chg="add">
          <ac:chgData name="Sweety Devassy" userId="de5636a1-6e25-4e7c-9579-6b09b1ff6801" providerId="ADAL" clId="{E2B5687A-861F-E542-B8DC-A462BA3E8DDF}" dt="2022-10-07T10:37:57.100" v="216" actId="26606"/>
          <ac:spMkLst>
            <pc:docMk/>
            <pc:sldMk cId="3649942537" sldId="268"/>
            <ac:spMk id="29" creationId="{E856C990-1500-4B50-B148-B7E1943FED81}"/>
          </ac:spMkLst>
        </pc:spChg>
        <pc:spChg chg="add">
          <ac:chgData name="Sweety Devassy" userId="de5636a1-6e25-4e7c-9579-6b09b1ff6801" providerId="ADAL" clId="{E2B5687A-861F-E542-B8DC-A462BA3E8DDF}" dt="2022-10-07T10:37:57.100" v="216" actId="26606"/>
          <ac:spMkLst>
            <pc:docMk/>
            <pc:sldMk cId="3649942537" sldId="268"/>
            <ac:spMk id="30" creationId="{19C9EAEA-39D0-4B0E-A0EB-51E7B26740B1}"/>
          </ac:spMkLst>
        </pc:spChg>
        <pc:spChg chg="add">
          <ac:chgData name="Sweety Devassy" userId="de5636a1-6e25-4e7c-9579-6b09b1ff6801" providerId="ADAL" clId="{E2B5687A-861F-E542-B8DC-A462BA3E8DDF}" dt="2022-10-07T10:37:57.100" v="216" actId="26606"/>
          <ac:spMkLst>
            <pc:docMk/>
            <pc:sldMk cId="3649942537" sldId="268"/>
            <ac:spMk id="31" creationId="{3873B707-463F-40B0-8227-E8CC6C67EB25}"/>
          </ac:spMkLst>
        </pc:spChg>
        <pc:grpChg chg="add del">
          <ac:chgData name="Sweety Devassy" userId="de5636a1-6e25-4e7c-9579-6b09b1ff6801" providerId="ADAL" clId="{E2B5687A-861F-E542-B8DC-A462BA3E8DDF}" dt="2022-10-07T10:37:57.090" v="215" actId="26606"/>
          <ac:grpSpMkLst>
            <pc:docMk/>
            <pc:sldMk cId="3649942537" sldId="268"/>
            <ac:grpSpMk id="13" creationId="{032D8612-31EB-44CF-A1D0-14FD4C705424}"/>
          </ac:grpSpMkLst>
        </pc:grpChg>
        <pc:grpChg chg="add">
          <ac:chgData name="Sweety Devassy" userId="de5636a1-6e25-4e7c-9579-6b09b1ff6801" providerId="ADAL" clId="{E2B5687A-861F-E542-B8DC-A462BA3E8DDF}" dt="2022-10-07T10:37:57.100" v="216" actId="26606"/>
          <ac:grpSpMkLst>
            <pc:docMk/>
            <pc:sldMk cId="3649942537" sldId="268"/>
            <ac:grpSpMk id="25" creationId="{032D8612-31EB-44CF-A1D0-14FD4C705424}"/>
          </ac:grpSpMkLst>
        </pc:grpChg>
        <pc:picChg chg="add mod ord">
          <ac:chgData name="Sweety Devassy" userId="de5636a1-6e25-4e7c-9579-6b09b1ff6801" providerId="ADAL" clId="{E2B5687A-861F-E542-B8DC-A462BA3E8DDF}" dt="2022-10-07T10:38:17.358" v="222" actId="1076"/>
          <ac:picMkLst>
            <pc:docMk/>
            <pc:sldMk cId="3649942537" sldId="268"/>
            <ac:picMk id="4" creationId="{230DBF78-384F-1DE1-2EAC-D15EEF6FC71C}"/>
          </ac:picMkLst>
        </pc:picChg>
        <pc:picChg chg="add del mod">
          <ac:chgData name="Sweety Devassy" userId="de5636a1-6e25-4e7c-9579-6b09b1ff6801" providerId="ADAL" clId="{E2B5687A-861F-E542-B8DC-A462BA3E8DDF}" dt="2022-10-07T10:38:39.414" v="229" actId="478"/>
          <ac:picMkLst>
            <pc:docMk/>
            <pc:sldMk cId="3649942537" sldId="268"/>
            <ac:picMk id="6" creationId="{B4A8E0C1-3B38-09BE-6561-62F68B279662}"/>
          </ac:picMkLst>
        </pc:picChg>
        <pc:picChg chg="add mod">
          <ac:chgData name="Sweety Devassy" userId="de5636a1-6e25-4e7c-9579-6b09b1ff6801" providerId="ADAL" clId="{E2B5687A-861F-E542-B8DC-A462BA3E8DDF}" dt="2022-10-07T10:38:36.999" v="228" actId="1076"/>
          <ac:picMkLst>
            <pc:docMk/>
            <pc:sldMk cId="3649942537" sldId="268"/>
            <ac:picMk id="8" creationId="{A38B68B2-7469-FCA6-3E18-AA5ABB199A87}"/>
          </ac:picMkLst>
        </pc:picChg>
      </pc:sldChg>
      <pc:sldChg chg="addSp modSp new mod setBg">
        <pc:chgData name="Sweety Devassy" userId="de5636a1-6e25-4e7c-9579-6b09b1ff6801" providerId="ADAL" clId="{E2B5687A-861F-E542-B8DC-A462BA3E8DDF}" dt="2022-10-07T10:39:25.407" v="243" actId="26606"/>
        <pc:sldMkLst>
          <pc:docMk/>
          <pc:sldMk cId="3968138855" sldId="269"/>
        </pc:sldMkLst>
        <pc:spChg chg="mod">
          <ac:chgData name="Sweety Devassy" userId="de5636a1-6e25-4e7c-9579-6b09b1ff6801" providerId="ADAL" clId="{E2B5687A-861F-E542-B8DC-A462BA3E8DDF}" dt="2022-10-07T10:39:25.407" v="243" actId="26606"/>
          <ac:spMkLst>
            <pc:docMk/>
            <pc:sldMk cId="3968138855" sldId="269"/>
            <ac:spMk id="2" creationId="{58F35E54-4593-972A-245A-3C5E1D89FB45}"/>
          </ac:spMkLst>
        </pc:spChg>
        <pc:spChg chg="add">
          <ac:chgData name="Sweety Devassy" userId="de5636a1-6e25-4e7c-9579-6b09b1ff6801" providerId="ADAL" clId="{E2B5687A-861F-E542-B8DC-A462BA3E8DDF}" dt="2022-10-07T10:39:25.407" v="243" actId="26606"/>
          <ac:spMkLst>
            <pc:docMk/>
            <pc:sldMk cId="3968138855" sldId="269"/>
            <ac:spMk id="9" creationId="{47942995-B07F-4636-9A06-C6A104B260A8}"/>
          </ac:spMkLst>
        </pc:spChg>
        <pc:spChg chg="add">
          <ac:chgData name="Sweety Devassy" userId="de5636a1-6e25-4e7c-9579-6b09b1ff6801" providerId="ADAL" clId="{E2B5687A-861F-E542-B8DC-A462BA3E8DDF}" dt="2022-10-07T10:39:25.407" v="243" actId="26606"/>
          <ac:spMkLst>
            <pc:docMk/>
            <pc:sldMk cId="3968138855" sldId="269"/>
            <ac:spMk id="16" creationId="{B81933D1-5615-42C7-9C0B-4EB7105CCE2D}"/>
          </ac:spMkLst>
        </pc:spChg>
        <pc:spChg chg="add">
          <ac:chgData name="Sweety Devassy" userId="de5636a1-6e25-4e7c-9579-6b09b1ff6801" providerId="ADAL" clId="{E2B5687A-861F-E542-B8DC-A462BA3E8DDF}" dt="2022-10-07T10:39:25.407" v="243" actId="26606"/>
          <ac:spMkLst>
            <pc:docMk/>
            <pc:sldMk cId="3968138855" sldId="269"/>
            <ac:spMk id="18" creationId="{19C9EAEA-39D0-4B0E-A0EB-51E7B26740B1}"/>
          </ac:spMkLst>
        </pc:spChg>
        <pc:grpChg chg="add">
          <ac:chgData name="Sweety Devassy" userId="de5636a1-6e25-4e7c-9579-6b09b1ff6801" providerId="ADAL" clId="{E2B5687A-861F-E542-B8DC-A462BA3E8DDF}" dt="2022-10-07T10:39:25.407" v="243" actId="26606"/>
          <ac:grpSpMkLst>
            <pc:docMk/>
            <pc:sldMk cId="3968138855" sldId="269"/>
            <ac:grpSpMk id="11" creationId="{032D8612-31EB-44CF-A1D0-14FD4C705424}"/>
          </ac:grpSpMkLst>
        </pc:grpChg>
        <pc:picChg chg="add mod">
          <ac:chgData name="Sweety Devassy" userId="de5636a1-6e25-4e7c-9579-6b09b1ff6801" providerId="ADAL" clId="{E2B5687A-861F-E542-B8DC-A462BA3E8DDF}" dt="2022-10-07T10:39:25.407" v="243" actId="26606"/>
          <ac:picMkLst>
            <pc:docMk/>
            <pc:sldMk cId="3968138855" sldId="269"/>
            <ac:picMk id="4" creationId="{94A51DFE-A3E3-382B-B625-0D0F8B7E07E2}"/>
          </ac:picMkLst>
        </pc:picChg>
      </pc:sldChg>
      <pc:sldChg chg="addSp delSp modSp new mod setBg modClrScheme chgLayout">
        <pc:chgData name="Sweety Devassy" userId="de5636a1-6e25-4e7c-9579-6b09b1ff6801" providerId="ADAL" clId="{E2B5687A-861F-E542-B8DC-A462BA3E8DDF}" dt="2022-10-07T11:26:47.396" v="263" actId="26606"/>
        <pc:sldMkLst>
          <pc:docMk/>
          <pc:sldMk cId="864626304" sldId="270"/>
        </pc:sldMkLst>
        <pc:spChg chg="del mod ord">
          <ac:chgData name="Sweety Devassy" userId="de5636a1-6e25-4e7c-9579-6b09b1ff6801" providerId="ADAL" clId="{E2B5687A-861F-E542-B8DC-A462BA3E8DDF}" dt="2022-10-07T10:42:02.722" v="245" actId="700"/>
          <ac:spMkLst>
            <pc:docMk/>
            <pc:sldMk cId="864626304" sldId="270"/>
            <ac:spMk id="2" creationId="{10959CA5-B2B3-5B48-29E0-0BC82DE969B9}"/>
          </ac:spMkLst>
        </pc:spChg>
        <pc:spChg chg="add mod ord">
          <ac:chgData name="Sweety Devassy" userId="de5636a1-6e25-4e7c-9579-6b09b1ff6801" providerId="ADAL" clId="{E2B5687A-861F-E542-B8DC-A462BA3E8DDF}" dt="2022-10-07T11:26:47.396" v="263" actId="26606"/>
          <ac:spMkLst>
            <pc:docMk/>
            <pc:sldMk cId="864626304" sldId="270"/>
            <ac:spMk id="3" creationId="{16E2CBA9-F6F0-284B-8206-E5EF426F4B57}"/>
          </ac:spMkLst>
        </pc:spChg>
        <pc:spChg chg="add mod ord">
          <ac:chgData name="Sweety Devassy" userId="de5636a1-6e25-4e7c-9579-6b09b1ff6801" providerId="ADAL" clId="{E2B5687A-861F-E542-B8DC-A462BA3E8DDF}" dt="2022-10-07T11:26:47.396" v="263" actId="26606"/>
          <ac:spMkLst>
            <pc:docMk/>
            <pc:sldMk cId="864626304" sldId="270"/>
            <ac:spMk id="4" creationId="{273558F0-C1A8-6310-D4F7-E6B536CC1ABA}"/>
          </ac:spMkLst>
        </pc:spChg>
        <pc:spChg chg="add">
          <ac:chgData name="Sweety Devassy" userId="de5636a1-6e25-4e7c-9579-6b09b1ff6801" providerId="ADAL" clId="{E2B5687A-861F-E542-B8DC-A462BA3E8DDF}" dt="2022-10-07T11:26:47.396" v="263" actId="26606"/>
          <ac:spMkLst>
            <pc:docMk/>
            <pc:sldMk cId="864626304" sldId="270"/>
            <ac:spMk id="9" creationId="{B6CDA21F-E7AF-4C75-8395-33F58D5B0E45}"/>
          </ac:spMkLst>
        </pc:spChg>
        <pc:spChg chg="add">
          <ac:chgData name="Sweety Devassy" userId="de5636a1-6e25-4e7c-9579-6b09b1ff6801" providerId="ADAL" clId="{E2B5687A-861F-E542-B8DC-A462BA3E8DDF}" dt="2022-10-07T11:26:47.396" v="263" actId="26606"/>
          <ac:spMkLst>
            <pc:docMk/>
            <pc:sldMk cId="864626304" sldId="270"/>
            <ac:spMk id="16" creationId="{D5B0017B-2ECA-49AF-B397-DC140825DF8D}"/>
          </ac:spMkLst>
        </pc:spChg>
        <pc:grpChg chg="add">
          <ac:chgData name="Sweety Devassy" userId="de5636a1-6e25-4e7c-9579-6b09b1ff6801" providerId="ADAL" clId="{E2B5687A-861F-E542-B8DC-A462BA3E8DDF}" dt="2022-10-07T11:26:47.396" v="263" actId="26606"/>
          <ac:grpSpMkLst>
            <pc:docMk/>
            <pc:sldMk cId="864626304" sldId="270"/>
            <ac:grpSpMk id="11" creationId="{AE1C45F0-260A-458C-96ED-C1F6D2151219}"/>
          </ac:grpSpMkLst>
        </pc:grpChg>
        <pc:cxnChg chg="add">
          <ac:chgData name="Sweety Devassy" userId="de5636a1-6e25-4e7c-9579-6b09b1ff6801" providerId="ADAL" clId="{E2B5687A-861F-E542-B8DC-A462BA3E8DDF}" dt="2022-10-07T11:26:47.396" v="263" actId="26606"/>
          <ac:cxnSpMkLst>
            <pc:docMk/>
            <pc:sldMk cId="864626304" sldId="270"/>
            <ac:cxnSpMk id="18" creationId="{6CF1BAF6-AD41-4082-B212-8A1F9A2E8779}"/>
          </ac:cxnSpMkLst>
        </pc:cxnChg>
      </pc:sldChg>
      <pc:sldChg chg="addSp modSp new mod setBg">
        <pc:chgData name="Sweety Devassy" userId="de5636a1-6e25-4e7c-9579-6b09b1ff6801" providerId="ADAL" clId="{E2B5687A-861F-E542-B8DC-A462BA3E8DDF}" dt="2022-10-07T11:40:23.930" v="480" actId="26606"/>
        <pc:sldMkLst>
          <pc:docMk/>
          <pc:sldMk cId="213480143" sldId="271"/>
        </pc:sldMkLst>
        <pc:spChg chg="mod">
          <ac:chgData name="Sweety Devassy" userId="de5636a1-6e25-4e7c-9579-6b09b1ff6801" providerId="ADAL" clId="{E2B5687A-861F-E542-B8DC-A462BA3E8DDF}" dt="2022-10-07T11:40:23.930" v="480" actId="26606"/>
          <ac:spMkLst>
            <pc:docMk/>
            <pc:sldMk cId="213480143" sldId="271"/>
            <ac:spMk id="2" creationId="{8C026FDA-1759-4D69-17D0-3FCA08B94A72}"/>
          </ac:spMkLst>
        </pc:spChg>
        <pc:spChg chg="mod">
          <ac:chgData name="Sweety Devassy" userId="de5636a1-6e25-4e7c-9579-6b09b1ff6801" providerId="ADAL" clId="{E2B5687A-861F-E542-B8DC-A462BA3E8DDF}" dt="2022-10-07T11:40:23.930" v="480" actId="26606"/>
          <ac:spMkLst>
            <pc:docMk/>
            <pc:sldMk cId="213480143" sldId="271"/>
            <ac:spMk id="3" creationId="{044C1AD3-8DDE-8600-2B79-F11AF85254D9}"/>
          </ac:spMkLst>
        </pc:spChg>
        <pc:spChg chg="add">
          <ac:chgData name="Sweety Devassy" userId="de5636a1-6e25-4e7c-9579-6b09b1ff6801" providerId="ADAL" clId="{E2B5687A-861F-E542-B8DC-A462BA3E8DDF}" dt="2022-10-07T11:40:23.930" v="480" actId="26606"/>
          <ac:spMkLst>
            <pc:docMk/>
            <pc:sldMk cId="213480143" sldId="271"/>
            <ac:spMk id="8" creationId="{B6CDA21F-E7AF-4C75-8395-33F58D5B0E45}"/>
          </ac:spMkLst>
        </pc:spChg>
        <pc:spChg chg="add">
          <ac:chgData name="Sweety Devassy" userId="de5636a1-6e25-4e7c-9579-6b09b1ff6801" providerId="ADAL" clId="{E2B5687A-861F-E542-B8DC-A462BA3E8DDF}" dt="2022-10-07T11:40:23.930" v="480" actId="26606"/>
          <ac:spMkLst>
            <pc:docMk/>
            <pc:sldMk cId="213480143" sldId="271"/>
            <ac:spMk id="15" creationId="{D5B0017B-2ECA-49AF-B397-DC140825DF8D}"/>
          </ac:spMkLst>
        </pc:spChg>
        <pc:grpChg chg="add">
          <ac:chgData name="Sweety Devassy" userId="de5636a1-6e25-4e7c-9579-6b09b1ff6801" providerId="ADAL" clId="{E2B5687A-861F-E542-B8DC-A462BA3E8DDF}" dt="2022-10-07T11:40:23.930" v="480" actId="26606"/>
          <ac:grpSpMkLst>
            <pc:docMk/>
            <pc:sldMk cId="213480143" sldId="271"/>
            <ac:grpSpMk id="10" creationId="{AE1C45F0-260A-458C-96ED-C1F6D2151219}"/>
          </ac:grpSpMkLst>
        </pc:grpChg>
        <pc:cxnChg chg="add">
          <ac:chgData name="Sweety Devassy" userId="de5636a1-6e25-4e7c-9579-6b09b1ff6801" providerId="ADAL" clId="{E2B5687A-861F-E542-B8DC-A462BA3E8DDF}" dt="2022-10-07T11:40:23.930" v="480" actId="26606"/>
          <ac:cxnSpMkLst>
            <pc:docMk/>
            <pc:sldMk cId="213480143" sldId="271"/>
            <ac:cxnSpMk id="17" creationId="{6CF1BAF6-AD41-4082-B212-8A1F9A2E8779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B71C-481E-6F7D-F804-388210537E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1A2EE1-0472-5168-0818-C77490AAFB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49846-20E3-D187-C908-866151A7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EB3B62-DC8A-D5B9-F0A1-CAE6249C0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CD6A0-E457-91F5-86BB-542DFA18E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6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9D737-A1C1-1223-F697-72A09245C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BC9CED-54D8-F802-B430-F178A630F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B13D7-846F-998A-3143-4E6E3999B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0B7AA-0EB8-2153-AB31-7BFF5C216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E9A20-5041-18F6-EA7D-B5B4E94DA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915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2A6F1-DA5C-A838-191E-CB373EB1C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39346F-F3F0-C3C9-7CEE-5C2C5794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4941B6-22AF-2B15-F310-1E729016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8F7937-E732-6029-74B2-956CA2608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200F0-FF2E-908C-565B-8E508AF7A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570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D5912-0852-D489-B86F-B425BE7D5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9010F-1710-1537-584D-018D98E13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95745-E321-EC19-3898-DD4C6E0EC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181FD-54FD-0A73-8379-B7CAD2855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F8DDA7-5720-D2E9-F59B-C83F83B1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2C8B9-2209-2729-457D-7461E4980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8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5CD8E-0B9D-49B6-99FC-383D1222E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A896-E915-9B09-45BB-B228D2B40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21D78-5B8C-0076-73AF-872CA915AC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3FD2DA-3990-0745-A94B-F1831E129F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0A53E6-BD7F-1834-1C51-AE35C2B24F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7EB132-796F-1BD5-3E2A-85DD89D6C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64B714-CE77-1C6E-81FC-93A5875D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19FC21-F27D-2E00-08BF-235CA31B6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307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F374F-84DC-08D2-2A50-A99476A8E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1682A2-EF15-3C58-F9D2-9DA51D30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FA8CC-7403-C662-4D14-DA2874134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C316CD-4F7D-1F1E-868B-FAB5410B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15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481E0-0152-9D80-0628-43543A674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A6E924-2C3E-80AC-C8C2-8144C0C1A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030E2-FA3C-962E-A190-18175C751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519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D33A2-8C2C-515E-BBF6-F59B11B73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AD0A8-7A56-893C-2E04-D8B727B1C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D0683-D320-62FB-CB61-2B8B90A10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6B20F6-177C-A0A7-DE19-492D4510C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0B69C-94DC-91BE-4DA8-B3E25E8E1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E63547-8589-363C-562D-021BC54E6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95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59F3F-167D-9D87-3229-D7950A8DA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0FE6A8-FD95-9937-969A-40D2D0540D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EF26C9-461D-3156-B58E-7D5E8097E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E37A-BF86-B7C9-AF42-1B4BE267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1A00D-2EAD-120E-165B-1DEC337D0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7B857E-B85F-E66B-A4F5-1EA9E2A7F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691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03A07-2761-4008-1AF7-21C201788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28F4C-90AD-4987-0629-3A5CBB412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A031D5-A376-9BF5-014A-3AAEA5DA4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EA1AA0-FCD6-80F5-D887-014281D6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3E2BE-0C5B-4965-1A46-24D702CC9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94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B1761A-1E34-BFC4-2D1E-572E7A87C0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70322-DAB3-7980-F42D-839818F5AD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A8003-5D31-2C42-4542-F07E81010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78AC4-2DE5-C8ED-BC97-D01C7A83B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F3CD14-2E0E-3BBC-75AE-5011E7B0E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09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E7433-A271-4F3E-5EED-1DD92CD19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4A6F35-A2A5-017C-FE9C-C8BDFBE1DD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83600-C7CE-81B3-3AA7-2B03A78EEE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7C011-6671-AF44-B44D-09C294FFB965}" type="datetimeFigureOut">
              <a:rPr lang="en-US" smtClean="0"/>
              <a:t>10/7/22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91F84-ED95-9CFC-0457-D8CB725FD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5C89-1854-FCFF-F91F-0926ADF97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CF185-2D9F-804E-B95C-8697B18F33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570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E2CC403-21CD-41DF-BAC4-329D7FF03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E5FCCF4-DA73-988D-7B0B-C3C24E057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28" y="1147158"/>
            <a:ext cx="6038470" cy="471331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LOGISTIC REGRESSION</a:t>
            </a:r>
            <a:b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13AA5FE-3FFC-4725-9ADD-E428544EC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FA70700-3F72-44D4-8175-FEB2B9B23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7093C0F6-5741-4C9D-90FF-A25824BFC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921B2E1B-E962-432C-ADA1-2934CE3C54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7653717E-6F8C-43E0-9893-C03AE87D1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5BB14B4-EC3F-47C7-9AF3-B0E017B75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66160" y="391886"/>
            <a:ext cx="402901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259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1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8BB21-BADE-81CD-7AE1-8CE46AEF9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5400" dirty="0"/>
              <a:t>Introduction</a:t>
            </a:r>
          </a:p>
        </p:txBody>
      </p:sp>
      <p:grpSp>
        <p:nvGrpSpPr>
          <p:cNvPr id="43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39E73BE-6CD7-7DF5-582A-69EA2B93D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dirty="0"/>
              <a:t>A type of classification algorithm </a:t>
            </a:r>
          </a:p>
          <a:p>
            <a:r>
              <a:rPr lang="en-US" dirty="0"/>
              <a:t>Based on Linear Regression to evaluate output and minimize the error.</a:t>
            </a:r>
          </a:p>
          <a:p>
            <a:r>
              <a:rPr lang="en-US" dirty="0"/>
              <a:t>Named after the method it uses to evaluate the outputs the </a:t>
            </a:r>
            <a:r>
              <a:rPr lang="en-US" b="1" dirty="0"/>
              <a:t>Logit Function</a:t>
            </a:r>
          </a:p>
        </p:txBody>
      </p:sp>
    </p:spTree>
    <p:extLst>
      <p:ext uri="{BB962C8B-B14F-4D97-AF65-F5344CB8AC3E}">
        <p14:creationId xmlns:p14="http://schemas.microsoft.com/office/powerpoint/2010/main" val="2212090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7">
            <a:extLst>
              <a:ext uri="{FF2B5EF4-FFF2-40B4-BE49-F238E27FC236}">
                <a16:creationId xmlns:a16="http://schemas.microsoft.com/office/drawing/2014/main" id="{3DAD86CA-8235-409B-982B-5E7A033E2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F234FBA-3501-47B4-AE0C-AA4AFBC8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518714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F893B-0491-416E-9D33-BADE960079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999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C5FF7BAA-EC49-5A28-D675-5E7E025A45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24" r="1563" b="1"/>
          <a:stretch/>
        </p:blipFill>
        <p:spPr>
          <a:xfrm>
            <a:off x="838200" y="754148"/>
            <a:ext cx="10515600" cy="4995575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69F4FF8-F8B0-4630-BA1B-0D8B324CD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29769"/>
            <a:ext cx="11000232" cy="0"/>
          </a:xfrm>
          <a:prstGeom prst="line">
            <a:avLst/>
          </a:prstGeom>
          <a:ln w="1524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0366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2" name="Rectangle 1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318BB21-BADE-81CD-7AE1-8CE46AEF9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 fontScale="90000"/>
          </a:bodyPr>
          <a:lstStyle/>
          <a:p>
            <a:r>
              <a:rPr lang="en-IN" sz="5400" i="0" dirty="0">
                <a:effectLst/>
              </a:rPr>
              <a:t>Training data assumptions for logistic regression</a:t>
            </a:r>
            <a:endParaRPr lang="en-US" sz="5400" dirty="0"/>
          </a:p>
        </p:txBody>
      </p:sp>
      <p:grpSp>
        <p:nvGrpSpPr>
          <p:cNvPr id="43" name="Group 1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Content Placeholder 3">
            <a:extLst>
              <a:ext uri="{FF2B5EF4-FFF2-40B4-BE49-F238E27FC236}">
                <a16:creationId xmlns:a16="http://schemas.microsoft.com/office/drawing/2014/main" id="{539E73BE-6CD7-7DF5-582A-69EA2B93D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</a:rPr>
              <a:t>The predicted outcome is strictly binary or dichotomous. (This applies to binary logistic regression).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</a:rPr>
              <a:t>The factors, or the independent variables, that influence the outcome are independent of each other. In other words, there is little or no multicollinearity among the independent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</a:rPr>
              <a:t>The independent variables can be linearly related to the log odds.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0" i="0" dirty="0">
                <a:effectLst/>
              </a:rPr>
              <a:t>Fairly large sample sizes.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31624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D318CC-E2A8-4E27-9548-A047A7899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F06EDE-6ABA-851A-2CEE-EB89A2F1E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5" y="1463040"/>
            <a:ext cx="3796306" cy="2690949"/>
          </a:xfrm>
        </p:spPr>
        <p:txBody>
          <a:bodyPr anchor="t">
            <a:normAutofit/>
          </a:bodyPr>
          <a:lstStyle/>
          <a:p>
            <a:r>
              <a:rPr lang="en-US" sz="4800" dirty="0"/>
              <a:t>Uses of Logistic Regression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14B560F-9DD7-4302-A60B-EBD3EF59B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4415246"/>
            <a:ext cx="11982332" cy="2087795"/>
            <a:chOff x="143163" y="5763486"/>
            <a:chExt cx="11982332" cy="73955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A9A4357-BD1D-4622-A4FE-766E6AB8DE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21D6966-343E-49AC-A026-D2497E0C3C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3706" y="587829"/>
            <a:ext cx="6505300" cy="568234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F1A2F-425B-9786-579E-C059B8772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6218" y="1463039"/>
            <a:ext cx="5542387" cy="4300447"/>
          </a:xfrm>
        </p:spPr>
        <p:txBody>
          <a:bodyPr anchor="t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</a:rPr>
              <a:t>in drug research to check the effectiveness of medicines on health outcomes across age, gender and ethnicity;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</a:rPr>
              <a:t>in weather forecasting apps to predict snowfall and weather conditions;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b="0" i="0" dirty="0">
                <a:effectLst/>
              </a:rPr>
              <a:t>in political polls to determine if voters will vote for a particular candidate;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effectLst/>
              </a:rPr>
              <a:t>in banking to predict the chances that a loan applicant will default on a loan or not, based on annual income, past defaults and past debts.</a:t>
            </a:r>
            <a:br>
              <a:rPr lang="en-IN" sz="2000" dirty="0"/>
            </a:br>
            <a:br>
              <a:rPr lang="en-IN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95865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50C401-BDFC-CF21-10D5-053CB86C4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3600" dirty="0"/>
              <a:t>Logit and Logistic Function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A8C8E2C-C300-1753-D2EE-0175BF3C1B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066" y="2031101"/>
            <a:ext cx="4282984" cy="3511943"/>
          </a:xfrm>
        </p:spPr>
        <p:txBody>
          <a:bodyPr anchor="ctr">
            <a:normAutofit/>
          </a:bodyPr>
          <a:lstStyle/>
          <a:p>
            <a:r>
              <a:rPr lang="en-US" sz="1800" dirty="0"/>
              <a:t>p is the probability of success</a:t>
            </a:r>
          </a:p>
          <a:p>
            <a:r>
              <a:rPr lang="en-US" sz="1800" dirty="0"/>
              <a:t>1-p is the probability if failure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11650B3-0EDE-969E-61EA-978FE1494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7738" y="1525669"/>
            <a:ext cx="5628018" cy="357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994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A88734-2FE4-F02A-ED07-57496D3DE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Standard Logistic Function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hart, histogram&#10;&#10;Description automatically generated">
            <a:extLst>
              <a:ext uri="{FF2B5EF4-FFF2-40B4-BE49-F238E27FC236}">
                <a16:creationId xmlns:a16="http://schemas.microsoft.com/office/drawing/2014/main" id="{88DB659E-EC40-E439-DDAF-9275E9684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279" y="858525"/>
            <a:ext cx="7526221" cy="52119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05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C4FCF-27A8-C37D-7943-57751483A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IN" sz="4800" b="1" i="0">
                <a:effectLst/>
                <a:latin typeface="sohne"/>
              </a:rPr>
              <a:t>How to Best Evaluate a Classification Model</a:t>
            </a:r>
            <a:endParaRPr lang="en-US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61953-D3C0-D3D0-7C02-397AD3EAE1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0" i="0">
                <a:effectLst/>
                <a:latin typeface="source-serif-pro"/>
              </a:rPr>
              <a:t>Classification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0" i="0">
                <a:effectLst/>
                <a:latin typeface="source-serif-pro"/>
              </a:rPr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0" i="0">
                <a:effectLst/>
                <a:latin typeface="source-serif-pro"/>
              </a:rPr>
              <a:t>Precision and recall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b="0" i="0">
                <a:effectLst/>
                <a:latin typeface="source-serif-pro"/>
              </a:rPr>
              <a:t>F1 score</a:t>
            </a:r>
          </a:p>
          <a:p>
            <a:endParaRPr lang="en-US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0758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771020E-F2FE-7B7C-90AF-C81D4B80D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Accuracy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Text&#10;&#10;Description automatically generated with medium confidence">
            <a:extLst>
              <a:ext uri="{FF2B5EF4-FFF2-40B4-BE49-F238E27FC236}">
                <a16:creationId xmlns:a16="http://schemas.microsoft.com/office/drawing/2014/main" id="{235922A1-C986-E4EB-8EFB-3596E7E5B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2673024"/>
            <a:ext cx="5536001" cy="14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39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0CEED20-A22C-4FC3-BC0E-F4FE53FDE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52E40E-A20A-117E-B090-EFA037F32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82524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Confusion matrix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49524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679732"/>
            <a:ext cx="6009366" cy="54238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EE4D696C-6AD2-5F6B-F9E1-A1267A1FD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173" y="928201"/>
            <a:ext cx="5384638" cy="492694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687568" y="6355073"/>
            <a:ext cx="6007608" cy="457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16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10">
            <a:extLst>
              <a:ext uri="{FF2B5EF4-FFF2-40B4-BE49-F238E27FC236}">
                <a16:creationId xmlns:a16="http://schemas.microsoft.com/office/drawing/2014/main" id="{AE2F397B-4BB1-48C6-9EE0-C8B339968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13C55E-E3DF-A587-9D98-8374B7572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09" y="2814150"/>
            <a:ext cx="5095797" cy="260559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i="0" dirty="0">
                <a:effectLst/>
              </a:rPr>
              <a:t>Precision and Recall</a:t>
            </a:r>
            <a:br>
              <a:rPr lang="en-US" sz="4800" i="0" dirty="0">
                <a:effectLst/>
              </a:rPr>
            </a:br>
            <a:br>
              <a:rPr lang="en-US" sz="4800" dirty="0"/>
            </a:br>
            <a:endParaRPr lang="en-US" sz="4800" dirty="0"/>
          </a:p>
        </p:txBody>
      </p:sp>
      <p:grpSp>
        <p:nvGrpSpPr>
          <p:cNvPr id="25" name="Group 12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896618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13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14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15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17">
            <a:extLst>
              <a:ext uri="{FF2B5EF4-FFF2-40B4-BE49-F238E27FC236}">
                <a16:creationId xmlns:a16="http://schemas.microsoft.com/office/drawing/2014/main" id="{E856C990-1500-4B50-B148-B7E1943FE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5" y="268076"/>
            <a:ext cx="4479729" cy="2826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15446" y="3308462"/>
            <a:ext cx="4479729" cy="282632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230DBF78-384F-1DE1-2EAC-D15EEF6FC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4927" y="723209"/>
            <a:ext cx="3980763" cy="1622160"/>
          </a:xfrm>
          <a:prstGeom prst="rect">
            <a:avLst/>
          </a:prstGeom>
        </p:spPr>
      </p:pic>
      <p:sp>
        <p:nvSpPr>
          <p:cNvPr id="31" name="Rectangle 21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216753" y="6353865"/>
            <a:ext cx="4478419" cy="469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Schematic&#10;&#10;Description automatically generated with low confidence">
            <a:extLst>
              <a:ext uri="{FF2B5EF4-FFF2-40B4-BE49-F238E27FC236}">
                <a16:creationId xmlns:a16="http://schemas.microsoft.com/office/drawing/2014/main" id="{A38B68B2-7469-FCA6-3E18-AA5ABB199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0555" y="4042176"/>
            <a:ext cx="3238500" cy="135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942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F35E54-4593-972A-245A-3C5E1D89F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F1 Score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94A51DFE-A3E3-382B-B625-0D0F8B7E0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2492" y="2548464"/>
            <a:ext cx="5536001" cy="1702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138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6E2CBA9-F6F0-284B-8206-E5EF426F4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Regularization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3558F0-C1A8-6310-D4F7-E6B536CC1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IN" sz="2400" b="0" i="0" dirty="0">
                <a:effectLst/>
                <a:latin typeface="source-serif-pro"/>
              </a:rPr>
              <a:t>Regularization is often used as a solution to the overfitting problem in Machine Learning.</a:t>
            </a:r>
          </a:p>
          <a:p>
            <a:r>
              <a:rPr lang="en-IN" sz="2400" b="0" i="0" dirty="0">
                <a:effectLst/>
                <a:latin typeface="source-serif-pro"/>
              </a:rPr>
              <a:t>Common causes for overfitting are</a:t>
            </a:r>
          </a:p>
          <a:p>
            <a:pPr>
              <a:buFont typeface="+mj-lt"/>
              <a:buAutoNum type="arabicPeriod"/>
            </a:pPr>
            <a:r>
              <a:rPr lang="en-IN" sz="2400" b="0" i="0" dirty="0">
                <a:effectLst/>
                <a:latin typeface="source-serif-pro"/>
              </a:rPr>
              <a:t>When the model is complex enough that it starts </a:t>
            </a:r>
            <a:r>
              <a:rPr lang="en-IN" sz="2400" b="0" i="0" dirty="0" err="1">
                <a:effectLst/>
                <a:latin typeface="source-serif-pro"/>
              </a:rPr>
              <a:t>modeling</a:t>
            </a:r>
            <a:r>
              <a:rPr lang="en-IN" sz="2400" b="0" i="0" dirty="0">
                <a:effectLst/>
                <a:latin typeface="source-serif-pro"/>
              </a:rPr>
              <a:t> the noise in the training data.</a:t>
            </a:r>
          </a:p>
          <a:p>
            <a:pPr>
              <a:buFont typeface="+mj-lt"/>
              <a:buAutoNum type="arabicPeriod"/>
            </a:pPr>
            <a:r>
              <a:rPr lang="en-IN" sz="2400" b="0" i="0" dirty="0">
                <a:effectLst/>
                <a:latin typeface="source-serif-pro"/>
              </a:rPr>
              <a:t>When the training data is relatively small and is an insufficient representation of the underlying distribution that it is sampled from, the model fails to learn a generalizable mapping.</a:t>
            </a:r>
          </a:p>
          <a:p>
            <a:endParaRPr lang="en-US" sz="24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626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026FDA-1759-4D69-17D0-3FCA08B94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/>
              <a:t>Types of Regularization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C1AD3-8DDE-8600-2B79-F11AF8525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Modify loss Function</a:t>
            </a:r>
          </a:p>
          <a:p>
            <a:pPr lvl="1"/>
            <a:r>
              <a:rPr lang="en-US" dirty="0"/>
              <a:t>L2 Regularization</a:t>
            </a:r>
          </a:p>
          <a:p>
            <a:pPr lvl="1"/>
            <a:r>
              <a:rPr lang="en-US" dirty="0"/>
              <a:t>L1 Regularization</a:t>
            </a:r>
          </a:p>
          <a:p>
            <a:pPr lvl="1"/>
            <a:r>
              <a:rPr lang="en-US" dirty="0"/>
              <a:t>Entropy Regularization</a:t>
            </a:r>
          </a:p>
          <a:p>
            <a:r>
              <a:rPr lang="en-US" sz="2400" dirty="0"/>
              <a:t>Modify sampling method</a:t>
            </a:r>
          </a:p>
          <a:p>
            <a:pPr lvl="1"/>
            <a:r>
              <a:rPr lang="en-US" dirty="0"/>
              <a:t>Data Augmentation</a:t>
            </a:r>
          </a:p>
          <a:p>
            <a:pPr lvl="1"/>
            <a:r>
              <a:rPr lang="en-US" dirty="0"/>
              <a:t>K – fold Cross Validation 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480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322</Words>
  <Application>Microsoft Macintosh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Calibri Light</vt:lpstr>
      <vt:lpstr>sohne</vt:lpstr>
      <vt:lpstr>source-serif-pro</vt:lpstr>
      <vt:lpstr>Office Theme</vt:lpstr>
      <vt:lpstr>LOGISTIC REGRESSION </vt:lpstr>
      <vt:lpstr>Introduction</vt:lpstr>
      <vt:lpstr>PowerPoint Presentation</vt:lpstr>
      <vt:lpstr>Training data assumptions for logistic regression</vt:lpstr>
      <vt:lpstr>Uses of Logistic Regression</vt:lpstr>
      <vt:lpstr>Logit and Logistic Function</vt:lpstr>
      <vt:lpstr>Standard Logistic Function</vt:lpstr>
      <vt:lpstr>How to Best Evaluate a Classification Model</vt:lpstr>
      <vt:lpstr>Accuracy</vt:lpstr>
      <vt:lpstr>Confusion matrix</vt:lpstr>
      <vt:lpstr>Precision and Recall  </vt:lpstr>
      <vt:lpstr>F1 Score</vt:lpstr>
      <vt:lpstr>Regularization</vt:lpstr>
      <vt:lpstr>Types of Regularization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LOGISTIC REGRESSION </dc:title>
  <dc:creator>Sweety Devassy</dc:creator>
  <cp:lastModifiedBy>Sweety Devassy</cp:lastModifiedBy>
  <cp:revision>1</cp:revision>
  <dcterms:created xsi:type="dcterms:W3CDTF">2022-10-07T04:57:27Z</dcterms:created>
  <dcterms:modified xsi:type="dcterms:W3CDTF">2022-10-07T11:40:26Z</dcterms:modified>
</cp:coreProperties>
</file>